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sldIdLst>
    <p:sldId id="315" r:id="rId2"/>
    <p:sldId id="275" r:id="rId3"/>
    <p:sldId id="262" r:id="rId4"/>
    <p:sldId id="321" r:id="rId5"/>
    <p:sldId id="319" r:id="rId6"/>
    <p:sldId id="328" r:id="rId7"/>
    <p:sldId id="329" r:id="rId8"/>
    <p:sldId id="330" r:id="rId9"/>
    <p:sldId id="331" r:id="rId10"/>
    <p:sldId id="332" r:id="rId11"/>
    <p:sldId id="333" r:id="rId12"/>
    <p:sldId id="334" r:id="rId13"/>
    <p:sldId id="322" r:id="rId14"/>
    <p:sldId id="258" r:id="rId15"/>
    <p:sldId id="259" r:id="rId16"/>
    <p:sldId id="260" r:id="rId17"/>
    <p:sldId id="320" r:id="rId18"/>
    <p:sldId id="323" r:id="rId19"/>
    <p:sldId id="261" r:id="rId20"/>
    <p:sldId id="316" r:id="rId21"/>
    <p:sldId id="263" r:id="rId22"/>
    <p:sldId id="264" r:id="rId23"/>
    <p:sldId id="266" r:id="rId24"/>
    <p:sldId id="267" r:id="rId25"/>
    <p:sldId id="265" r:id="rId26"/>
    <p:sldId id="268" r:id="rId27"/>
    <p:sldId id="324" r:id="rId28"/>
    <p:sldId id="269" r:id="rId29"/>
    <p:sldId id="270" r:id="rId30"/>
    <p:sldId id="271" r:id="rId31"/>
    <p:sldId id="272" r:id="rId32"/>
    <p:sldId id="273" r:id="rId33"/>
    <p:sldId id="325" r:id="rId34"/>
    <p:sldId id="274" r:id="rId35"/>
    <p:sldId id="317" r:id="rId36"/>
    <p:sldId id="276" r:id="rId37"/>
    <p:sldId id="277" r:id="rId38"/>
    <p:sldId id="278" r:id="rId39"/>
    <p:sldId id="279" r:id="rId40"/>
    <p:sldId id="280" r:id="rId41"/>
    <p:sldId id="281" r:id="rId42"/>
    <p:sldId id="326" r:id="rId43"/>
    <p:sldId id="282" r:id="rId44"/>
    <p:sldId id="283" r:id="rId45"/>
    <p:sldId id="284" r:id="rId46"/>
    <p:sldId id="285" r:id="rId47"/>
    <p:sldId id="286" r:id="rId48"/>
    <p:sldId id="327" r:id="rId49"/>
    <p:sldId id="287" r:id="rId50"/>
    <p:sldId id="288" r:id="rId51"/>
    <p:sldId id="289" r:id="rId52"/>
    <p:sldId id="290" r:id="rId53"/>
    <p:sldId id="291" r:id="rId54"/>
    <p:sldId id="292" r:id="rId55"/>
    <p:sldId id="293" r:id="rId56"/>
    <p:sldId id="313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2D1F"/>
    <a:srgbClr val="6C1D35"/>
    <a:srgbClr val="956251"/>
    <a:srgbClr val="F2F2F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E40442-FF07-2948-A89D-EA30AAB3E984}" v="34" dt="2025-01-04T16:07:34.8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41" autoAdjust="0"/>
    <p:restoredTop sz="95940" autoAdjust="0"/>
  </p:normalViewPr>
  <p:slideViewPr>
    <p:cSldViewPr snapToGrid="0">
      <p:cViewPr varScale="1">
        <p:scale>
          <a:sx n="65" d="100"/>
          <a:sy n="65" d="100"/>
        </p:scale>
        <p:origin x="240" y="1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ES HUI WEN" userId="3541b9e0-606d-4c51-a83e-60dbee75d3cd" providerId="ADAL" clId="{68E40442-FF07-2948-A89D-EA30AAB3E984}"/>
    <pc:docChg chg="undo custSel addSld delSld modSld sldOrd">
      <pc:chgData name="NIES HUI WEN" userId="3541b9e0-606d-4c51-a83e-60dbee75d3cd" providerId="ADAL" clId="{68E40442-FF07-2948-A89D-EA30AAB3E984}" dt="2025-01-04T16:07:43.166" v="1782" actId="207"/>
      <pc:docMkLst>
        <pc:docMk/>
      </pc:docMkLst>
      <pc:sldChg chg="delSp modSp add mod">
        <pc:chgData name="NIES HUI WEN" userId="3541b9e0-606d-4c51-a83e-60dbee75d3cd" providerId="ADAL" clId="{68E40442-FF07-2948-A89D-EA30AAB3E984}" dt="2025-01-03T08:00:15.091" v="261" actId="113"/>
        <pc:sldMkLst>
          <pc:docMk/>
          <pc:sldMk cId="254307884" sldId="258"/>
        </pc:sldMkLst>
        <pc:spChg chg="mod">
          <ac:chgData name="NIES HUI WEN" userId="3541b9e0-606d-4c51-a83e-60dbee75d3cd" providerId="ADAL" clId="{68E40442-FF07-2948-A89D-EA30AAB3E984}" dt="2025-01-03T08:00:15.091" v="261" actId="113"/>
          <ac:spMkLst>
            <pc:docMk/>
            <pc:sldMk cId="254307884" sldId="258"/>
            <ac:spMk id="2" creationId="{9BFB2BF5-6891-46E3-B7E2-1DD03999E31C}"/>
          </ac:spMkLst>
        </pc:spChg>
        <pc:spChg chg="del">
          <ac:chgData name="NIES HUI WEN" userId="3541b9e0-606d-4c51-a83e-60dbee75d3cd" providerId="ADAL" clId="{68E40442-FF07-2948-A89D-EA30AAB3E984}" dt="2025-01-03T08:00:02.828" v="260"/>
          <ac:spMkLst>
            <pc:docMk/>
            <pc:sldMk cId="254307884" sldId="258"/>
            <ac:spMk id="4" creationId="{626E478A-A2AB-4163-9AFF-83300918B2E5}"/>
          </ac:spMkLst>
        </pc:spChg>
        <pc:spChg chg="del mod">
          <ac:chgData name="NIES HUI WEN" userId="3541b9e0-606d-4c51-a83e-60dbee75d3cd" providerId="ADAL" clId="{68E40442-FF07-2948-A89D-EA30AAB3E984}" dt="2025-01-03T08:00:02.828" v="260"/>
          <ac:spMkLst>
            <pc:docMk/>
            <pc:sldMk cId="254307884" sldId="258"/>
            <ac:spMk id="6" creationId="{41019D1B-0EF8-4D7F-AE7D-69224D608EC2}"/>
          </ac:spMkLst>
        </pc:spChg>
      </pc:sldChg>
      <pc:sldChg chg="delSp modSp add mod">
        <pc:chgData name="NIES HUI WEN" userId="3541b9e0-606d-4c51-a83e-60dbee75d3cd" providerId="ADAL" clId="{68E40442-FF07-2948-A89D-EA30AAB3E984}" dt="2025-01-04T13:06:50.699" v="608" actId="14100"/>
        <pc:sldMkLst>
          <pc:docMk/>
          <pc:sldMk cId="2681451088" sldId="259"/>
        </pc:sldMkLst>
        <pc:spChg chg="del">
          <ac:chgData name="NIES HUI WEN" userId="3541b9e0-606d-4c51-a83e-60dbee75d3cd" providerId="ADAL" clId="{68E40442-FF07-2948-A89D-EA30AAB3E984}" dt="2025-01-03T08:00:02.828" v="260"/>
          <ac:spMkLst>
            <pc:docMk/>
            <pc:sldMk cId="2681451088" sldId="259"/>
            <ac:spMk id="4" creationId="{CBC5A681-023F-45E9-945B-E676861266D8}"/>
          </ac:spMkLst>
        </pc:spChg>
        <pc:spChg chg="del mod">
          <ac:chgData name="NIES HUI WEN" userId="3541b9e0-606d-4c51-a83e-60dbee75d3cd" providerId="ADAL" clId="{68E40442-FF07-2948-A89D-EA30AAB3E984}" dt="2025-01-03T08:00:02.828" v="260"/>
          <ac:spMkLst>
            <pc:docMk/>
            <pc:sldMk cId="2681451088" sldId="259"/>
            <ac:spMk id="6" creationId="{84E13BA8-10E4-47A5-A16D-D277233ED3E0}"/>
          </ac:spMkLst>
        </pc:spChg>
        <pc:spChg chg="mod">
          <ac:chgData name="NIES HUI WEN" userId="3541b9e0-606d-4c51-a83e-60dbee75d3cd" providerId="ADAL" clId="{68E40442-FF07-2948-A89D-EA30AAB3E984}" dt="2025-01-04T13:06:11.321" v="607" actId="20577"/>
          <ac:spMkLst>
            <pc:docMk/>
            <pc:sldMk cId="2681451088" sldId="259"/>
            <ac:spMk id="8" creationId="{9C7F4A1D-9E6B-47D1-A73D-3E8D7926BA7C}"/>
          </ac:spMkLst>
        </pc:spChg>
        <pc:picChg chg="mod">
          <ac:chgData name="NIES HUI WEN" userId="3541b9e0-606d-4c51-a83e-60dbee75d3cd" providerId="ADAL" clId="{68E40442-FF07-2948-A89D-EA30AAB3E984}" dt="2025-01-04T13:06:50.699" v="608" actId="14100"/>
          <ac:picMkLst>
            <pc:docMk/>
            <pc:sldMk cId="2681451088" sldId="259"/>
            <ac:picMk id="11" creationId="{F4661968-212E-46F0-AD64-1BCCB0D2EBE4}"/>
          </ac:picMkLst>
        </pc:picChg>
      </pc:sldChg>
      <pc:sldChg chg="delSp modSp add mod">
        <pc:chgData name="NIES HUI WEN" userId="3541b9e0-606d-4c51-a83e-60dbee75d3cd" providerId="ADAL" clId="{68E40442-FF07-2948-A89D-EA30AAB3E984}" dt="2025-01-04T13:09:51.440" v="644"/>
        <pc:sldMkLst>
          <pc:docMk/>
          <pc:sldMk cId="94904972" sldId="260"/>
        </pc:sldMkLst>
        <pc:spChg chg="mod">
          <ac:chgData name="NIES HUI WEN" userId="3541b9e0-606d-4c51-a83e-60dbee75d3cd" providerId="ADAL" clId="{68E40442-FF07-2948-A89D-EA30AAB3E984}" dt="2025-01-04T13:09:51.440" v="644"/>
          <ac:spMkLst>
            <pc:docMk/>
            <pc:sldMk cId="94904972" sldId="260"/>
            <ac:spMk id="3" creationId="{FFF8864B-2FC1-4F8E-B7DD-357ECB002F37}"/>
          </ac:spMkLst>
        </pc:spChg>
        <pc:spChg chg="del">
          <ac:chgData name="NIES HUI WEN" userId="3541b9e0-606d-4c51-a83e-60dbee75d3cd" providerId="ADAL" clId="{68E40442-FF07-2948-A89D-EA30AAB3E984}" dt="2025-01-03T08:00:02.828" v="260"/>
          <ac:spMkLst>
            <pc:docMk/>
            <pc:sldMk cId="94904972" sldId="260"/>
            <ac:spMk id="4" creationId="{57C55AA4-9B0A-49AE-ACF6-8783C2BAD2E1}"/>
          </ac:spMkLst>
        </pc:spChg>
        <pc:spChg chg="del mod">
          <ac:chgData name="NIES HUI WEN" userId="3541b9e0-606d-4c51-a83e-60dbee75d3cd" providerId="ADAL" clId="{68E40442-FF07-2948-A89D-EA30AAB3E984}" dt="2025-01-03T08:00:02.828" v="260"/>
          <ac:spMkLst>
            <pc:docMk/>
            <pc:sldMk cId="94904972" sldId="260"/>
            <ac:spMk id="6" creationId="{B869206D-E184-4714-B5AD-D38A3892371C}"/>
          </ac:spMkLst>
        </pc:spChg>
        <pc:spChg chg="mod">
          <ac:chgData name="NIES HUI WEN" userId="3541b9e0-606d-4c51-a83e-60dbee75d3cd" providerId="ADAL" clId="{68E40442-FF07-2948-A89D-EA30AAB3E984}" dt="2025-01-04T13:07:56.436" v="629"/>
          <ac:spMkLst>
            <pc:docMk/>
            <pc:sldMk cId="94904972" sldId="260"/>
            <ac:spMk id="7" creationId="{63F8F2E6-E57C-4881-9D24-EA6A00690745}"/>
          </ac:spMkLst>
        </pc:spChg>
      </pc:sldChg>
      <pc:sldChg chg="delSp modSp add">
        <pc:chgData name="NIES HUI WEN" userId="3541b9e0-606d-4c51-a83e-60dbee75d3cd" providerId="ADAL" clId="{68E40442-FF07-2948-A89D-EA30AAB3E984}" dt="2025-01-03T08:00:02.828" v="260"/>
        <pc:sldMkLst>
          <pc:docMk/>
          <pc:sldMk cId="611059122" sldId="261"/>
        </pc:sldMkLst>
        <pc:spChg chg="del">
          <ac:chgData name="NIES HUI WEN" userId="3541b9e0-606d-4c51-a83e-60dbee75d3cd" providerId="ADAL" clId="{68E40442-FF07-2948-A89D-EA30AAB3E984}" dt="2025-01-03T08:00:02.828" v="260"/>
          <ac:spMkLst>
            <pc:docMk/>
            <pc:sldMk cId="611059122" sldId="261"/>
            <ac:spMk id="4" creationId="{0B8CA6B9-BA5F-4007-B069-680880EE1C1D}"/>
          </ac:spMkLst>
        </pc:spChg>
        <pc:spChg chg="del mod">
          <ac:chgData name="NIES HUI WEN" userId="3541b9e0-606d-4c51-a83e-60dbee75d3cd" providerId="ADAL" clId="{68E40442-FF07-2948-A89D-EA30AAB3E984}" dt="2025-01-03T08:00:02.828" v="260"/>
          <ac:spMkLst>
            <pc:docMk/>
            <pc:sldMk cId="611059122" sldId="261"/>
            <ac:spMk id="6" creationId="{F98BE139-564A-459D-98F5-D2F823A3450A}"/>
          </ac:spMkLst>
        </pc:spChg>
      </pc:sldChg>
      <pc:sldChg chg="addSp delSp modSp mod">
        <pc:chgData name="NIES HUI WEN" userId="3541b9e0-606d-4c51-a83e-60dbee75d3cd" providerId="ADAL" clId="{68E40442-FF07-2948-A89D-EA30AAB3E984}" dt="2025-01-03T08:00:02.828" v="260"/>
        <pc:sldMkLst>
          <pc:docMk/>
          <pc:sldMk cId="2699332576" sldId="262"/>
        </pc:sldMkLst>
        <pc:spChg chg="mod">
          <ac:chgData name="NIES HUI WEN" userId="3541b9e0-606d-4c51-a83e-60dbee75d3cd" providerId="ADAL" clId="{68E40442-FF07-2948-A89D-EA30AAB3E984}" dt="2025-01-03T07:57:24.561" v="202" actId="20577"/>
          <ac:spMkLst>
            <pc:docMk/>
            <pc:sldMk cId="2699332576" sldId="262"/>
            <ac:spMk id="10" creationId="{E03A9152-69B0-736A-2CFE-04A297940E6A}"/>
          </ac:spMkLst>
        </pc:spChg>
        <pc:spChg chg="add mod">
          <ac:chgData name="NIES HUI WEN" userId="3541b9e0-606d-4c51-a83e-60dbee75d3cd" providerId="ADAL" clId="{68E40442-FF07-2948-A89D-EA30AAB3E984}" dt="2025-01-03T08:00:02.828" v="260"/>
          <ac:spMkLst>
            <pc:docMk/>
            <pc:sldMk cId="2699332576" sldId="262"/>
            <ac:spMk id="12" creationId="{0566FBCA-D555-D9F0-4A91-F91F36E616CD}"/>
          </ac:spMkLst>
        </pc:spChg>
        <pc:spChg chg="mod">
          <ac:chgData name="NIES HUI WEN" userId="3541b9e0-606d-4c51-a83e-60dbee75d3cd" providerId="ADAL" clId="{68E40442-FF07-2948-A89D-EA30AAB3E984}" dt="2025-01-03T07:57:35.244" v="213" actId="20577"/>
          <ac:spMkLst>
            <pc:docMk/>
            <pc:sldMk cId="2699332576" sldId="262"/>
            <ac:spMk id="29" creationId="{B6E4D0E0-0363-7D00-9476-926580CC8B81}"/>
          </ac:spMkLst>
        </pc:spChg>
        <pc:spChg chg="mod">
          <ac:chgData name="NIES HUI WEN" userId="3541b9e0-606d-4c51-a83e-60dbee75d3cd" providerId="ADAL" clId="{68E40442-FF07-2948-A89D-EA30AAB3E984}" dt="2025-01-03T07:57:48.732" v="222" actId="1076"/>
          <ac:spMkLst>
            <pc:docMk/>
            <pc:sldMk cId="2699332576" sldId="262"/>
            <ac:spMk id="33" creationId="{9E4484E9-F589-F0D0-E711-BD1AD2477BB3}"/>
          </ac:spMkLst>
        </pc:spChg>
        <pc:spChg chg="mod">
          <ac:chgData name="NIES HUI WEN" userId="3541b9e0-606d-4c51-a83e-60dbee75d3cd" providerId="ADAL" clId="{68E40442-FF07-2948-A89D-EA30AAB3E984}" dt="2025-01-03T07:57:57.431" v="232" actId="20577"/>
          <ac:spMkLst>
            <pc:docMk/>
            <pc:sldMk cId="2699332576" sldId="262"/>
            <ac:spMk id="37" creationId="{A6B8D799-B9DD-C367-C39E-7D4C8AA8760C}"/>
          </ac:spMkLst>
        </pc:spChg>
        <pc:grpChg chg="del">
          <ac:chgData name="NIES HUI WEN" userId="3541b9e0-606d-4c51-a83e-60dbee75d3cd" providerId="ADAL" clId="{68E40442-FF07-2948-A89D-EA30AAB3E984}" dt="2025-01-03T07:58:02.718" v="233" actId="478"/>
          <ac:grpSpMkLst>
            <pc:docMk/>
            <pc:sldMk cId="2699332576" sldId="262"/>
            <ac:grpSpMk id="2" creationId="{E31933D3-F573-B1DE-109A-841063E04740}"/>
          </ac:grpSpMkLst>
        </pc:grpChg>
        <pc:grpChg chg="del">
          <ac:chgData name="NIES HUI WEN" userId="3541b9e0-606d-4c51-a83e-60dbee75d3cd" providerId="ADAL" clId="{68E40442-FF07-2948-A89D-EA30AAB3E984}" dt="2025-01-03T07:58:02.718" v="233" actId="478"/>
          <ac:grpSpMkLst>
            <pc:docMk/>
            <pc:sldMk cId="2699332576" sldId="262"/>
            <ac:grpSpMk id="6" creationId="{7DA178B5-9907-BB89-7B61-67BB8D645FB2}"/>
          </ac:grpSpMkLst>
        </pc:grpChg>
      </pc:sldChg>
      <pc:sldChg chg="delSp modSp add mod">
        <pc:chgData name="NIES HUI WEN" userId="3541b9e0-606d-4c51-a83e-60dbee75d3cd" providerId="ADAL" clId="{68E40442-FF07-2948-A89D-EA30AAB3E984}" dt="2025-01-04T12:52:09.449" v="268" actId="14100"/>
        <pc:sldMkLst>
          <pc:docMk/>
          <pc:sldMk cId="1692768377" sldId="263"/>
        </pc:sldMkLst>
        <pc:spChg chg="del">
          <ac:chgData name="NIES HUI WEN" userId="3541b9e0-606d-4c51-a83e-60dbee75d3cd" providerId="ADAL" clId="{68E40442-FF07-2948-A89D-EA30AAB3E984}" dt="2025-01-03T08:00:02.828" v="260"/>
          <ac:spMkLst>
            <pc:docMk/>
            <pc:sldMk cId="1692768377" sldId="263"/>
            <ac:spMk id="4" creationId="{18A13690-C4A0-49A1-9D45-56537B48C609}"/>
          </ac:spMkLst>
        </pc:spChg>
        <pc:spChg chg="del mod">
          <ac:chgData name="NIES HUI WEN" userId="3541b9e0-606d-4c51-a83e-60dbee75d3cd" providerId="ADAL" clId="{68E40442-FF07-2948-A89D-EA30AAB3E984}" dt="2025-01-03T08:00:02.828" v="260"/>
          <ac:spMkLst>
            <pc:docMk/>
            <pc:sldMk cId="1692768377" sldId="263"/>
            <ac:spMk id="6" creationId="{3E6E5EA0-6A9F-4493-8600-83274CB10853}"/>
          </ac:spMkLst>
        </pc:spChg>
        <pc:spChg chg="mod">
          <ac:chgData name="NIES HUI WEN" userId="3541b9e0-606d-4c51-a83e-60dbee75d3cd" providerId="ADAL" clId="{68E40442-FF07-2948-A89D-EA30AAB3E984}" dt="2025-01-04T12:52:09.449" v="268" actId="14100"/>
          <ac:spMkLst>
            <pc:docMk/>
            <pc:sldMk cId="1692768377" sldId="263"/>
            <ac:spMk id="7" creationId="{BF596016-3278-4FC0-9400-1172764CFC80}"/>
          </ac:spMkLst>
        </pc:spChg>
        <pc:spChg chg="mod">
          <ac:chgData name="NIES HUI WEN" userId="3541b9e0-606d-4c51-a83e-60dbee75d3cd" providerId="ADAL" clId="{68E40442-FF07-2948-A89D-EA30AAB3E984}" dt="2025-01-04T12:52:02.634" v="266" actId="1076"/>
          <ac:spMkLst>
            <pc:docMk/>
            <pc:sldMk cId="1692768377" sldId="263"/>
            <ac:spMk id="9" creationId="{ECF90403-6F7C-498F-BC30-AD96D858ECC3}"/>
          </ac:spMkLst>
        </pc:spChg>
        <pc:picChg chg="mod">
          <ac:chgData name="NIES HUI WEN" userId="3541b9e0-606d-4c51-a83e-60dbee75d3cd" providerId="ADAL" clId="{68E40442-FF07-2948-A89D-EA30AAB3E984}" dt="2025-01-04T12:52:05.011" v="267" actId="1076"/>
          <ac:picMkLst>
            <pc:docMk/>
            <pc:sldMk cId="1692768377" sldId="263"/>
            <ac:picMk id="8" creationId="{0850E4BD-1C0F-43F7-8F0B-59A02BFC49C9}"/>
          </ac:picMkLst>
        </pc:picChg>
      </pc:sldChg>
      <pc:sldChg chg="delSp modSp add ord">
        <pc:chgData name="NIES HUI WEN" userId="3541b9e0-606d-4c51-a83e-60dbee75d3cd" providerId="ADAL" clId="{68E40442-FF07-2948-A89D-EA30AAB3E984}" dt="2025-01-04T13:12:16.173" v="649" actId="20578"/>
        <pc:sldMkLst>
          <pc:docMk/>
          <pc:sldMk cId="1500812073" sldId="264"/>
        </pc:sldMkLst>
        <pc:spChg chg="del">
          <ac:chgData name="NIES HUI WEN" userId="3541b9e0-606d-4c51-a83e-60dbee75d3cd" providerId="ADAL" clId="{68E40442-FF07-2948-A89D-EA30AAB3E984}" dt="2025-01-03T08:00:02.828" v="260"/>
          <ac:spMkLst>
            <pc:docMk/>
            <pc:sldMk cId="1500812073" sldId="264"/>
            <ac:spMk id="4" creationId="{18A13690-C4A0-49A1-9D45-56537B48C609}"/>
          </ac:spMkLst>
        </pc:spChg>
        <pc:spChg chg="del mod">
          <ac:chgData name="NIES HUI WEN" userId="3541b9e0-606d-4c51-a83e-60dbee75d3cd" providerId="ADAL" clId="{68E40442-FF07-2948-A89D-EA30AAB3E984}" dt="2025-01-03T08:00:02.828" v="260"/>
          <ac:spMkLst>
            <pc:docMk/>
            <pc:sldMk cId="1500812073" sldId="264"/>
            <ac:spMk id="6" creationId="{3E6E5EA0-6A9F-4493-8600-83274CB10853}"/>
          </ac:spMkLst>
        </pc:spChg>
      </pc:sldChg>
      <pc:sldChg chg="delSp modSp add">
        <pc:chgData name="NIES HUI WEN" userId="3541b9e0-606d-4c51-a83e-60dbee75d3cd" providerId="ADAL" clId="{68E40442-FF07-2948-A89D-EA30AAB3E984}" dt="2025-01-03T08:00:02.828" v="260"/>
        <pc:sldMkLst>
          <pc:docMk/>
          <pc:sldMk cId="1006826664" sldId="265"/>
        </pc:sldMkLst>
        <pc:spChg chg="del">
          <ac:chgData name="NIES HUI WEN" userId="3541b9e0-606d-4c51-a83e-60dbee75d3cd" providerId="ADAL" clId="{68E40442-FF07-2948-A89D-EA30AAB3E984}" dt="2025-01-03T08:00:02.828" v="260"/>
          <ac:spMkLst>
            <pc:docMk/>
            <pc:sldMk cId="1006826664" sldId="265"/>
            <ac:spMk id="4" creationId="{8B20CD54-F05C-4339-B403-A6C6A1C42DC2}"/>
          </ac:spMkLst>
        </pc:spChg>
        <pc:spChg chg="del mod">
          <ac:chgData name="NIES HUI WEN" userId="3541b9e0-606d-4c51-a83e-60dbee75d3cd" providerId="ADAL" clId="{68E40442-FF07-2948-A89D-EA30AAB3E984}" dt="2025-01-03T08:00:02.828" v="260"/>
          <ac:spMkLst>
            <pc:docMk/>
            <pc:sldMk cId="1006826664" sldId="265"/>
            <ac:spMk id="6" creationId="{21631CF8-8692-4FAD-B15A-0B620F5748E5}"/>
          </ac:spMkLst>
        </pc:spChg>
      </pc:sldChg>
      <pc:sldChg chg="addSp delSp modSp add mod">
        <pc:chgData name="NIES HUI WEN" userId="3541b9e0-606d-4c51-a83e-60dbee75d3cd" providerId="ADAL" clId="{68E40442-FF07-2948-A89D-EA30AAB3E984}" dt="2025-01-04T13:16:54.635" v="664"/>
        <pc:sldMkLst>
          <pc:docMk/>
          <pc:sldMk cId="1623491767" sldId="266"/>
        </pc:sldMkLst>
        <pc:spChg chg="del">
          <ac:chgData name="NIES HUI WEN" userId="3541b9e0-606d-4c51-a83e-60dbee75d3cd" providerId="ADAL" clId="{68E40442-FF07-2948-A89D-EA30AAB3E984}" dt="2025-01-03T08:00:02.828" v="260"/>
          <ac:spMkLst>
            <pc:docMk/>
            <pc:sldMk cId="1623491767" sldId="266"/>
            <ac:spMk id="4" creationId="{18A13690-C4A0-49A1-9D45-56537B48C609}"/>
          </ac:spMkLst>
        </pc:spChg>
        <pc:spChg chg="del mod">
          <ac:chgData name="NIES HUI WEN" userId="3541b9e0-606d-4c51-a83e-60dbee75d3cd" providerId="ADAL" clId="{68E40442-FF07-2948-A89D-EA30AAB3E984}" dt="2025-01-03T08:00:02.828" v="260"/>
          <ac:spMkLst>
            <pc:docMk/>
            <pc:sldMk cId="1623491767" sldId="266"/>
            <ac:spMk id="6" creationId="{3E6E5EA0-6A9F-4493-8600-83274CB10853}"/>
          </ac:spMkLst>
        </pc:spChg>
        <pc:spChg chg="mod">
          <ac:chgData name="NIES HUI WEN" userId="3541b9e0-606d-4c51-a83e-60dbee75d3cd" providerId="ADAL" clId="{68E40442-FF07-2948-A89D-EA30AAB3E984}" dt="2025-01-04T13:12:05.846" v="647" actId="1076"/>
          <ac:spMkLst>
            <pc:docMk/>
            <pc:sldMk cId="1623491767" sldId="266"/>
            <ac:spMk id="7" creationId="{BF596016-3278-4FC0-9400-1172764CFC80}"/>
          </ac:spMkLst>
        </pc:spChg>
        <pc:spChg chg="add del mod">
          <ac:chgData name="NIES HUI WEN" userId="3541b9e0-606d-4c51-a83e-60dbee75d3cd" providerId="ADAL" clId="{68E40442-FF07-2948-A89D-EA30AAB3E984}" dt="2025-01-04T13:16:54.635" v="664"/>
          <ac:spMkLst>
            <pc:docMk/>
            <pc:sldMk cId="1623491767" sldId="266"/>
            <ac:spMk id="10" creationId="{7590BE36-41AE-8C31-A464-9370719F50B8}"/>
          </ac:spMkLst>
        </pc:spChg>
        <pc:picChg chg="mod">
          <ac:chgData name="NIES HUI WEN" userId="3541b9e0-606d-4c51-a83e-60dbee75d3cd" providerId="ADAL" clId="{68E40442-FF07-2948-A89D-EA30AAB3E984}" dt="2025-01-04T13:12:02.379" v="646" actId="1076"/>
          <ac:picMkLst>
            <pc:docMk/>
            <pc:sldMk cId="1623491767" sldId="266"/>
            <ac:picMk id="8" creationId="{02E96C4E-3410-4543-A31D-4985D69AB116}"/>
          </ac:picMkLst>
        </pc:picChg>
      </pc:sldChg>
      <pc:sldChg chg="addSp delSp modSp add mod">
        <pc:chgData name="NIES HUI WEN" userId="3541b9e0-606d-4c51-a83e-60dbee75d3cd" providerId="ADAL" clId="{68E40442-FF07-2948-A89D-EA30AAB3E984}" dt="2025-01-04T15:13:24.399" v="715"/>
        <pc:sldMkLst>
          <pc:docMk/>
          <pc:sldMk cId="3160410314" sldId="267"/>
        </pc:sldMkLst>
        <pc:spChg chg="del">
          <ac:chgData name="NIES HUI WEN" userId="3541b9e0-606d-4c51-a83e-60dbee75d3cd" providerId="ADAL" clId="{68E40442-FF07-2948-A89D-EA30AAB3E984}" dt="2025-01-03T08:00:02.828" v="260"/>
          <ac:spMkLst>
            <pc:docMk/>
            <pc:sldMk cId="3160410314" sldId="267"/>
            <ac:spMk id="4" creationId="{18A13690-C4A0-49A1-9D45-56537B48C609}"/>
          </ac:spMkLst>
        </pc:spChg>
        <pc:spChg chg="del mod">
          <ac:chgData name="NIES HUI WEN" userId="3541b9e0-606d-4c51-a83e-60dbee75d3cd" providerId="ADAL" clId="{68E40442-FF07-2948-A89D-EA30AAB3E984}" dt="2025-01-03T08:00:02.828" v="260"/>
          <ac:spMkLst>
            <pc:docMk/>
            <pc:sldMk cId="3160410314" sldId="267"/>
            <ac:spMk id="6" creationId="{3E6E5EA0-6A9F-4493-8600-83274CB10853}"/>
          </ac:spMkLst>
        </pc:spChg>
        <pc:spChg chg="mod">
          <ac:chgData name="NIES HUI WEN" userId="3541b9e0-606d-4c51-a83e-60dbee75d3cd" providerId="ADAL" clId="{68E40442-FF07-2948-A89D-EA30AAB3E984}" dt="2025-01-04T13:17:43.133" v="667" actId="20577"/>
          <ac:spMkLst>
            <pc:docMk/>
            <pc:sldMk cId="3160410314" sldId="267"/>
            <ac:spMk id="7" creationId="{BF596016-3278-4FC0-9400-1172764CFC80}"/>
          </ac:spMkLst>
        </pc:spChg>
        <pc:spChg chg="add del mod">
          <ac:chgData name="NIES HUI WEN" userId="3541b9e0-606d-4c51-a83e-60dbee75d3cd" providerId="ADAL" clId="{68E40442-FF07-2948-A89D-EA30AAB3E984}" dt="2025-01-04T15:13:24.399" v="715"/>
          <ac:spMkLst>
            <pc:docMk/>
            <pc:sldMk cId="3160410314" sldId="267"/>
            <ac:spMk id="8" creationId="{38BD271F-6FB8-2292-B82E-9612ACE79CEE}"/>
          </ac:spMkLst>
        </pc:spChg>
        <pc:spChg chg="mod">
          <ac:chgData name="NIES HUI WEN" userId="3541b9e0-606d-4c51-a83e-60dbee75d3cd" providerId="ADAL" clId="{68E40442-FF07-2948-A89D-EA30AAB3E984}" dt="2025-01-04T13:18:02.991" v="672" actId="1076"/>
          <ac:spMkLst>
            <pc:docMk/>
            <pc:sldMk cId="3160410314" sldId="267"/>
            <ac:spMk id="10" creationId="{097F91CD-2AF6-44F7-A61B-1AEB3B2EFCC0}"/>
          </ac:spMkLst>
        </pc:spChg>
        <pc:picChg chg="mod">
          <ac:chgData name="NIES HUI WEN" userId="3541b9e0-606d-4c51-a83e-60dbee75d3cd" providerId="ADAL" clId="{68E40442-FF07-2948-A89D-EA30AAB3E984}" dt="2025-01-04T13:17:01.475" v="665" actId="1076"/>
          <ac:picMkLst>
            <pc:docMk/>
            <pc:sldMk cId="3160410314" sldId="267"/>
            <ac:picMk id="11" creationId="{EA5AEBDA-7A06-43B4-8EF0-415CE779B7EE}"/>
          </ac:picMkLst>
        </pc:picChg>
      </pc:sldChg>
      <pc:sldChg chg="delSp modSp add">
        <pc:chgData name="NIES HUI WEN" userId="3541b9e0-606d-4c51-a83e-60dbee75d3cd" providerId="ADAL" clId="{68E40442-FF07-2948-A89D-EA30AAB3E984}" dt="2025-01-03T08:00:02.828" v="260"/>
        <pc:sldMkLst>
          <pc:docMk/>
          <pc:sldMk cId="2040514846" sldId="268"/>
        </pc:sldMkLst>
        <pc:spChg chg="del">
          <ac:chgData name="NIES HUI WEN" userId="3541b9e0-606d-4c51-a83e-60dbee75d3cd" providerId="ADAL" clId="{68E40442-FF07-2948-A89D-EA30AAB3E984}" dt="2025-01-03T08:00:02.828" v="260"/>
          <ac:spMkLst>
            <pc:docMk/>
            <pc:sldMk cId="2040514846" sldId="268"/>
            <ac:spMk id="4" creationId="{B9F818A8-188B-44D3-B2B9-E92FE3A0F21D}"/>
          </ac:spMkLst>
        </pc:spChg>
        <pc:spChg chg="del mod">
          <ac:chgData name="NIES HUI WEN" userId="3541b9e0-606d-4c51-a83e-60dbee75d3cd" providerId="ADAL" clId="{68E40442-FF07-2948-A89D-EA30AAB3E984}" dt="2025-01-03T08:00:02.828" v="260"/>
          <ac:spMkLst>
            <pc:docMk/>
            <pc:sldMk cId="2040514846" sldId="268"/>
            <ac:spMk id="6" creationId="{9F08585B-B121-4AB6-945C-DA431A7EA31F}"/>
          </ac:spMkLst>
        </pc:spChg>
      </pc:sldChg>
      <pc:sldChg chg="modSp del mod">
        <pc:chgData name="NIES HUI WEN" userId="3541b9e0-606d-4c51-a83e-60dbee75d3cd" providerId="ADAL" clId="{68E40442-FF07-2948-A89D-EA30AAB3E984}" dt="2025-01-03T07:59:32.991" v="256" actId="2696"/>
        <pc:sldMkLst>
          <pc:docMk/>
          <pc:sldMk cId="3185706956" sldId="268"/>
        </pc:sldMkLst>
        <pc:spChg chg="mod">
          <ac:chgData name="NIES HUI WEN" userId="3541b9e0-606d-4c51-a83e-60dbee75d3cd" providerId="ADAL" clId="{68E40442-FF07-2948-A89D-EA30AAB3E984}" dt="2025-01-03T07:59:17.058" v="255" actId="113"/>
          <ac:spMkLst>
            <pc:docMk/>
            <pc:sldMk cId="3185706956" sldId="268"/>
            <ac:spMk id="2" creationId="{1D6F0991-BD72-5567-C1A9-171C243F52DB}"/>
          </ac:spMkLst>
        </pc:spChg>
        <pc:spChg chg="mod">
          <ac:chgData name="NIES HUI WEN" userId="3541b9e0-606d-4c51-a83e-60dbee75d3cd" providerId="ADAL" clId="{68E40442-FF07-2948-A89D-EA30AAB3E984}" dt="2025-01-03T07:58:48.173" v="241" actId="14100"/>
          <ac:spMkLst>
            <pc:docMk/>
            <pc:sldMk cId="3185706956" sldId="268"/>
            <ac:spMk id="3" creationId="{42337C4D-15EF-7004-5D2D-86CD15812424}"/>
          </ac:spMkLst>
        </pc:spChg>
      </pc:sldChg>
      <pc:sldChg chg="delSp modSp add">
        <pc:chgData name="NIES HUI WEN" userId="3541b9e0-606d-4c51-a83e-60dbee75d3cd" providerId="ADAL" clId="{68E40442-FF07-2948-A89D-EA30AAB3E984}" dt="2025-01-03T08:00:02.828" v="260"/>
        <pc:sldMkLst>
          <pc:docMk/>
          <pc:sldMk cId="2282745429" sldId="269"/>
        </pc:sldMkLst>
        <pc:spChg chg="del">
          <ac:chgData name="NIES HUI WEN" userId="3541b9e0-606d-4c51-a83e-60dbee75d3cd" providerId="ADAL" clId="{68E40442-FF07-2948-A89D-EA30AAB3E984}" dt="2025-01-03T08:00:02.828" v="260"/>
          <ac:spMkLst>
            <pc:docMk/>
            <pc:sldMk cId="2282745429" sldId="269"/>
            <ac:spMk id="4" creationId="{D12A1A3A-1DEA-45AF-A3D8-0690BCF46B8D}"/>
          </ac:spMkLst>
        </pc:spChg>
        <pc:spChg chg="del mod">
          <ac:chgData name="NIES HUI WEN" userId="3541b9e0-606d-4c51-a83e-60dbee75d3cd" providerId="ADAL" clId="{68E40442-FF07-2948-A89D-EA30AAB3E984}" dt="2025-01-03T08:00:02.828" v="260"/>
          <ac:spMkLst>
            <pc:docMk/>
            <pc:sldMk cId="2282745429" sldId="269"/>
            <ac:spMk id="6" creationId="{2CC2F0AC-C9C0-48E5-A7C8-DD575BCEF0B2}"/>
          </ac:spMkLst>
        </pc:spChg>
      </pc:sldChg>
      <pc:sldChg chg="addSp delSp modSp add mod">
        <pc:chgData name="NIES HUI WEN" userId="3541b9e0-606d-4c51-a83e-60dbee75d3cd" providerId="ADAL" clId="{68E40442-FF07-2948-A89D-EA30AAB3E984}" dt="2025-01-04T15:13:52.078" v="719"/>
        <pc:sldMkLst>
          <pc:docMk/>
          <pc:sldMk cId="684450664" sldId="270"/>
        </pc:sldMkLst>
        <pc:spChg chg="del">
          <ac:chgData name="NIES HUI WEN" userId="3541b9e0-606d-4c51-a83e-60dbee75d3cd" providerId="ADAL" clId="{68E40442-FF07-2948-A89D-EA30AAB3E984}" dt="2025-01-03T08:00:02.828" v="260"/>
          <ac:spMkLst>
            <pc:docMk/>
            <pc:sldMk cId="684450664" sldId="270"/>
            <ac:spMk id="4" creationId="{D1C3E254-CEFD-4211-B9FF-C84B7F8782A5}"/>
          </ac:spMkLst>
        </pc:spChg>
        <pc:spChg chg="del mod">
          <ac:chgData name="NIES HUI WEN" userId="3541b9e0-606d-4c51-a83e-60dbee75d3cd" providerId="ADAL" clId="{68E40442-FF07-2948-A89D-EA30AAB3E984}" dt="2025-01-03T08:00:02.828" v="260"/>
          <ac:spMkLst>
            <pc:docMk/>
            <pc:sldMk cId="684450664" sldId="270"/>
            <ac:spMk id="6" creationId="{2AB3E67D-2FFF-44BC-8EF0-EC67BB944082}"/>
          </ac:spMkLst>
        </pc:spChg>
        <pc:spChg chg="add del mod">
          <ac:chgData name="NIES HUI WEN" userId="3541b9e0-606d-4c51-a83e-60dbee75d3cd" providerId="ADAL" clId="{68E40442-FF07-2948-A89D-EA30AAB3E984}" dt="2025-01-04T15:13:52.078" v="719"/>
          <ac:spMkLst>
            <pc:docMk/>
            <pc:sldMk cId="684450664" sldId="270"/>
            <ac:spMk id="9" creationId="{F6DE7A61-367E-AC3E-A857-1C9ACC39A509}"/>
          </ac:spMkLst>
        </pc:spChg>
      </pc:sldChg>
      <pc:sldChg chg="delSp modSp add mod">
        <pc:chgData name="NIES HUI WEN" userId="3541b9e0-606d-4c51-a83e-60dbee75d3cd" providerId="ADAL" clId="{68E40442-FF07-2948-A89D-EA30AAB3E984}" dt="2025-01-04T13:28:24.973" v="690" actId="1076"/>
        <pc:sldMkLst>
          <pc:docMk/>
          <pc:sldMk cId="171692358" sldId="271"/>
        </pc:sldMkLst>
        <pc:spChg chg="del">
          <ac:chgData name="NIES HUI WEN" userId="3541b9e0-606d-4c51-a83e-60dbee75d3cd" providerId="ADAL" clId="{68E40442-FF07-2948-A89D-EA30AAB3E984}" dt="2025-01-03T08:00:02.828" v="260"/>
          <ac:spMkLst>
            <pc:docMk/>
            <pc:sldMk cId="171692358" sldId="271"/>
            <ac:spMk id="4" creationId="{63593D03-CDE6-4C20-8C37-366E1A247154}"/>
          </ac:spMkLst>
        </pc:spChg>
        <pc:spChg chg="del mod">
          <ac:chgData name="NIES HUI WEN" userId="3541b9e0-606d-4c51-a83e-60dbee75d3cd" providerId="ADAL" clId="{68E40442-FF07-2948-A89D-EA30AAB3E984}" dt="2025-01-03T08:00:02.828" v="260"/>
          <ac:spMkLst>
            <pc:docMk/>
            <pc:sldMk cId="171692358" sldId="271"/>
            <ac:spMk id="6" creationId="{1A2879A5-DB69-43FB-9BBA-976EF7FA425F}"/>
          </ac:spMkLst>
        </pc:spChg>
        <pc:spChg chg="mod">
          <ac:chgData name="NIES HUI WEN" userId="3541b9e0-606d-4c51-a83e-60dbee75d3cd" providerId="ADAL" clId="{68E40442-FF07-2948-A89D-EA30AAB3E984}" dt="2025-01-04T13:28:24.973" v="690" actId="1076"/>
          <ac:spMkLst>
            <pc:docMk/>
            <pc:sldMk cId="171692358" sldId="271"/>
            <ac:spMk id="7" creationId="{C32480CF-FD1D-49BE-9B10-8EC4F897EED3}"/>
          </ac:spMkLst>
        </pc:spChg>
        <pc:picChg chg="mod">
          <ac:chgData name="NIES HUI WEN" userId="3541b9e0-606d-4c51-a83e-60dbee75d3cd" providerId="ADAL" clId="{68E40442-FF07-2948-A89D-EA30AAB3E984}" dt="2025-01-04T13:28:21.305" v="689" actId="1076"/>
          <ac:picMkLst>
            <pc:docMk/>
            <pc:sldMk cId="171692358" sldId="271"/>
            <ac:picMk id="8" creationId="{5A0E8BCC-71F1-4079-ADBA-C2A9AC91C792}"/>
          </ac:picMkLst>
        </pc:picChg>
      </pc:sldChg>
      <pc:sldChg chg="delSp modSp add mod">
        <pc:chgData name="NIES HUI WEN" userId="3541b9e0-606d-4c51-a83e-60dbee75d3cd" providerId="ADAL" clId="{68E40442-FF07-2948-A89D-EA30AAB3E984}" dt="2025-01-04T13:28:43.785" v="692" actId="1076"/>
        <pc:sldMkLst>
          <pc:docMk/>
          <pc:sldMk cId="1537253339" sldId="272"/>
        </pc:sldMkLst>
        <pc:spChg chg="del">
          <ac:chgData name="NIES HUI WEN" userId="3541b9e0-606d-4c51-a83e-60dbee75d3cd" providerId="ADAL" clId="{68E40442-FF07-2948-A89D-EA30AAB3E984}" dt="2025-01-03T08:00:02.828" v="260"/>
          <ac:spMkLst>
            <pc:docMk/>
            <pc:sldMk cId="1537253339" sldId="272"/>
            <ac:spMk id="4" creationId="{63593D03-CDE6-4C20-8C37-366E1A247154}"/>
          </ac:spMkLst>
        </pc:spChg>
        <pc:spChg chg="del mod">
          <ac:chgData name="NIES HUI WEN" userId="3541b9e0-606d-4c51-a83e-60dbee75d3cd" providerId="ADAL" clId="{68E40442-FF07-2948-A89D-EA30AAB3E984}" dt="2025-01-03T08:00:02.828" v="260"/>
          <ac:spMkLst>
            <pc:docMk/>
            <pc:sldMk cId="1537253339" sldId="272"/>
            <ac:spMk id="6" creationId="{1A2879A5-DB69-43FB-9BBA-976EF7FA425F}"/>
          </ac:spMkLst>
        </pc:spChg>
        <pc:spChg chg="mod">
          <ac:chgData name="NIES HUI WEN" userId="3541b9e0-606d-4c51-a83e-60dbee75d3cd" providerId="ADAL" clId="{68E40442-FF07-2948-A89D-EA30AAB3E984}" dt="2025-01-04T13:28:43.785" v="692" actId="1076"/>
          <ac:spMkLst>
            <pc:docMk/>
            <pc:sldMk cId="1537253339" sldId="272"/>
            <ac:spMk id="7" creationId="{C32480CF-FD1D-49BE-9B10-8EC4F897EED3}"/>
          </ac:spMkLst>
        </pc:spChg>
        <pc:picChg chg="mod">
          <ac:chgData name="NIES HUI WEN" userId="3541b9e0-606d-4c51-a83e-60dbee75d3cd" providerId="ADAL" clId="{68E40442-FF07-2948-A89D-EA30AAB3E984}" dt="2025-01-04T13:28:41.625" v="691" actId="1076"/>
          <ac:picMkLst>
            <pc:docMk/>
            <pc:sldMk cId="1537253339" sldId="272"/>
            <ac:picMk id="9" creationId="{C33DB80F-9538-4745-AEEE-B2A58D635972}"/>
          </ac:picMkLst>
        </pc:picChg>
      </pc:sldChg>
      <pc:sldChg chg="delSp modSp add">
        <pc:chgData name="NIES HUI WEN" userId="3541b9e0-606d-4c51-a83e-60dbee75d3cd" providerId="ADAL" clId="{68E40442-FF07-2948-A89D-EA30AAB3E984}" dt="2025-01-03T08:00:02.828" v="260"/>
        <pc:sldMkLst>
          <pc:docMk/>
          <pc:sldMk cId="2030604608" sldId="273"/>
        </pc:sldMkLst>
        <pc:spChg chg="del">
          <ac:chgData name="NIES HUI WEN" userId="3541b9e0-606d-4c51-a83e-60dbee75d3cd" providerId="ADAL" clId="{68E40442-FF07-2948-A89D-EA30AAB3E984}" dt="2025-01-03T08:00:02.828" v="260"/>
          <ac:spMkLst>
            <pc:docMk/>
            <pc:sldMk cId="2030604608" sldId="273"/>
            <ac:spMk id="4" creationId="{63593D03-CDE6-4C20-8C37-366E1A247154}"/>
          </ac:spMkLst>
        </pc:spChg>
        <pc:spChg chg="del mod">
          <ac:chgData name="NIES HUI WEN" userId="3541b9e0-606d-4c51-a83e-60dbee75d3cd" providerId="ADAL" clId="{68E40442-FF07-2948-A89D-EA30AAB3E984}" dt="2025-01-03T08:00:02.828" v="260"/>
          <ac:spMkLst>
            <pc:docMk/>
            <pc:sldMk cId="2030604608" sldId="273"/>
            <ac:spMk id="6" creationId="{1A2879A5-DB69-43FB-9BBA-976EF7FA425F}"/>
          </ac:spMkLst>
        </pc:spChg>
      </pc:sldChg>
      <pc:sldChg chg="delSp modSp add">
        <pc:chgData name="NIES HUI WEN" userId="3541b9e0-606d-4c51-a83e-60dbee75d3cd" providerId="ADAL" clId="{68E40442-FF07-2948-A89D-EA30AAB3E984}" dt="2025-01-03T08:00:02.828" v="260"/>
        <pc:sldMkLst>
          <pc:docMk/>
          <pc:sldMk cId="434019330" sldId="274"/>
        </pc:sldMkLst>
        <pc:spChg chg="del">
          <ac:chgData name="NIES HUI WEN" userId="3541b9e0-606d-4c51-a83e-60dbee75d3cd" providerId="ADAL" clId="{68E40442-FF07-2948-A89D-EA30AAB3E984}" dt="2025-01-03T08:00:02.828" v="260"/>
          <ac:spMkLst>
            <pc:docMk/>
            <pc:sldMk cId="434019330" sldId="274"/>
            <ac:spMk id="4" creationId="{43C60675-8022-4E2A-B8E8-305B8593C317}"/>
          </ac:spMkLst>
        </pc:spChg>
        <pc:spChg chg="del mod">
          <ac:chgData name="NIES HUI WEN" userId="3541b9e0-606d-4c51-a83e-60dbee75d3cd" providerId="ADAL" clId="{68E40442-FF07-2948-A89D-EA30AAB3E984}" dt="2025-01-03T08:00:02.828" v="260"/>
          <ac:spMkLst>
            <pc:docMk/>
            <pc:sldMk cId="434019330" sldId="274"/>
            <ac:spMk id="6" creationId="{500D56C9-1468-4CA7-9DD4-9843555CE052}"/>
          </ac:spMkLst>
        </pc:spChg>
      </pc:sldChg>
      <pc:sldChg chg="addSp delSp modSp mod">
        <pc:chgData name="NIES HUI WEN" userId="3541b9e0-606d-4c51-a83e-60dbee75d3cd" providerId="ADAL" clId="{68E40442-FF07-2948-A89D-EA30AAB3E984}" dt="2025-01-03T08:00:02.828" v="260"/>
        <pc:sldMkLst>
          <pc:docMk/>
          <pc:sldMk cId="793206217" sldId="275"/>
        </pc:sldMkLst>
        <pc:spChg chg="add mod">
          <ac:chgData name="NIES HUI WEN" userId="3541b9e0-606d-4c51-a83e-60dbee75d3cd" providerId="ADAL" clId="{68E40442-FF07-2948-A89D-EA30AAB3E984}" dt="2025-01-03T08:00:02.828" v="260"/>
          <ac:spMkLst>
            <pc:docMk/>
            <pc:sldMk cId="793206217" sldId="275"/>
            <ac:spMk id="4" creationId="{281E6849-BEAF-7B30-8539-079275E09D9F}"/>
          </ac:spMkLst>
        </pc:spChg>
        <pc:spChg chg="del">
          <ac:chgData name="NIES HUI WEN" userId="3541b9e0-606d-4c51-a83e-60dbee75d3cd" providerId="ADAL" clId="{68E40442-FF07-2948-A89D-EA30AAB3E984}" dt="2025-01-03T07:47:37.759" v="25" actId="478"/>
          <ac:spMkLst>
            <pc:docMk/>
            <pc:sldMk cId="793206217" sldId="275"/>
            <ac:spMk id="13" creationId="{2F0FB714-3007-23C8-9764-E8C7159E2C4E}"/>
          </ac:spMkLst>
        </pc:spChg>
        <pc:spChg chg="mod">
          <ac:chgData name="NIES HUI WEN" userId="3541b9e0-606d-4c51-a83e-60dbee75d3cd" providerId="ADAL" clId="{68E40442-FF07-2948-A89D-EA30AAB3E984}" dt="2025-01-03T07:48:05.177" v="43" actId="20577"/>
          <ac:spMkLst>
            <pc:docMk/>
            <pc:sldMk cId="793206217" sldId="275"/>
            <ac:spMk id="14" creationId="{1C8EDED6-5A04-187B-A687-9F2524E0180E}"/>
          </ac:spMkLst>
        </pc:spChg>
        <pc:spChg chg="mod">
          <ac:chgData name="NIES HUI WEN" userId="3541b9e0-606d-4c51-a83e-60dbee75d3cd" providerId="ADAL" clId="{68E40442-FF07-2948-A89D-EA30AAB3E984}" dt="2025-01-03T07:51:19.131" v="44" actId="1076"/>
          <ac:spMkLst>
            <pc:docMk/>
            <pc:sldMk cId="793206217" sldId="275"/>
            <ac:spMk id="15" creationId="{06D76F8F-9451-9946-9AC6-6A4DC9337D85}"/>
          </ac:spMkLst>
        </pc:spChg>
        <pc:spChg chg="mod">
          <ac:chgData name="NIES HUI WEN" userId="3541b9e0-606d-4c51-a83e-60dbee75d3cd" providerId="ADAL" clId="{68E40442-FF07-2948-A89D-EA30AAB3E984}" dt="2025-01-03T07:47:49.234" v="28" actId="1076"/>
          <ac:spMkLst>
            <pc:docMk/>
            <pc:sldMk cId="793206217" sldId="275"/>
            <ac:spMk id="16" creationId="{929E73F1-1DD6-8DC9-0B8E-AD1B04B34741}"/>
          </ac:spMkLst>
        </pc:spChg>
        <pc:spChg chg="mod">
          <ac:chgData name="NIES HUI WEN" userId="3541b9e0-606d-4c51-a83e-60dbee75d3cd" providerId="ADAL" clId="{68E40442-FF07-2948-A89D-EA30AAB3E984}" dt="2025-01-03T07:54:44.332" v="61" actId="20577"/>
          <ac:spMkLst>
            <pc:docMk/>
            <pc:sldMk cId="793206217" sldId="275"/>
            <ac:spMk id="22" creationId="{8568B624-1F62-97ED-C328-D9F20C650282}"/>
          </ac:spMkLst>
        </pc:spChg>
        <pc:spChg chg="mod">
          <ac:chgData name="NIES HUI WEN" userId="3541b9e0-606d-4c51-a83e-60dbee75d3cd" providerId="ADAL" clId="{68E40442-FF07-2948-A89D-EA30AAB3E984}" dt="2025-01-03T07:54:40.443" v="60" actId="1076"/>
          <ac:spMkLst>
            <pc:docMk/>
            <pc:sldMk cId="793206217" sldId="275"/>
            <ac:spMk id="23" creationId="{32C9E1B7-E84D-CFFF-E5B9-40004CBFE476}"/>
          </ac:spMkLst>
        </pc:spChg>
        <pc:spChg chg="mod">
          <ac:chgData name="NIES HUI WEN" userId="3541b9e0-606d-4c51-a83e-60dbee75d3cd" providerId="ADAL" clId="{68E40442-FF07-2948-A89D-EA30AAB3E984}" dt="2025-01-03T07:54:47.992" v="62" actId="20577"/>
          <ac:spMkLst>
            <pc:docMk/>
            <pc:sldMk cId="793206217" sldId="275"/>
            <ac:spMk id="27" creationId="{4DB3C0A5-4666-F0C1-FC3F-BAD05E7E35A8}"/>
          </ac:spMkLst>
        </pc:spChg>
        <pc:spChg chg="mod">
          <ac:chgData name="NIES HUI WEN" userId="3541b9e0-606d-4c51-a83e-60dbee75d3cd" providerId="ADAL" clId="{68E40442-FF07-2948-A89D-EA30AAB3E984}" dt="2025-01-03T07:55:44.628" v="118" actId="1076"/>
          <ac:spMkLst>
            <pc:docMk/>
            <pc:sldMk cId="793206217" sldId="275"/>
            <ac:spMk id="28" creationId="{B251F453-C9ED-7148-FA7B-213C2A2B0E76}"/>
          </ac:spMkLst>
        </pc:spChg>
        <pc:spChg chg="mod">
          <ac:chgData name="NIES HUI WEN" userId="3541b9e0-606d-4c51-a83e-60dbee75d3cd" providerId="ADAL" clId="{68E40442-FF07-2948-A89D-EA30AAB3E984}" dt="2025-01-03T07:55:50.214" v="119" actId="20577"/>
          <ac:spMkLst>
            <pc:docMk/>
            <pc:sldMk cId="793206217" sldId="275"/>
            <ac:spMk id="31" creationId="{9479A75C-6D43-360E-7ADC-66AC01E35117}"/>
          </ac:spMkLst>
        </pc:spChg>
        <pc:spChg chg="mod">
          <ac:chgData name="NIES HUI WEN" userId="3541b9e0-606d-4c51-a83e-60dbee75d3cd" providerId="ADAL" clId="{68E40442-FF07-2948-A89D-EA30AAB3E984}" dt="2025-01-03T07:56:50.900" v="189" actId="1076"/>
          <ac:spMkLst>
            <pc:docMk/>
            <pc:sldMk cId="793206217" sldId="275"/>
            <ac:spMk id="32" creationId="{CA5ACF9B-94E0-C8EA-A24E-D98A00EB4FFB}"/>
          </ac:spMkLst>
        </pc:spChg>
      </pc:sldChg>
      <pc:sldChg chg="delSp modSp add">
        <pc:chgData name="NIES HUI WEN" userId="3541b9e0-606d-4c51-a83e-60dbee75d3cd" providerId="ADAL" clId="{68E40442-FF07-2948-A89D-EA30AAB3E984}" dt="2025-01-03T08:00:02.828" v="260"/>
        <pc:sldMkLst>
          <pc:docMk/>
          <pc:sldMk cId="1862894522" sldId="276"/>
        </pc:sldMkLst>
        <pc:spChg chg="del">
          <ac:chgData name="NIES HUI WEN" userId="3541b9e0-606d-4c51-a83e-60dbee75d3cd" providerId="ADAL" clId="{68E40442-FF07-2948-A89D-EA30AAB3E984}" dt="2025-01-03T08:00:02.828" v="260"/>
          <ac:spMkLst>
            <pc:docMk/>
            <pc:sldMk cId="1862894522" sldId="276"/>
            <ac:spMk id="4" creationId="{C192ED51-2E26-4B25-BF28-F78FE2B78C63}"/>
          </ac:spMkLst>
        </pc:spChg>
        <pc:spChg chg="del mod">
          <ac:chgData name="NIES HUI WEN" userId="3541b9e0-606d-4c51-a83e-60dbee75d3cd" providerId="ADAL" clId="{68E40442-FF07-2948-A89D-EA30AAB3E984}" dt="2025-01-03T08:00:02.828" v="260"/>
          <ac:spMkLst>
            <pc:docMk/>
            <pc:sldMk cId="1862894522" sldId="276"/>
            <ac:spMk id="6" creationId="{269A37CD-2CEB-4403-9B24-FD6249E49DCA}"/>
          </ac:spMkLst>
        </pc:spChg>
      </pc:sldChg>
      <pc:sldChg chg="delSp modSp add mod">
        <pc:chgData name="NIES HUI WEN" userId="3541b9e0-606d-4c51-a83e-60dbee75d3cd" providerId="ADAL" clId="{68E40442-FF07-2948-A89D-EA30AAB3E984}" dt="2025-01-04T15:18:34.761" v="729" actId="207"/>
        <pc:sldMkLst>
          <pc:docMk/>
          <pc:sldMk cId="3969875104" sldId="277"/>
        </pc:sldMkLst>
        <pc:spChg chg="del">
          <ac:chgData name="NIES HUI WEN" userId="3541b9e0-606d-4c51-a83e-60dbee75d3cd" providerId="ADAL" clId="{68E40442-FF07-2948-A89D-EA30AAB3E984}" dt="2025-01-03T08:00:02.828" v="260"/>
          <ac:spMkLst>
            <pc:docMk/>
            <pc:sldMk cId="3969875104" sldId="277"/>
            <ac:spMk id="4" creationId="{B7964559-88EA-4F40-BC8E-ADAE6264BD8B}"/>
          </ac:spMkLst>
        </pc:spChg>
        <pc:spChg chg="del mod">
          <ac:chgData name="NIES HUI WEN" userId="3541b9e0-606d-4c51-a83e-60dbee75d3cd" providerId="ADAL" clId="{68E40442-FF07-2948-A89D-EA30AAB3E984}" dt="2025-01-03T08:00:02.828" v="260"/>
          <ac:spMkLst>
            <pc:docMk/>
            <pc:sldMk cId="3969875104" sldId="277"/>
            <ac:spMk id="6" creationId="{A7E06A75-D1C8-45FC-9250-98A353582BAD}"/>
          </ac:spMkLst>
        </pc:spChg>
        <pc:spChg chg="mod">
          <ac:chgData name="NIES HUI WEN" userId="3541b9e0-606d-4c51-a83e-60dbee75d3cd" providerId="ADAL" clId="{68E40442-FF07-2948-A89D-EA30AAB3E984}" dt="2025-01-04T15:18:34.761" v="729" actId="207"/>
          <ac:spMkLst>
            <pc:docMk/>
            <pc:sldMk cId="3969875104" sldId="277"/>
            <ac:spMk id="7" creationId="{E55F89E3-6197-4D08-B7FC-4CDB545DFF5B}"/>
          </ac:spMkLst>
        </pc:spChg>
        <pc:picChg chg="mod">
          <ac:chgData name="NIES HUI WEN" userId="3541b9e0-606d-4c51-a83e-60dbee75d3cd" providerId="ADAL" clId="{68E40442-FF07-2948-A89D-EA30AAB3E984}" dt="2025-01-04T15:14:27.015" v="720" actId="1076"/>
          <ac:picMkLst>
            <pc:docMk/>
            <pc:sldMk cId="3969875104" sldId="277"/>
            <ac:picMk id="8" creationId="{22F56998-4719-467A-B5EA-BA7D3717D977}"/>
          </ac:picMkLst>
        </pc:picChg>
      </pc:sldChg>
      <pc:sldChg chg="delSp modSp add mod">
        <pc:chgData name="NIES HUI WEN" userId="3541b9e0-606d-4c51-a83e-60dbee75d3cd" providerId="ADAL" clId="{68E40442-FF07-2948-A89D-EA30AAB3E984}" dt="2025-01-04T15:15:14.439" v="726" actId="1076"/>
        <pc:sldMkLst>
          <pc:docMk/>
          <pc:sldMk cId="3565693545" sldId="278"/>
        </pc:sldMkLst>
        <pc:spChg chg="del">
          <ac:chgData name="NIES HUI WEN" userId="3541b9e0-606d-4c51-a83e-60dbee75d3cd" providerId="ADAL" clId="{68E40442-FF07-2948-A89D-EA30AAB3E984}" dt="2025-01-03T08:00:02.828" v="260"/>
          <ac:spMkLst>
            <pc:docMk/>
            <pc:sldMk cId="3565693545" sldId="278"/>
            <ac:spMk id="4" creationId="{D4A91717-3022-4B99-BF9D-7FC2F718DEBB}"/>
          </ac:spMkLst>
        </pc:spChg>
        <pc:spChg chg="del mod">
          <ac:chgData name="NIES HUI WEN" userId="3541b9e0-606d-4c51-a83e-60dbee75d3cd" providerId="ADAL" clId="{68E40442-FF07-2948-A89D-EA30AAB3E984}" dt="2025-01-03T08:00:02.828" v="260"/>
          <ac:spMkLst>
            <pc:docMk/>
            <pc:sldMk cId="3565693545" sldId="278"/>
            <ac:spMk id="6" creationId="{EBA59DCC-5031-4052-B355-B9A36602990D}"/>
          </ac:spMkLst>
        </pc:spChg>
        <pc:spChg chg="mod">
          <ac:chgData name="NIES HUI WEN" userId="3541b9e0-606d-4c51-a83e-60dbee75d3cd" providerId="ADAL" clId="{68E40442-FF07-2948-A89D-EA30AAB3E984}" dt="2025-01-04T15:15:14.439" v="726" actId="1076"/>
          <ac:spMkLst>
            <pc:docMk/>
            <pc:sldMk cId="3565693545" sldId="278"/>
            <ac:spMk id="7" creationId="{99686FD5-CFD0-4926-A9A2-0CF744E0EA4B}"/>
          </ac:spMkLst>
        </pc:spChg>
        <pc:picChg chg="mod">
          <ac:chgData name="NIES HUI WEN" userId="3541b9e0-606d-4c51-a83e-60dbee75d3cd" providerId="ADAL" clId="{68E40442-FF07-2948-A89D-EA30AAB3E984}" dt="2025-01-04T15:15:12.563" v="725" actId="1076"/>
          <ac:picMkLst>
            <pc:docMk/>
            <pc:sldMk cId="3565693545" sldId="278"/>
            <ac:picMk id="8" creationId="{983DDC34-C301-43A0-B294-DBB3BF71634B}"/>
          </ac:picMkLst>
        </pc:picChg>
      </pc:sldChg>
      <pc:sldChg chg="delSp modSp add">
        <pc:chgData name="NIES HUI WEN" userId="3541b9e0-606d-4c51-a83e-60dbee75d3cd" providerId="ADAL" clId="{68E40442-FF07-2948-A89D-EA30AAB3E984}" dt="2025-01-03T08:00:02.828" v="260"/>
        <pc:sldMkLst>
          <pc:docMk/>
          <pc:sldMk cId="1305892040" sldId="279"/>
        </pc:sldMkLst>
        <pc:spChg chg="del">
          <ac:chgData name="NIES HUI WEN" userId="3541b9e0-606d-4c51-a83e-60dbee75d3cd" providerId="ADAL" clId="{68E40442-FF07-2948-A89D-EA30AAB3E984}" dt="2025-01-03T08:00:02.828" v="260"/>
          <ac:spMkLst>
            <pc:docMk/>
            <pc:sldMk cId="1305892040" sldId="279"/>
            <ac:spMk id="4" creationId="{6EFB2547-9F2F-4C24-B95E-2721D9414C4C}"/>
          </ac:spMkLst>
        </pc:spChg>
        <pc:spChg chg="del mod">
          <ac:chgData name="NIES HUI WEN" userId="3541b9e0-606d-4c51-a83e-60dbee75d3cd" providerId="ADAL" clId="{68E40442-FF07-2948-A89D-EA30AAB3E984}" dt="2025-01-03T08:00:02.828" v="260"/>
          <ac:spMkLst>
            <pc:docMk/>
            <pc:sldMk cId="1305892040" sldId="279"/>
            <ac:spMk id="6" creationId="{0BE5B4BB-905D-43E0-8B74-E3790B677C23}"/>
          </ac:spMkLst>
        </pc:spChg>
      </pc:sldChg>
      <pc:sldChg chg="addSp delSp modSp add mod modNotesTx">
        <pc:chgData name="NIES HUI WEN" userId="3541b9e0-606d-4c51-a83e-60dbee75d3cd" providerId="ADAL" clId="{68E40442-FF07-2948-A89D-EA30AAB3E984}" dt="2025-01-04T15:24:09.229" v="778" actId="9405"/>
        <pc:sldMkLst>
          <pc:docMk/>
          <pc:sldMk cId="3953095509" sldId="280"/>
        </pc:sldMkLst>
        <pc:spChg chg="del">
          <ac:chgData name="NIES HUI WEN" userId="3541b9e0-606d-4c51-a83e-60dbee75d3cd" providerId="ADAL" clId="{68E40442-FF07-2948-A89D-EA30AAB3E984}" dt="2025-01-03T08:00:02.828" v="260"/>
          <ac:spMkLst>
            <pc:docMk/>
            <pc:sldMk cId="3953095509" sldId="280"/>
            <ac:spMk id="4" creationId="{30AD350F-A089-4C0F-B3B3-FA0F9B3035AB}"/>
          </ac:spMkLst>
        </pc:spChg>
        <pc:spChg chg="del mod">
          <ac:chgData name="NIES HUI WEN" userId="3541b9e0-606d-4c51-a83e-60dbee75d3cd" providerId="ADAL" clId="{68E40442-FF07-2948-A89D-EA30AAB3E984}" dt="2025-01-03T08:00:02.828" v="260"/>
          <ac:spMkLst>
            <pc:docMk/>
            <pc:sldMk cId="3953095509" sldId="280"/>
            <ac:spMk id="6" creationId="{4EA26844-482E-47A3-A362-D544177A655F}"/>
          </ac:spMkLst>
        </pc:spChg>
        <pc:grpChg chg="del mod">
          <ac:chgData name="NIES HUI WEN" userId="3541b9e0-606d-4c51-a83e-60dbee75d3cd" providerId="ADAL" clId="{68E40442-FF07-2948-A89D-EA30AAB3E984}" dt="2025-01-04T15:24:06.866" v="777"/>
          <ac:grpSpMkLst>
            <pc:docMk/>
            <pc:sldMk cId="3953095509" sldId="280"/>
            <ac:grpSpMk id="11" creationId="{DD842226-FE3D-2433-FCDA-4CD6073D5124}"/>
          </ac:grpSpMkLst>
        </pc:grpChg>
        <pc:grpChg chg="mod">
          <ac:chgData name="NIES HUI WEN" userId="3541b9e0-606d-4c51-a83e-60dbee75d3cd" providerId="ADAL" clId="{68E40442-FF07-2948-A89D-EA30AAB3E984}" dt="2025-01-04T15:24:06.866" v="777"/>
          <ac:grpSpMkLst>
            <pc:docMk/>
            <pc:sldMk cId="3953095509" sldId="280"/>
            <ac:grpSpMk id="12" creationId="{C6181464-2067-C527-2D24-E26BAC21ED45}"/>
          </ac:grpSpMkLst>
        </pc:grpChg>
        <pc:picChg chg="add mod">
          <ac:chgData name="NIES HUI WEN" userId="3541b9e0-606d-4c51-a83e-60dbee75d3cd" providerId="ADAL" clId="{68E40442-FF07-2948-A89D-EA30AAB3E984}" dt="2025-01-04T15:23:51.998" v="774" actId="1076"/>
          <ac:picMkLst>
            <pc:docMk/>
            <pc:sldMk cId="3953095509" sldId="280"/>
            <ac:picMk id="7" creationId="{8A43ED35-235B-5F71-92AA-8E03882C3182}"/>
          </ac:picMkLst>
        </pc:picChg>
        <pc:picChg chg="mod">
          <ac:chgData name="NIES HUI WEN" userId="3541b9e0-606d-4c51-a83e-60dbee75d3cd" providerId="ADAL" clId="{68E40442-FF07-2948-A89D-EA30AAB3E984}" dt="2025-01-04T15:23:40.467" v="770" actId="166"/>
          <ac:picMkLst>
            <pc:docMk/>
            <pc:sldMk cId="3953095509" sldId="280"/>
            <ac:picMk id="8" creationId="{8C1811A7-E465-49F6-9993-45AE505B8C7D}"/>
          </ac:picMkLst>
        </pc:picChg>
        <pc:inkChg chg="add mod">
          <ac:chgData name="NIES HUI WEN" userId="3541b9e0-606d-4c51-a83e-60dbee75d3cd" providerId="ADAL" clId="{68E40442-FF07-2948-A89D-EA30AAB3E984}" dt="2025-01-04T15:24:06.866" v="777"/>
          <ac:inkMkLst>
            <pc:docMk/>
            <pc:sldMk cId="3953095509" sldId="280"/>
            <ac:inkMk id="9" creationId="{BA4FE75A-F564-2E34-710F-E3A84850B7CA}"/>
          </ac:inkMkLst>
        </pc:inkChg>
        <pc:inkChg chg="add mod">
          <ac:chgData name="NIES HUI WEN" userId="3541b9e0-606d-4c51-a83e-60dbee75d3cd" providerId="ADAL" clId="{68E40442-FF07-2948-A89D-EA30AAB3E984}" dt="2025-01-04T15:24:06.866" v="777"/>
          <ac:inkMkLst>
            <pc:docMk/>
            <pc:sldMk cId="3953095509" sldId="280"/>
            <ac:inkMk id="10" creationId="{BDB23A12-1D76-5FD5-C9F4-3F08E038AEB8}"/>
          </ac:inkMkLst>
        </pc:inkChg>
        <pc:inkChg chg="add">
          <ac:chgData name="NIES HUI WEN" userId="3541b9e0-606d-4c51-a83e-60dbee75d3cd" providerId="ADAL" clId="{68E40442-FF07-2948-A89D-EA30AAB3E984}" dt="2025-01-04T15:24:09.229" v="778" actId="9405"/>
          <ac:inkMkLst>
            <pc:docMk/>
            <pc:sldMk cId="3953095509" sldId="280"/>
            <ac:inkMk id="13" creationId="{29C28C4D-345B-B1D0-022E-2DC25A2451D4}"/>
          </ac:inkMkLst>
        </pc:inkChg>
      </pc:sldChg>
      <pc:sldChg chg="delSp modSp add">
        <pc:chgData name="NIES HUI WEN" userId="3541b9e0-606d-4c51-a83e-60dbee75d3cd" providerId="ADAL" clId="{68E40442-FF07-2948-A89D-EA30AAB3E984}" dt="2025-01-03T08:00:02.828" v="260"/>
        <pc:sldMkLst>
          <pc:docMk/>
          <pc:sldMk cId="1652598344" sldId="281"/>
        </pc:sldMkLst>
        <pc:spChg chg="del">
          <ac:chgData name="NIES HUI WEN" userId="3541b9e0-606d-4c51-a83e-60dbee75d3cd" providerId="ADAL" clId="{68E40442-FF07-2948-A89D-EA30AAB3E984}" dt="2025-01-03T08:00:02.828" v="260"/>
          <ac:spMkLst>
            <pc:docMk/>
            <pc:sldMk cId="1652598344" sldId="281"/>
            <ac:spMk id="4" creationId="{410ED31B-61D1-473E-855A-DE366BEC42CF}"/>
          </ac:spMkLst>
        </pc:spChg>
        <pc:spChg chg="del mod">
          <ac:chgData name="NIES HUI WEN" userId="3541b9e0-606d-4c51-a83e-60dbee75d3cd" providerId="ADAL" clId="{68E40442-FF07-2948-A89D-EA30AAB3E984}" dt="2025-01-03T08:00:02.828" v="260"/>
          <ac:spMkLst>
            <pc:docMk/>
            <pc:sldMk cId="1652598344" sldId="281"/>
            <ac:spMk id="6" creationId="{497776A9-8856-4D18-B10C-FC1F6EA48635}"/>
          </ac:spMkLst>
        </pc:spChg>
      </pc:sldChg>
      <pc:sldChg chg="delSp modSp add mod">
        <pc:chgData name="NIES HUI WEN" userId="3541b9e0-606d-4c51-a83e-60dbee75d3cd" providerId="ADAL" clId="{68E40442-FF07-2948-A89D-EA30AAB3E984}" dt="2025-01-04T15:24:37.194" v="783" actId="1076"/>
        <pc:sldMkLst>
          <pc:docMk/>
          <pc:sldMk cId="1201955911" sldId="282"/>
        </pc:sldMkLst>
        <pc:spChg chg="del">
          <ac:chgData name="NIES HUI WEN" userId="3541b9e0-606d-4c51-a83e-60dbee75d3cd" providerId="ADAL" clId="{68E40442-FF07-2948-A89D-EA30AAB3E984}" dt="2025-01-03T08:00:02.828" v="260"/>
          <ac:spMkLst>
            <pc:docMk/>
            <pc:sldMk cId="1201955911" sldId="282"/>
            <ac:spMk id="4" creationId="{C723D152-5F6C-416E-BB5E-84540B0E926B}"/>
          </ac:spMkLst>
        </pc:spChg>
        <pc:spChg chg="del mod">
          <ac:chgData name="NIES HUI WEN" userId="3541b9e0-606d-4c51-a83e-60dbee75d3cd" providerId="ADAL" clId="{68E40442-FF07-2948-A89D-EA30AAB3E984}" dt="2025-01-03T08:00:02.828" v="260"/>
          <ac:spMkLst>
            <pc:docMk/>
            <pc:sldMk cId="1201955911" sldId="282"/>
            <ac:spMk id="6" creationId="{B1EA0C7A-CB27-48C2-A222-FA81A4D399F6}"/>
          </ac:spMkLst>
        </pc:spChg>
        <pc:spChg chg="mod">
          <ac:chgData name="NIES HUI WEN" userId="3541b9e0-606d-4c51-a83e-60dbee75d3cd" providerId="ADAL" clId="{68E40442-FF07-2948-A89D-EA30AAB3E984}" dt="2025-01-04T15:24:37.194" v="783" actId="1076"/>
          <ac:spMkLst>
            <pc:docMk/>
            <pc:sldMk cId="1201955911" sldId="282"/>
            <ac:spMk id="7" creationId="{6926E0AD-5D99-4CFD-B820-F81CD937E307}"/>
          </ac:spMkLst>
        </pc:spChg>
        <pc:picChg chg="mod">
          <ac:chgData name="NIES HUI WEN" userId="3541b9e0-606d-4c51-a83e-60dbee75d3cd" providerId="ADAL" clId="{68E40442-FF07-2948-A89D-EA30AAB3E984}" dt="2025-01-04T15:24:34.573" v="782" actId="1076"/>
          <ac:picMkLst>
            <pc:docMk/>
            <pc:sldMk cId="1201955911" sldId="282"/>
            <ac:picMk id="8" creationId="{646D1F63-3765-4CD7-A830-647D822C4A1C}"/>
          </ac:picMkLst>
        </pc:picChg>
      </pc:sldChg>
      <pc:sldChg chg="delSp modSp add mod">
        <pc:chgData name="NIES HUI WEN" userId="3541b9e0-606d-4c51-a83e-60dbee75d3cd" providerId="ADAL" clId="{68E40442-FF07-2948-A89D-EA30AAB3E984}" dt="2025-01-04T15:25:35.377" v="792" actId="207"/>
        <pc:sldMkLst>
          <pc:docMk/>
          <pc:sldMk cId="279515334" sldId="283"/>
        </pc:sldMkLst>
        <pc:spChg chg="del">
          <ac:chgData name="NIES HUI WEN" userId="3541b9e0-606d-4c51-a83e-60dbee75d3cd" providerId="ADAL" clId="{68E40442-FF07-2948-A89D-EA30AAB3E984}" dt="2025-01-03T08:00:02.828" v="260"/>
          <ac:spMkLst>
            <pc:docMk/>
            <pc:sldMk cId="279515334" sldId="283"/>
            <ac:spMk id="4" creationId="{C723D152-5F6C-416E-BB5E-84540B0E926B}"/>
          </ac:spMkLst>
        </pc:spChg>
        <pc:spChg chg="del mod">
          <ac:chgData name="NIES HUI WEN" userId="3541b9e0-606d-4c51-a83e-60dbee75d3cd" providerId="ADAL" clId="{68E40442-FF07-2948-A89D-EA30AAB3E984}" dt="2025-01-03T08:00:02.828" v="260"/>
          <ac:spMkLst>
            <pc:docMk/>
            <pc:sldMk cId="279515334" sldId="283"/>
            <ac:spMk id="6" creationId="{B1EA0C7A-CB27-48C2-A222-FA81A4D399F6}"/>
          </ac:spMkLst>
        </pc:spChg>
        <pc:spChg chg="mod">
          <ac:chgData name="NIES HUI WEN" userId="3541b9e0-606d-4c51-a83e-60dbee75d3cd" providerId="ADAL" clId="{68E40442-FF07-2948-A89D-EA30AAB3E984}" dt="2025-01-04T15:25:35.377" v="792" actId="207"/>
          <ac:spMkLst>
            <pc:docMk/>
            <pc:sldMk cId="279515334" sldId="283"/>
            <ac:spMk id="7" creationId="{6926E0AD-5D99-4CFD-B820-F81CD937E307}"/>
          </ac:spMkLst>
        </pc:spChg>
        <pc:spChg chg="mod">
          <ac:chgData name="NIES HUI WEN" userId="3541b9e0-606d-4c51-a83e-60dbee75d3cd" providerId="ADAL" clId="{68E40442-FF07-2948-A89D-EA30AAB3E984}" dt="2025-01-04T15:24:54.841" v="785" actId="1076"/>
          <ac:spMkLst>
            <pc:docMk/>
            <pc:sldMk cId="279515334" sldId="283"/>
            <ac:spMk id="9" creationId="{44259893-0FA9-49E2-B07C-FCF56545947C}"/>
          </ac:spMkLst>
        </pc:spChg>
        <pc:picChg chg="mod">
          <ac:chgData name="NIES HUI WEN" userId="3541b9e0-606d-4c51-a83e-60dbee75d3cd" providerId="ADAL" clId="{68E40442-FF07-2948-A89D-EA30AAB3E984}" dt="2025-01-04T15:24:51.969" v="784" actId="1076"/>
          <ac:picMkLst>
            <pc:docMk/>
            <pc:sldMk cId="279515334" sldId="283"/>
            <ac:picMk id="8" creationId="{646D1F63-3765-4CD7-A830-647D822C4A1C}"/>
          </ac:picMkLst>
        </pc:picChg>
      </pc:sldChg>
      <pc:sldChg chg="delSp modSp add mod">
        <pc:chgData name="NIES HUI WEN" userId="3541b9e0-606d-4c51-a83e-60dbee75d3cd" providerId="ADAL" clId="{68E40442-FF07-2948-A89D-EA30AAB3E984}" dt="2025-01-04T15:26:17.004" v="794" actId="1076"/>
        <pc:sldMkLst>
          <pc:docMk/>
          <pc:sldMk cId="2566269060" sldId="284"/>
        </pc:sldMkLst>
        <pc:spChg chg="del">
          <ac:chgData name="NIES HUI WEN" userId="3541b9e0-606d-4c51-a83e-60dbee75d3cd" providerId="ADAL" clId="{68E40442-FF07-2948-A89D-EA30AAB3E984}" dt="2025-01-03T08:00:02.828" v="260"/>
          <ac:spMkLst>
            <pc:docMk/>
            <pc:sldMk cId="2566269060" sldId="284"/>
            <ac:spMk id="4" creationId="{8BB79AB0-C7E6-4C8C-9393-AE1B1ABA843C}"/>
          </ac:spMkLst>
        </pc:spChg>
        <pc:spChg chg="del mod">
          <ac:chgData name="NIES HUI WEN" userId="3541b9e0-606d-4c51-a83e-60dbee75d3cd" providerId="ADAL" clId="{68E40442-FF07-2948-A89D-EA30AAB3E984}" dt="2025-01-03T08:00:02.828" v="260"/>
          <ac:spMkLst>
            <pc:docMk/>
            <pc:sldMk cId="2566269060" sldId="284"/>
            <ac:spMk id="6" creationId="{B595EFB8-6B2E-47EF-8879-C872D7EBE0AA}"/>
          </ac:spMkLst>
        </pc:spChg>
        <pc:spChg chg="mod">
          <ac:chgData name="NIES HUI WEN" userId="3541b9e0-606d-4c51-a83e-60dbee75d3cd" providerId="ADAL" clId="{68E40442-FF07-2948-A89D-EA30AAB3E984}" dt="2025-01-04T15:26:17.004" v="794" actId="1076"/>
          <ac:spMkLst>
            <pc:docMk/>
            <pc:sldMk cId="2566269060" sldId="284"/>
            <ac:spMk id="7" creationId="{64395C7D-80E4-4B1B-85EB-FD3B180CC543}"/>
          </ac:spMkLst>
        </pc:spChg>
        <pc:picChg chg="mod">
          <ac:chgData name="NIES HUI WEN" userId="3541b9e0-606d-4c51-a83e-60dbee75d3cd" providerId="ADAL" clId="{68E40442-FF07-2948-A89D-EA30AAB3E984}" dt="2025-01-04T15:26:14.817" v="793" actId="1076"/>
          <ac:picMkLst>
            <pc:docMk/>
            <pc:sldMk cId="2566269060" sldId="284"/>
            <ac:picMk id="8" creationId="{C0478463-A327-4871-85D4-2FD393C816C8}"/>
          </ac:picMkLst>
        </pc:picChg>
      </pc:sldChg>
      <pc:sldChg chg="delSp modSp add mod">
        <pc:chgData name="NIES HUI WEN" userId="3541b9e0-606d-4c51-a83e-60dbee75d3cd" providerId="ADAL" clId="{68E40442-FF07-2948-A89D-EA30AAB3E984}" dt="2025-01-04T15:26:56.392" v="808" actId="207"/>
        <pc:sldMkLst>
          <pc:docMk/>
          <pc:sldMk cId="2894400594" sldId="285"/>
        </pc:sldMkLst>
        <pc:spChg chg="del">
          <ac:chgData name="NIES HUI WEN" userId="3541b9e0-606d-4c51-a83e-60dbee75d3cd" providerId="ADAL" clId="{68E40442-FF07-2948-A89D-EA30AAB3E984}" dt="2025-01-03T08:00:02.828" v="260"/>
          <ac:spMkLst>
            <pc:docMk/>
            <pc:sldMk cId="2894400594" sldId="285"/>
            <ac:spMk id="4" creationId="{134DAFF3-175F-4EAC-B3F4-AAB4BFCE0E51}"/>
          </ac:spMkLst>
        </pc:spChg>
        <pc:spChg chg="del mod">
          <ac:chgData name="NIES HUI WEN" userId="3541b9e0-606d-4c51-a83e-60dbee75d3cd" providerId="ADAL" clId="{68E40442-FF07-2948-A89D-EA30AAB3E984}" dt="2025-01-03T08:00:02.828" v="260"/>
          <ac:spMkLst>
            <pc:docMk/>
            <pc:sldMk cId="2894400594" sldId="285"/>
            <ac:spMk id="6" creationId="{3556635F-E31A-468D-9489-9892CE82834A}"/>
          </ac:spMkLst>
        </pc:spChg>
        <pc:spChg chg="mod">
          <ac:chgData name="NIES HUI WEN" userId="3541b9e0-606d-4c51-a83e-60dbee75d3cd" providerId="ADAL" clId="{68E40442-FF07-2948-A89D-EA30AAB3E984}" dt="2025-01-04T15:26:56.392" v="808" actId="207"/>
          <ac:spMkLst>
            <pc:docMk/>
            <pc:sldMk cId="2894400594" sldId="285"/>
            <ac:spMk id="7" creationId="{3C0D123F-B400-4D09-9439-7490EDF9BF33}"/>
          </ac:spMkLst>
        </pc:spChg>
        <pc:picChg chg="mod">
          <ac:chgData name="NIES HUI WEN" userId="3541b9e0-606d-4c51-a83e-60dbee75d3cd" providerId="ADAL" clId="{68E40442-FF07-2948-A89D-EA30AAB3E984}" dt="2025-01-04T15:26:26.972" v="795" actId="1076"/>
          <ac:picMkLst>
            <pc:docMk/>
            <pc:sldMk cId="2894400594" sldId="285"/>
            <ac:picMk id="8" creationId="{37288C26-E33D-49C4-86AD-013E1D0E4D63}"/>
          </ac:picMkLst>
        </pc:picChg>
      </pc:sldChg>
      <pc:sldChg chg="delSp modSp add mod">
        <pc:chgData name="NIES HUI WEN" userId="3541b9e0-606d-4c51-a83e-60dbee75d3cd" providerId="ADAL" clId="{68E40442-FF07-2948-A89D-EA30AAB3E984}" dt="2025-01-04T15:27:13.304" v="810" actId="1076"/>
        <pc:sldMkLst>
          <pc:docMk/>
          <pc:sldMk cId="1459730780" sldId="286"/>
        </pc:sldMkLst>
        <pc:spChg chg="del">
          <ac:chgData name="NIES HUI WEN" userId="3541b9e0-606d-4c51-a83e-60dbee75d3cd" providerId="ADAL" clId="{68E40442-FF07-2948-A89D-EA30AAB3E984}" dt="2025-01-03T08:00:02.828" v="260"/>
          <ac:spMkLst>
            <pc:docMk/>
            <pc:sldMk cId="1459730780" sldId="286"/>
            <ac:spMk id="4" creationId="{134DAFF3-175F-4EAC-B3F4-AAB4BFCE0E51}"/>
          </ac:spMkLst>
        </pc:spChg>
        <pc:spChg chg="del mod">
          <ac:chgData name="NIES HUI WEN" userId="3541b9e0-606d-4c51-a83e-60dbee75d3cd" providerId="ADAL" clId="{68E40442-FF07-2948-A89D-EA30AAB3E984}" dt="2025-01-03T08:00:02.828" v="260"/>
          <ac:spMkLst>
            <pc:docMk/>
            <pc:sldMk cId="1459730780" sldId="286"/>
            <ac:spMk id="6" creationId="{3556635F-E31A-468D-9489-9892CE82834A}"/>
          </ac:spMkLst>
        </pc:spChg>
        <pc:spChg chg="mod">
          <ac:chgData name="NIES HUI WEN" userId="3541b9e0-606d-4c51-a83e-60dbee75d3cd" providerId="ADAL" clId="{68E40442-FF07-2948-A89D-EA30AAB3E984}" dt="2025-01-04T15:27:13.304" v="810" actId="1076"/>
          <ac:spMkLst>
            <pc:docMk/>
            <pc:sldMk cId="1459730780" sldId="286"/>
            <ac:spMk id="9" creationId="{6F65F2D5-DE96-4599-A1A7-332831312F9B}"/>
          </ac:spMkLst>
        </pc:spChg>
        <pc:picChg chg="mod">
          <ac:chgData name="NIES HUI WEN" userId="3541b9e0-606d-4c51-a83e-60dbee75d3cd" providerId="ADAL" clId="{68E40442-FF07-2948-A89D-EA30AAB3E984}" dt="2025-01-04T15:27:10.628" v="809" actId="1076"/>
          <ac:picMkLst>
            <pc:docMk/>
            <pc:sldMk cId="1459730780" sldId="286"/>
            <ac:picMk id="10" creationId="{6AA2628E-835C-4ADB-B344-B74B79FA7E43}"/>
          </ac:picMkLst>
        </pc:picChg>
      </pc:sldChg>
      <pc:sldChg chg="delSp modSp add">
        <pc:chgData name="NIES HUI WEN" userId="3541b9e0-606d-4c51-a83e-60dbee75d3cd" providerId="ADAL" clId="{68E40442-FF07-2948-A89D-EA30AAB3E984}" dt="2025-01-03T08:00:02.828" v="260"/>
        <pc:sldMkLst>
          <pc:docMk/>
          <pc:sldMk cId="749170601" sldId="287"/>
        </pc:sldMkLst>
        <pc:spChg chg="del">
          <ac:chgData name="NIES HUI WEN" userId="3541b9e0-606d-4c51-a83e-60dbee75d3cd" providerId="ADAL" clId="{68E40442-FF07-2948-A89D-EA30AAB3E984}" dt="2025-01-03T08:00:02.828" v="260"/>
          <ac:spMkLst>
            <pc:docMk/>
            <pc:sldMk cId="749170601" sldId="287"/>
            <ac:spMk id="4" creationId="{0F461E30-68B4-40F0-AA5C-2ACC3C0683CC}"/>
          </ac:spMkLst>
        </pc:spChg>
        <pc:spChg chg="del mod">
          <ac:chgData name="NIES HUI WEN" userId="3541b9e0-606d-4c51-a83e-60dbee75d3cd" providerId="ADAL" clId="{68E40442-FF07-2948-A89D-EA30AAB3E984}" dt="2025-01-03T08:00:02.828" v="260"/>
          <ac:spMkLst>
            <pc:docMk/>
            <pc:sldMk cId="749170601" sldId="287"/>
            <ac:spMk id="6" creationId="{86FB6FB0-1D4E-4C3B-A5C0-0B1044655278}"/>
          </ac:spMkLst>
        </pc:spChg>
      </pc:sldChg>
      <pc:sldChg chg="delSp modSp add">
        <pc:chgData name="NIES HUI WEN" userId="3541b9e0-606d-4c51-a83e-60dbee75d3cd" providerId="ADAL" clId="{68E40442-FF07-2948-A89D-EA30AAB3E984}" dt="2025-01-03T08:00:02.828" v="260"/>
        <pc:sldMkLst>
          <pc:docMk/>
          <pc:sldMk cId="251249903" sldId="288"/>
        </pc:sldMkLst>
        <pc:spChg chg="del">
          <ac:chgData name="NIES HUI WEN" userId="3541b9e0-606d-4c51-a83e-60dbee75d3cd" providerId="ADAL" clId="{68E40442-FF07-2948-A89D-EA30AAB3E984}" dt="2025-01-03T08:00:02.828" v="260"/>
          <ac:spMkLst>
            <pc:docMk/>
            <pc:sldMk cId="251249903" sldId="288"/>
            <ac:spMk id="4" creationId="{3C1D3D42-C9F4-4577-BE62-5A7C9CE4E8A4}"/>
          </ac:spMkLst>
        </pc:spChg>
        <pc:spChg chg="del mod">
          <ac:chgData name="NIES HUI WEN" userId="3541b9e0-606d-4c51-a83e-60dbee75d3cd" providerId="ADAL" clId="{68E40442-FF07-2948-A89D-EA30AAB3E984}" dt="2025-01-03T08:00:02.828" v="260"/>
          <ac:spMkLst>
            <pc:docMk/>
            <pc:sldMk cId="251249903" sldId="288"/>
            <ac:spMk id="6" creationId="{CD9E6589-4DF4-4F71-807D-1C28DC647BED}"/>
          </ac:spMkLst>
        </pc:spChg>
      </pc:sldChg>
      <pc:sldChg chg="delSp modSp add mod">
        <pc:chgData name="NIES HUI WEN" userId="3541b9e0-606d-4c51-a83e-60dbee75d3cd" providerId="ADAL" clId="{68E40442-FF07-2948-A89D-EA30AAB3E984}" dt="2025-01-04T15:27:38.779" v="814" actId="1076"/>
        <pc:sldMkLst>
          <pc:docMk/>
          <pc:sldMk cId="3761217679" sldId="289"/>
        </pc:sldMkLst>
        <pc:spChg chg="del">
          <ac:chgData name="NIES HUI WEN" userId="3541b9e0-606d-4c51-a83e-60dbee75d3cd" providerId="ADAL" clId="{68E40442-FF07-2948-A89D-EA30AAB3E984}" dt="2025-01-03T08:00:02.828" v="260"/>
          <ac:spMkLst>
            <pc:docMk/>
            <pc:sldMk cId="3761217679" sldId="289"/>
            <ac:spMk id="4" creationId="{FFACA93B-1508-4813-B9C8-87264ED23689}"/>
          </ac:spMkLst>
        </pc:spChg>
        <pc:spChg chg="del mod">
          <ac:chgData name="NIES HUI WEN" userId="3541b9e0-606d-4c51-a83e-60dbee75d3cd" providerId="ADAL" clId="{68E40442-FF07-2948-A89D-EA30AAB3E984}" dt="2025-01-03T08:00:02.828" v="260"/>
          <ac:spMkLst>
            <pc:docMk/>
            <pc:sldMk cId="3761217679" sldId="289"/>
            <ac:spMk id="6" creationId="{C3C5CDAF-F040-4D9E-AAB9-117CB188E00C}"/>
          </ac:spMkLst>
        </pc:spChg>
        <pc:spChg chg="mod">
          <ac:chgData name="NIES HUI WEN" userId="3541b9e0-606d-4c51-a83e-60dbee75d3cd" providerId="ADAL" clId="{68E40442-FF07-2948-A89D-EA30AAB3E984}" dt="2025-01-04T15:27:37.051" v="813" actId="1076"/>
          <ac:spMkLst>
            <pc:docMk/>
            <pc:sldMk cId="3761217679" sldId="289"/>
            <ac:spMk id="7" creationId="{4F133AEE-ED84-4E3D-8978-D9A339FD3E1C}"/>
          </ac:spMkLst>
        </pc:spChg>
        <pc:picChg chg="mod">
          <ac:chgData name="NIES HUI WEN" userId="3541b9e0-606d-4c51-a83e-60dbee75d3cd" providerId="ADAL" clId="{68E40442-FF07-2948-A89D-EA30AAB3E984}" dt="2025-01-04T15:27:38.779" v="814" actId="1076"/>
          <ac:picMkLst>
            <pc:docMk/>
            <pc:sldMk cId="3761217679" sldId="289"/>
            <ac:picMk id="8" creationId="{DB37B574-380A-4FC7-809D-DC71F90C4252}"/>
          </ac:picMkLst>
        </pc:picChg>
      </pc:sldChg>
      <pc:sldChg chg="delSp modSp add">
        <pc:chgData name="NIES HUI WEN" userId="3541b9e0-606d-4c51-a83e-60dbee75d3cd" providerId="ADAL" clId="{68E40442-FF07-2948-A89D-EA30AAB3E984}" dt="2025-01-03T08:00:02.828" v="260"/>
        <pc:sldMkLst>
          <pc:docMk/>
          <pc:sldMk cId="408318269" sldId="290"/>
        </pc:sldMkLst>
        <pc:spChg chg="del">
          <ac:chgData name="NIES HUI WEN" userId="3541b9e0-606d-4c51-a83e-60dbee75d3cd" providerId="ADAL" clId="{68E40442-FF07-2948-A89D-EA30AAB3E984}" dt="2025-01-03T08:00:02.828" v="260"/>
          <ac:spMkLst>
            <pc:docMk/>
            <pc:sldMk cId="408318269" sldId="290"/>
            <ac:spMk id="4" creationId="{3C1D3D42-C9F4-4577-BE62-5A7C9CE4E8A4}"/>
          </ac:spMkLst>
        </pc:spChg>
        <pc:spChg chg="del mod">
          <ac:chgData name="NIES HUI WEN" userId="3541b9e0-606d-4c51-a83e-60dbee75d3cd" providerId="ADAL" clId="{68E40442-FF07-2948-A89D-EA30AAB3E984}" dt="2025-01-03T08:00:02.828" v="260"/>
          <ac:spMkLst>
            <pc:docMk/>
            <pc:sldMk cId="408318269" sldId="290"/>
            <ac:spMk id="6" creationId="{CD9E6589-4DF4-4F71-807D-1C28DC647BED}"/>
          </ac:spMkLst>
        </pc:spChg>
      </pc:sldChg>
      <pc:sldChg chg="delSp modSp add mod">
        <pc:chgData name="NIES HUI WEN" userId="3541b9e0-606d-4c51-a83e-60dbee75d3cd" providerId="ADAL" clId="{68E40442-FF07-2948-A89D-EA30AAB3E984}" dt="2025-01-04T15:27:56.239" v="816" actId="1076"/>
        <pc:sldMkLst>
          <pc:docMk/>
          <pc:sldMk cId="2169773434" sldId="291"/>
        </pc:sldMkLst>
        <pc:spChg chg="del">
          <ac:chgData name="NIES HUI WEN" userId="3541b9e0-606d-4c51-a83e-60dbee75d3cd" providerId="ADAL" clId="{68E40442-FF07-2948-A89D-EA30AAB3E984}" dt="2025-01-03T08:00:02.828" v="260"/>
          <ac:spMkLst>
            <pc:docMk/>
            <pc:sldMk cId="2169773434" sldId="291"/>
            <ac:spMk id="4" creationId="{D3601498-E854-4C99-9AF6-829E0AF2F2A2}"/>
          </ac:spMkLst>
        </pc:spChg>
        <pc:spChg chg="del mod">
          <ac:chgData name="NIES HUI WEN" userId="3541b9e0-606d-4c51-a83e-60dbee75d3cd" providerId="ADAL" clId="{68E40442-FF07-2948-A89D-EA30AAB3E984}" dt="2025-01-03T08:00:02.828" v="260"/>
          <ac:spMkLst>
            <pc:docMk/>
            <pc:sldMk cId="2169773434" sldId="291"/>
            <ac:spMk id="6" creationId="{7D12F129-F93D-4DD0-99B4-D787C506D24B}"/>
          </ac:spMkLst>
        </pc:spChg>
        <pc:spChg chg="mod">
          <ac:chgData name="NIES HUI WEN" userId="3541b9e0-606d-4c51-a83e-60dbee75d3cd" providerId="ADAL" clId="{68E40442-FF07-2948-A89D-EA30AAB3E984}" dt="2025-01-04T15:27:56.239" v="816" actId="1076"/>
          <ac:spMkLst>
            <pc:docMk/>
            <pc:sldMk cId="2169773434" sldId="291"/>
            <ac:spMk id="7" creationId="{9535533F-6D49-47B8-9293-E28E715A1815}"/>
          </ac:spMkLst>
        </pc:spChg>
        <pc:picChg chg="mod">
          <ac:chgData name="NIES HUI WEN" userId="3541b9e0-606d-4c51-a83e-60dbee75d3cd" providerId="ADAL" clId="{68E40442-FF07-2948-A89D-EA30AAB3E984}" dt="2025-01-04T15:27:54.188" v="815" actId="1076"/>
          <ac:picMkLst>
            <pc:docMk/>
            <pc:sldMk cId="2169773434" sldId="291"/>
            <ac:picMk id="8" creationId="{38B1FE6B-59FC-456D-957F-96E3BCCD1302}"/>
          </ac:picMkLst>
        </pc:picChg>
      </pc:sldChg>
      <pc:sldChg chg="addSp delSp modSp add mod">
        <pc:chgData name="NIES HUI WEN" userId="3541b9e0-606d-4c51-a83e-60dbee75d3cd" providerId="ADAL" clId="{68E40442-FF07-2948-A89D-EA30AAB3E984}" dt="2025-01-04T15:31:58.001" v="861" actId="207"/>
        <pc:sldMkLst>
          <pc:docMk/>
          <pc:sldMk cId="3305874964" sldId="292"/>
        </pc:sldMkLst>
        <pc:spChg chg="del">
          <ac:chgData name="NIES HUI WEN" userId="3541b9e0-606d-4c51-a83e-60dbee75d3cd" providerId="ADAL" clId="{68E40442-FF07-2948-A89D-EA30AAB3E984}" dt="2025-01-03T08:00:02.828" v="260"/>
          <ac:spMkLst>
            <pc:docMk/>
            <pc:sldMk cId="3305874964" sldId="292"/>
            <ac:spMk id="4" creationId="{9A5C2AC3-ABD1-452E-AFF2-6E6A959DB704}"/>
          </ac:spMkLst>
        </pc:spChg>
        <pc:spChg chg="del mod">
          <ac:chgData name="NIES HUI WEN" userId="3541b9e0-606d-4c51-a83e-60dbee75d3cd" providerId="ADAL" clId="{68E40442-FF07-2948-A89D-EA30AAB3E984}" dt="2025-01-03T08:00:02.828" v="260"/>
          <ac:spMkLst>
            <pc:docMk/>
            <pc:sldMk cId="3305874964" sldId="292"/>
            <ac:spMk id="6" creationId="{DF015B17-0FBA-4572-9431-BF848D9C2AFE}"/>
          </ac:spMkLst>
        </pc:spChg>
        <pc:spChg chg="add mod">
          <ac:chgData name="NIES HUI WEN" userId="3541b9e0-606d-4c51-a83e-60dbee75d3cd" providerId="ADAL" clId="{68E40442-FF07-2948-A89D-EA30AAB3E984}" dt="2025-01-04T15:31:58.001" v="861" actId="207"/>
          <ac:spMkLst>
            <pc:docMk/>
            <pc:sldMk cId="3305874964" sldId="292"/>
            <ac:spMk id="9" creationId="{3EC00254-F522-A97A-0A57-1884421A5098}"/>
          </ac:spMkLst>
        </pc:spChg>
        <pc:picChg chg="mod">
          <ac:chgData name="NIES HUI WEN" userId="3541b9e0-606d-4c51-a83e-60dbee75d3cd" providerId="ADAL" clId="{68E40442-FF07-2948-A89D-EA30AAB3E984}" dt="2025-01-04T15:31:27.186" v="848" actId="1076"/>
          <ac:picMkLst>
            <pc:docMk/>
            <pc:sldMk cId="3305874964" sldId="292"/>
            <ac:picMk id="7" creationId="{FF4A0144-E0EA-404C-963B-7174A41C6194}"/>
          </ac:picMkLst>
        </pc:picChg>
      </pc:sldChg>
      <pc:sldChg chg="addSp delSp modSp add mod">
        <pc:chgData name="NIES HUI WEN" userId="3541b9e0-606d-4c51-a83e-60dbee75d3cd" providerId="ADAL" clId="{68E40442-FF07-2948-A89D-EA30AAB3E984}" dt="2025-01-04T15:39:22.574" v="958" actId="13926"/>
        <pc:sldMkLst>
          <pc:docMk/>
          <pc:sldMk cId="530723743" sldId="293"/>
        </pc:sldMkLst>
        <pc:spChg chg="mod">
          <ac:chgData name="NIES HUI WEN" userId="3541b9e0-606d-4c51-a83e-60dbee75d3cd" providerId="ADAL" clId="{68E40442-FF07-2948-A89D-EA30AAB3E984}" dt="2025-01-04T15:28:16.564" v="818" actId="14100"/>
          <ac:spMkLst>
            <pc:docMk/>
            <pc:sldMk cId="530723743" sldId="293"/>
            <ac:spMk id="2" creationId="{108D3864-A1C0-4324-A83A-9585DA7C73C2}"/>
          </ac:spMkLst>
        </pc:spChg>
        <pc:spChg chg="mod">
          <ac:chgData name="NIES HUI WEN" userId="3541b9e0-606d-4c51-a83e-60dbee75d3cd" providerId="ADAL" clId="{68E40442-FF07-2948-A89D-EA30AAB3E984}" dt="2025-01-04T15:37:11.314" v="934" actId="404"/>
          <ac:spMkLst>
            <pc:docMk/>
            <pc:sldMk cId="530723743" sldId="293"/>
            <ac:spMk id="3" creationId="{A147E1BB-7E9F-41BD-B94A-061FCC3A37B3}"/>
          </ac:spMkLst>
        </pc:spChg>
        <pc:spChg chg="del">
          <ac:chgData name="NIES HUI WEN" userId="3541b9e0-606d-4c51-a83e-60dbee75d3cd" providerId="ADAL" clId="{68E40442-FF07-2948-A89D-EA30AAB3E984}" dt="2025-01-03T08:00:02.828" v="260"/>
          <ac:spMkLst>
            <pc:docMk/>
            <pc:sldMk cId="530723743" sldId="293"/>
            <ac:spMk id="4" creationId="{74713EAC-8F2D-48D8-8106-BACB1C1841F2}"/>
          </ac:spMkLst>
        </pc:spChg>
        <pc:spChg chg="del mod">
          <ac:chgData name="NIES HUI WEN" userId="3541b9e0-606d-4c51-a83e-60dbee75d3cd" providerId="ADAL" clId="{68E40442-FF07-2948-A89D-EA30AAB3E984}" dt="2025-01-03T08:00:02.828" v="260"/>
          <ac:spMkLst>
            <pc:docMk/>
            <pc:sldMk cId="530723743" sldId="293"/>
            <ac:spMk id="6" creationId="{1ED0D61D-E634-41D4-AF3A-D9529B373DFE}"/>
          </ac:spMkLst>
        </pc:spChg>
        <pc:spChg chg="mod">
          <ac:chgData name="NIES HUI WEN" userId="3541b9e0-606d-4c51-a83e-60dbee75d3cd" providerId="ADAL" clId="{68E40442-FF07-2948-A89D-EA30AAB3E984}" dt="2025-01-04T15:37:14.798" v="935" actId="1076"/>
          <ac:spMkLst>
            <pc:docMk/>
            <pc:sldMk cId="530723743" sldId="293"/>
            <ac:spMk id="7" creationId="{8893358C-2AE4-4F4B-B61A-AC179C6204D0}"/>
          </ac:spMkLst>
        </pc:spChg>
        <pc:spChg chg="mod">
          <ac:chgData name="NIES HUI WEN" userId="3541b9e0-606d-4c51-a83e-60dbee75d3cd" providerId="ADAL" clId="{68E40442-FF07-2948-A89D-EA30AAB3E984}" dt="2025-01-04T15:35:26.950" v="903" actId="1036"/>
          <ac:spMkLst>
            <pc:docMk/>
            <pc:sldMk cId="530723743" sldId="293"/>
            <ac:spMk id="9" creationId="{35B0E7A1-51A8-4306-83FB-8CC944827E84}"/>
          </ac:spMkLst>
        </pc:spChg>
        <pc:spChg chg="mod">
          <ac:chgData name="NIES HUI WEN" userId="3541b9e0-606d-4c51-a83e-60dbee75d3cd" providerId="ADAL" clId="{68E40442-FF07-2948-A89D-EA30AAB3E984}" dt="2025-01-04T15:35:26.950" v="903" actId="1036"/>
          <ac:spMkLst>
            <pc:docMk/>
            <pc:sldMk cId="530723743" sldId="293"/>
            <ac:spMk id="10" creationId="{50C06140-E6B3-4EC0-B6BD-DB7B5E117CAA}"/>
          </ac:spMkLst>
        </pc:spChg>
        <pc:spChg chg="add mod">
          <ac:chgData name="NIES HUI WEN" userId="3541b9e0-606d-4c51-a83e-60dbee75d3cd" providerId="ADAL" clId="{68E40442-FF07-2948-A89D-EA30AAB3E984}" dt="2025-01-04T15:39:22.574" v="958" actId="13926"/>
          <ac:spMkLst>
            <pc:docMk/>
            <pc:sldMk cId="530723743" sldId="293"/>
            <ac:spMk id="12" creationId="{27CCA8D5-FEC0-85F6-DE73-8711BA504921}"/>
          </ac:spMkLst>
        </pc:spChg>
        <pc:picChg chg="mod">
          <ac:chgData name="NIES HUI WEN" userId="3541b9e0-606d-4c51-a83e-60dbee75d3cd" providerId="ADAL" clId="{68E40442-FF07-2948-A89D-EA30AAB3E984}" dt="2025-01-04T15:35:26.950" v="903" actId="1036"/>
          <ac:picMkLst>
            <pc:docMk/>
            <pc:sldMk cId="530723743" sldId="293"/>
            <ac:picMk id="8" creationId="{191BFD0C-04E5-4BB9-8CFC-98DD5615F5C2}"/>
          </ac:picMkLst>
        </pc:picChg>
      </pc:sldChg>
      <pc:sldChg chg="delSp modSp mod">
        <pc:chgData name="NIES HUI WEN" userId="3541b9e0-606d-4c51-a83e-60dbee75d3cd" providerId="ADAL" clId="{68E40442-FF07-2948-A89D-EA30AAB3E984}" dt="2025-01-03T07:39:57.708" v="12" actId="478"/>
        <pc:sldMkLst>
          <pc:docMk/>
          <pc:sldMk cId="1793746909" sldId="315"/>
        </pc:sldMkLst>
        <pc:spChg chg="del mod">
          <ac:chgData name="NIES HUI WEN" userId="3541b9e0-606d-4c51-a83e-60dbee75d3cd" providerId="ADAL" clId="{68E40442-FF07-2948-A89D-EA30AAB3E984}" dt="2025-01-03T07:39:57.708" v="12" actId="478"/>
          <ac:spMkLst>
            <pc:docMk/>
            <pc:sldMk cId="1793746909" sldId="315"/>
            <ac:spMk id="3" creationId="{FC72DD83-1D7D-D9BF-F0F3-053EE3201597}"/>
          </ac:spMkLst>
        </pc:spChg>
        <pc:spChg chg="mod">
          <ac:chgData name="NIES HUI WEN" userId="3541b9e0-606d-4c51-a83e-60dbee75d3cd" providerId="ADAL" clId="{68E40442-FF07-2948-A89D-EA30AAB3E984}" dt="2025-01-03T07:39:52.213" v="9" actId="20577"/>
          <ac:spMkLst>
            <pc:docMk/>
            <pc:sldMk cId="1793746909" sldId="315"/>
            <ac:spMk id="4" creationId="{8DAD0E23-96B9-5B33-C4F6-4DBCE5F54F96}"/>
          </ac:spMkLst>
        </pc:spChg>
      </pc:sldChg>
      <pc:sldChg chg="add del">
        <pc:chgData name="NIES HUI WEN" userId="3541b9e0-606d-4c51-a83e-60dbee75d3cd" providerId="ADAL" clId="{68E40442-FF07-2948-A89D-EA30AAB3E984}" dt="2025-01-03T07:59:32.997" v="258" actId="2696"/>
        <pc:sldMkLst>
          <pc:docMk/>
          <pc:sldMk cId="575125303" sldId="316"/>
        </pc:sldMkLst>
      </pc:sldChg>
      <pc:sldChg chg="delSp modSp add">
        <pc:chgData name="NIES HUI WEN" userId="3541b9e0-606d-4c51-a83e-60dbee75d3cd" providerId="ADAL" clId="{68E40442-FF07-2948-A89D-EA30AAB3E984}" dt="2025-01-03T08:00:02.828" v="260"/>
        <pc:sldMkLst>
          <pc:docMk/>
          <pc:sldMk cId="4261067024" sldId="316"/>
        </pc:sldMkLst>
        <pc:spChg chg="del">
          <ac:chgData name="NIES HUI WEN" userId="3541b9e0-606d-4c51-a83e-60dbee75d3cd" providerId="ADAL" clId="{68E40442-FF07-2948-A89D-EA30AAB3E984}" dt="2025-01-03T08:00:02.828" v="260"/>
          <ac:spMkLst>
            <pc:docMk/>
            <pc:sldMk cId="4261067024" sldId="316"/>
            <ac:spMk id="4" creationId="{0B8CA6B9-BA5F-4007-B069-680880EE1C1D}"/>
          </ac:spMkLst>
        </pc:spChg>
        <pc:spChg chg="del mod">
          <ac:chgData name="NIES HUI WEN" userId="3541b9e0-606d-4c51-a83e-60dbee75d3cd" providerId="ADAL" clId="{68E40442-FF07-2948-A89D-EA30AAB3E984}" dt="2025-01-03T08:00:02.828" v="260"/>
          <ac:spMkLst>
            <pc:docMk/>
            <pc:sldMk cId="4261067024" sldId="316"/>
            <ac:spMk id="6" creationId="{F98BE139-564A-459D-98F5-D2F823A3450A}"/>
          </ac:spMkLst>
        </pc:spChg>
      </pc:sldChg>
      <pc:sldChg chg="add del">
        <pc:chgData name="NIES HUI WEN" userId="3541b9e0-606d-4c51-a83e-60dbee75d3cd" providerId="ADAL" clId="{68E40442-FF07-2948-A89D-EA30AAB3E984}" dt="2025-01-03T07:59:32.995" v="257" actId="2696"/>
        <pc:sldMkLst>
          <pc:docMk/>
          <pc:sldMk cId="987096106" sldId="317"/>
        </pc:sldMkLst>
      </pc:sldChg>
      <pc:sldChg chg="delSp modSp add mod">
        <pc:chgData name="NIES HUI WEN" userId="3541b9e0-606d-4c51-a83e-60dbee75d3cd" providerId="ADAL" clId="{68E40442-FF07-2948-A89D-EA30AAB3E984}" dt="2025-01-04T15:14:56.523" v="724" actId="1076"/>
        <pc:sldMkLst>
          <pc:docMk/>
          <pc:sldMk cId="2567961976" sldId="317"/>
        </pc:sldMkLst>
        <pc:spChg chg="del">
          <ac:chgData name="NIES HUI WEN" userId="3541b9e0-606d-4c51-a83e-60dbee75d3cd" providerId="ADAL" clId="{68E40442-FF07-2948-A89D-EA30AAB3E984}" dt="2025-01-03T08:00:02.828" v="260"/>
          <ac:spMkLst>
            <pc:docMk/>
            <pc:sldMk cId="2567961976" sldId="317"/>
            <ac:spMk id="4" creationId="{E0B8F4D4-996D-44E1-8859-80DF80575A78}"/>
          </ac:spMkLst>
        </pc:spChg>
        <pc:spChg chg="del mod">
          <ac:chgData name="NIES HUI WEN" userId="3541b9e0-606d-4c51-a83e-60dbee75d3cd" providerId="ADAL" clId="{68E40442-FF07-2948-A89D-EA30AAB3E984}" dt="2025-01-03T08:00:02.828" v="260"/>
          <ac:spMkLst>
            <pc:docMk/>
            <pc:sldMk cId="2567961976" sldId="317"/>
            <ac:spMk id="6" creationId="{709137F0-3160-4151-8338-64416874840D}"/>
          </ac:spMkLst>
        </pc:spChg>
        <pc:spChg chg="mod">
          <ac:chgData name="NIES HUI WEN" userId="3541b9e0-606d-4c51-a83e-60dbee75d3cd" providerId="ADAL" clId="{68E40442-FF07-2948-A89D-EA30AAB3E984}" dt="2025-01-04T15:14:54.484" v="723" actId="1076"/>
          <ac:spMkLst>
            <pc:docMk/>
            <pc:sldMk cId="2567961976" sldId="317"/>
            <ac:spMk id="7" creationId="{6E961BEC-9EF6-414F-AF95-B7D95526029C}"/>
          </ac:spMkLst>
        </pc:spChg>
        <pc:spChg chg="mod">
          <ac:chgData name="NIES HUI WEN" userId="3541b9e0-606d-4c51-a83e-60dbee75d3cd" providerId="ADAL" clId="{68E40442-FF07-2948-A89D-EA30AAB3E984}" dt="2025-01-04T15:14:56.523" v="724" actId="1076"/>
          <ac:spMkLst>
            <pc:docMk/>
            <pc:sldMk cId="2567961976" sldId="317"/>
            <ac:spMk id="9" creationId="{BED00773-1C07-4367-ABCE-DDC94130EA1B}"/>
          </ac:spMkLst>
        </pc:spChg>
        <pc:picChg chg="mod">
          <ac:chgData name="NIES HUI WEN" userId="3541b9e0-606d-4c51-a83e-60dbee75d3cd" providerId="ADAL" clId="{68E40442-FF07-2948-A89D-EA30AAB3E984}" dt="2025-01-04T15:14:50.980" v="722" actId="1076"/>
          <ac:picMkLst>
            <pc:docMk/>
            <pc:sldMk cId="2567961976" sldId="317"/>
            <ac:picMk id="8" creationId="{79F1D700-31F0-461C-8AFA-D59FCA1A6E24}"/>
          </ac:picMkLst>
        </pc:picChg>
      </pc:sldChg>
      <pc:sldChg chg="addSp delSp modSp new del mod modClrScheme chgLayout">
        <pc:chgData name="NIES HUI WEN" userId="3541b9e0-606d-4c51-a83e-60dbee75d3cd" providerId="ADAL" clId="{68E40442-FF07-2948-A89D-EA30AAB3E984}" dt="2025-01-04T15:12:53.217" v="711" actId="2696"/>
        <pc:sldMkLst>
          <pc:docMk/>
          <pc:sldMk cId="459012393" sldId="318"/>
        </pc:sldMkLst>
        <pc:spChg chg="del">
          <ac:chgData name="NIES HUI WEN" userId="3541b9e0-606d-4c51-a83e-60dbee75d3cd" providerId="ADAL" clId="{68E40442-FF07-2948-A89D-EA30AAB3E984}" dt="2025-01-04T12:54:26.645" v="270" actId="700"/>
          <ac:spMkLst>
            <pc:docMk/>
            <pc:sldMk cId="459012393" sldId="318"/>
            <ac:spMk id="2" creationId="{BAD1E28B-2ECD-A187-B572-CFE8CC1D63E3}"/>
          </ac:spMkLst>
        </pc:spChg>
        <pc:spChg chg="del">
          <ac:chgData name="NIES HUI WEN" userId="3541b9e0-606d-4c51-a83e-60dbee75d3cd" providerId="ADAL" clId="{68E40442-FF07-2948-A89D-EA30AAB3E984}" dt="2025-01-04T12:54:26.645" v="270" actId="700"/>
          <ac:spMkLst>
            <pc:docMk/>
            <pc:sldMk cId="459012393" sldId="318"/>
            <ac:spMk id="3" creationId="{9E749182-F06E-FEC0-0D7F-86C14547D630}"/>
          </ac:spMkLst>
        </pc:spChg>
        <pc:spChg chg="mod ord">
          <ac:chgData name="NIES HUI WEN" userId="3541b9e0-606d-4c51-a83e-60dbee75d3cd" providerId="ADAL" clId="{68E40442-FF07-2948-A89D-EA30AAB3E984}" dt="2025-01-04T12:54:26.645" v="270" actId="700"/>
          <ac:spMkLst>
            <pc:docMk/>
            <pc:sldMk cId="459012393" sldId="318"/>
            <ac:spMk id="4" creationId="{6AA9972C-C12C-FCE4-3095-C7648F5DCE23}"/>
          </ac:spMkLst>
        </pc:spChg>
        <pc:spChg chg="add mod">
          <ac:chgData name="NIES HUI WEN" userId="3541b9e0-606d-4c51-a83e-60dbee75d3cd" providerId="ADAL" clId="{68E40442-FF07-2948-A89D-EA30AAB3E984}" dt="2025-01-04T12:57:26.159" v="283" actId="207"/>
          <ac:spMkLst>
            <pc:docMk/>
            <pc:sldMk cId="459012393" sldId="318"/>
            <ac:spMk id="9" creationId="{2E69B7C9-77B5-96B2-FD91-4903E5941716}"/>
          </ac:spMkLst>
        </pc:spChg>
        <pc:picChg chg="add mod">
          <ac:chgData name="NIES HUI WEN" userId="3541b9e0-606d-4c51-a83e-60dbee75d3cd" providerId="ADAL" clId="{68E40442-FF07-2948-A89D-EA30AAB3E984}" dt="2025-01-04T12:54:50.606" v="276" actId="14100"/>
          <ac:picMkLst>
            <pc:docMk/>
            <pc:sldMk cId="459012393" sldId="318"/>
            <ac:picMk id="5" creationId="{AEEFA72A-F147-6F98-C368-D10BE33BD47A}"/>
          </ac:picMkLst>
        </pc:picChg>
        <pc:inkChg chg="add">
          <ac:chgData name="NIES HUI WEN" userId="3541b9e0-606d-4c51-a83e-60dbee75d3cd" providerId="ADAL" clId="{68E40442-FF07-2948-A89D-EA30AAB3E984}" dt="2025-01-04T12:56:37.430" v="277"/>
          <ac:inkMkLst>
            <pc:docMk/>
            <pc:sldMk cId="459012393" sldId="318"/>
            <ac:inkMk id="6" creationId="{8B24D79B-7CC9-D7CA-A8D0-37441CA8196F}"/>
          </ac:inkMkLst>
        </pc:inkChg>
        <pc:inkChg chg="add">
          <ac:chgData name="NIES HUI WEN" userId="3541b9e0-606d-4c51-a83e-60dbee75d3cd" providerId="ADAL" clId="{68E40442-FF07-2948-A89D-EA30AAB3E984}" dt="2025-01-04T12:56:37.430" v="277"/>
          <ac:inkMkLst>
            <pc:docMk/>
            <pc:sldMk cId="459012393" sldId="318"/>
            <ac:inkMk id="7" creationId="{4C977FF1-2C25-A308-BDFD-C266EBFEA291}"/>
          </ac:inkMkLst>
        </pc:inkChg>
        <pc:inkChg chg="add">
          <ac:chgData name="NIES HUI WEN" userId="3541b9e0-606d-4c51-a83e-60dbee75d3cd" providerId="ADAL" clId="{68E40442-FF07-2948-A89D-EA30AAB3E984}" dt="2025-01-04T12:56:37.430" v="277"/>
          <ac:inkMkLst>
            <pc:docMk/>
            <pc:sldMk cId="459012393" sldId="318"/>
            <ac:inkMk id="8" creationId="{4A40AA15-273C-571D-3AA6-77B2C2FD0D6E}"/>
          </ac:inkMkLst>
        </pc:inkChg>
      </pc:sldChg>
      <pc:sldChg chg="addSp delSp modSp new mod modClrScheme chgLayout">
        <pc:chgData name="NIES HUI WEN" userId="3541b9e0-606d-4c51-a83e-60dbee75d3cd" providerId="ADAL" clId="{68E40442-FF07-2948-A89D-EA30AAB3E984}" dt="2025-01-04T15:47:44.281" v="1282"/>
        <pc:sldMkLst>
          <pc:docMk/>
          <pc:sldMk cId="2741597456" sldId="319"/>
        </pc:sldMkLst>
        <pc:spChg chg="del">
          <ac:chgData name="NIES HUI WEN" userId="3541b9e0-606d-4c51-a83e-60dbee75d3cd" providerId="ADAL" clId="{68E40442-FF07-2948-A89D-EA30AAB3E984}" dt="2025-01-04T12:57:51.457" v="285" actId="700"/>
          <ac:spMkLst>
            <pc:docMk/>
            <pc:sldMk cId="2741597456" sldId="319"/>
            <ac:spMk id="2" creationId="{2A79CA95-2781-B42B-9282-34CC87C3A0D9}"/>
          </ac:spMkLst>
        </pc:spChg>
        <pc:spChg chg="del">
          <ac:chgData name="NIES HUI WEN" userId="3541b9e0-606d-4c51-a83e-60dbee75d3cd" providerId="ADAL" clId="{68E40442-FF07-2948-A89D-EA30AAB3E984}" dt="2025-01-04T12:57:51.457" v="285" actId="700"/>
          <ac:spMkLst>
            <pc:docMk/>
            <pc:sldMk cId="2741597456" sldId="319"/>
            <ac:spMk id="3" creationId="{D4076CED-3557-2ED2-EB61-EB883AB51C8D}"/>
          </ac:spMkLst>
        </pc:spChg>
        <pc:spChg chg="del">
          <ac:chgData name="NIES HUI WEN" userId="3541b9e0-606d-4c51-a83e-60dbee75d3cd" providerId="ADAL" clId="{68E40442-FF07-2948-A89D-EA30AAB3E984}" dt="2025-01-04T12:57:51.457" v="285" actId="700"/>
          <ac:spMkLst>
            <pc:docMk/>
            <pc:sldMk cId="2741597456" sldId="319"/>
            <ac:spMk id="4" creationId="{D60CA0A0-8FAC-AC09-3E8F-94EB14D8735A}"/>
          </ac:spMkLst>
        </pc:spChg>
        <pc:spChg chg="mod ord">
          <ac:chgData name="NIES HUI WEN" userId="3541b9e0-606d-4c51-a83e-60dbee75d3cd" providerId="ADAL" clId="{68E40442-FF07-2948-A89D-EA30AAB3E984}" dt="2025-01-04T12:58:06.301" v="286" actId="700"/>
          <ac:spMkLst>
            <pc:docMk/>
            <pc:sldMk cId="2741597456" sldId="319"/>
            <ac:spMk id="5" creationId="{A97CF4D5-597B-BDD0-55FE-090FE46D7FA6}"/>
          </ac:spMkLst>
        </pc:spChg>
        <pc:spChg chg="add mod ord">
          <ac:chgData name="NIES HUI WEN" userId="3541b9e0-606d-4c51-a83e-60dbee75d3cd" providerId="ADAL" clId="{68E40442-FF07-2948-A89D-EA30AAB3E984}" dt="2025-01-04T15:40:56.203" v="1030" actId="20577"/>
          <ac:spMkLst>
            <pc:docMk/>
            <pc:sldMk cId="2741597456" sldId="319"/>
            <ac:spMk id="6" creationId="{6C34EE1D-8CB1-F1CA-D38B-B6992F710AB4}"/>
          </ac:spMkLst>
        </pc:spChg>
        <pc:spChg chg="add mod ord">
          <ac:chgData name="NIES HUI WEN" userId="3541b9e0-606d-4c51-a83e-60dbee75d3cd" providerId="ADAL" clId="{68E40442-FF07-2948-A89D-EA30AAB3E984}" dt="2025-01-04T15:47:44.281" v="1282"/>
          <ac:spMkLst>
            <pc:docMk/>
            <pc:sldMk cId="2741597456" sldId="319"/>
            <ac:spMk id="7" creationId="{070BFA85-4AF7-26A3-5D88-28F86675AFD7}"/>
          </ac:spMkLst>
        </pc:spChg>
      </pc:sldChg>
      <pc:sldChg chg="modSp add mod">
        <pc:chgData name="NIES HUI WEN" userId="3541b9e0-606d-4c51-a83e-60dbee75d3cd" providerId="ADAL" clId="{68E40442-FF07-2948-A89D-EA30AAB3E984}" dt="2025-01-04T13:10:04.188" v="645"/>
        <pc:sldMkLst>
          <pc:docMk/>
          <pc:sldMk cId="3350679985" sldId="320"/>
        </pc:sldMkLst>
        <pc:spChg chg="mod">
          <ac:chgData name="NIES HUI WEN" userId="3541b9e0-606d-4c51-a83e-60dbee75d3cd" providerId="ADAL" clId="{68E40442-FF07-2948-A89D-EA30AAB3E984}" dt="2025-01-04T13:10:04.188" v="645"/>
          <ac:spMkLst>
            <pc:docMk/>
            <pc:sldMk cId="3350679985" sldId="320"/>
            <ac:spMk id="3" creationId="{40A3C198-268E-4BFA-34BF-9C24EB002184}"/>
          </ac:spMkLst>
        </pc:spChg>
      </pc:sldChg>
      <pc:sldChg chg="new del">
        <pc:chgData name="NIES HUI WEN" userId="3541b9e0-606d-4c51-a83e-60dbee75d3cd" providerId="ADAL" clId="{68E40442-FF07-2948-A89D-EA30AAB3E984}" dt="2025-01-04T13:08:53.037" v="631" actId="2696"/>
        <pc:sldMkLst>
          <pc:docMk/>
          <pc:sldMk cId="3402202533" sldId="320"/>
        </pc:sldMkLst>
      </pc:sldChg>
      <pc:sldChg chg="addSp delSp modSp add del mod">
        <pc:chgData name="NIES HUI WEN" userId="3541b9e0-606d-4c51-a83e-60dbee75d3cd" providerId="ADAL" clId="{68E40442-FF07-2948-A89D-EA30AAB3E984}" dt="2025-01-04T15:13:05.595" v="712" actId="2696"/>
        <pc:sldMkLst>
          <pc:docMk/>
          <pc:sldMk cId="3017533876" sldId="321"/>
        </pc:sldMkLst>
        <pc:spChg chg="mod">
          <ac:chgData name="NIES HUI WEN" userId="3541b9e0-606d-4c51-a83e-60dbee75d3cd" providerId="ADAL" clId="{68E40442-FF07-2948-A89D-EA30AAB3E984}" dt="2025-01-04T13:13:08.247" v="658" actId="166"/>
          <ac:spMkLst>
            <pc:docMk/>
            <pc:sldMk cId="3017533876" sldId="321"/>
            <ac:spMk id="9" creationId="{5EB9699E-2EFB-7559-9C2B-16457E3C3681}"/>
          </ac:spMkLst>
        </pc:spChg>
        <pc:picChg chg="add mod">
          <ac:chgData name="NIES HUI WEN" userId="3541b9e0-606d-4c51-a83e-60dbee75d3cd" providerId="ADAL" clId="{68E40442-FF07-2948-A89D-EA30AAB3E984}" dt="2025-01-04T13:13:15.470" v="660" actId="1076"/>
          <ac:picMkLst>
            <pc:docMk/>
            <pc:sldMk cId="3017533876" sldId="321"/>
            <ac:picMk id="2" creationId="{8F8123DE-5334-2971-75D9-038F12352870}"/>
          </ac:picMkLst>
        </pc:picChg>
        <pc:picChg chg="del">
          <ac:chgData name="NIES HUI WEN" userId="3541b9e0-606d-4c51-a83e-60dbee75d3cd" providerId="ADAL" clId="{68E40442-FF07-2948-A89D-EA30AAB3E984}" dt="2025-01-04T13:12:27.766" v="651" actId="478"/>
          <ac:picMkLst>
            <pc:docMk/>
            <pc:sldMk cId="3017533876" sldId="321"/>
            <ac:picMk id="5" creationId="{AF48349B-D95D-526B-5887-3370A2ACD717}"/>
          </ac:picMkLst>
        </pc:picChg>
        <pc:inkChg chg="add">
          <ac:chgData name="NIES HUI WEN" userId="3541b9e0-606d-4c51-a83e-60dbee75d3cd" providerId="ADAL" clId="{68E40442-FF07-2948-A89D-EA30AAB3E984}" dt="2025-01-04T13:16:09.333" v="661"/>
          <ac:inkMkLst>
            <pc:docMk/>
            <pc:sldMk cId="3017533876" sldId="321"/>
            <ac:inkMk id="3" creationId="{FC727E04-B9C8-D340-1C1E-D86FD6140371}"/>
          </ac:inkMkLst>
        </pc:inkChg>
        <pc:inkChg chg="del">
          <ac:chgData name="NIES HUI WEN" userId="3541b9e0-606d-4c51-a83e-60dbee75d3cd" providerId="ADAL" clId="{68E40442-FF07-2948-A89D-EA30AAB3E984}" dt="2025-01-04T13:12:34.736" v="654" actId="478"/>
          <ac:inkMkLst>
            <pc:docMk/>
            <pc:sldMk cId="3017533876" sldId="321"/>
            <ac:inkMk id="6" creationId="{5A71FE63-DD09-32C5-984E-248E90A5A412}"/>
          </ac:inkMkLst>
        </pc:inkChg>
        <pc:inkChg chg="del">
          <ac:chgData name="NIES HUI WEN" userId="3541b9e0-606d-4c51-a83e-60dbee75d3cd" providerId="ADAL" clId="{68E40442-FF07-2948-A89D-EA30AAB3E984}" dt="2025-01-04T13:12:33.250" v="653" actId="478"/>
          <ac:inkMkLst>
            <pc:docMk/>
            <pc:sldMk cId="3017533876" sldId="321"/>
            <ac:inkMk id="7" creationId="{3B684E39-B10C-4C97-C213-5E189E2B3D0F}"/>
          </ac:inkMkLst>
        </pc:inkChg>
        <pc:inkChg chg="del">
          <ac:chgData name="NIES HUI WEN" userId="3541b9e0-606d-4c51-a83e-60dbee75d3cd" providerId="ADAL" clId="{68E40442-FF07-2948-A89D-EA30AAB3E984}" dt="2025-01-04T13:12:30.256" v="652" actId="478"/>
          <ac:inkMkLst>
            <pc:docMk/>
            <pc:sldMk cId="3017533876" sldId="321"/>
            <ac:inkMk id="8" creationId="{1E938521-AD14-B4D7-8E23-D9FBCE6E1BDF}"/>
          </ac:inkMkLst>
        </pc:inkChg>
        <pc:inkChg chg="add">
          <ac:chgData name="NIES HUI WEN" userId="3541b9e0-606d-4c51-a83e-60dbee75d3cd" providerId="ADAL" clId="{68E40442-FF07-2948-A89D-EA30AAB3E984}" dt="2025-01-04T13:16:09.333" v="661"/>
          <ac:inkMkLst>
            <pc:docMk/>
            <pc:sldMk cId="3017533876" sldId="321"/>
            <ac:inkMk id="10" creationId="{D092BDB9-EEC4-73F4-B995-4737D9D2D96F}"/>
          </ac:inkMkLst>
        </pc:inkChg>
        <pc:inkChg chg="add">
          <ac:chgData name="NIES HUI WEN" userId="3541b9e0-606d-4c51-a83e-60dbee75d3cd" providerId="ADAL" clId="{68E40442-FF07-2948-A89D-EA30AAB3E984}" dt="2025-01-04T13:16:09.333" v="661"/>
          <ac:inkMkLst>
            <pc:docMk/>
            <pc:sldMk cId="3017533876" sldId="321"/>
            <ac:inkMk id="11" creationId="{3EC885A2-B901-062C-5601-186D7E7EFF98}"/>
          </ac:inkMkLst>
        </pc:inkChg>
        <pc:inkChg chg="add">
          <ac:chgData name="NIES HUI WEN" userId="3541b9e0-606d-4c51-a83e-60dbee75d3cd" providerId="ADAL" clId="{68E40442-FF07-2948-A89D-EA30AAB3E984}" dt="2025-01-04T13:16:09.333" v="661"/>
          <ac:inkMkLst>
            <pc:docMk/>
            <pc:sldMk cId="3017533876" sldId="321"/>
            <ac:inkMk id="12" creationId="{647E3FFD-7E15-04C1-B040-211329EFFF86}"/>
          </ac:inkMkLst>
        </pc:inkChg>
      </pc:sldChg>
      <pc:sldChg chg="addSp delSp modSp new mod modClrScheme chgLayout">
        <pc:chgData name="NIES HUI WEN" userId="3541b9e0-606d-4c51-a83e-60dbee75d3cd" providerId="ADAL" clId="{68E40442-FF07-2948-A89D-EA30AAB3E984}" dt="2025-01-04T16:07:43.166" v="1782" actId="207"/>
        <pc:sldMkLst>
          <pc:docMk/>
          <pc:sldMk cId="3229002623" sldId="321"/>
        </pc:sldMkLst>
        <pc:spChg chg="del mod ord">
          <ac:chgData name="NIES HUI WEN" userId="3541b9e0-606d-4c51-a83e-60dbee75d3cd" providerId="ADAL" clId="{68E40442-FF07-2948-A89D-EA30AAB3E984}" dt="2025-01-04T15:41:10.748" v="1032" actId="700"/>
          <ac:spMkLst>
            <pc:docMk/>
            <pc:sldMk cId="3229002623" sldId="321"/>
            <ac:spMk id="2" creationId="{6BA22234-2158-0E3A-06D0-892BCC8F4B1E}"/>
          </ac:spMkLst>
        </pc:spChg>
        <pc:spChg chg="del mod ord">
          <ac:chgData name="NIES HUI WEN" userId="3541b9e0-606d-4c51-a83e-60dbee75d3cd" providerId="ADAL" clId="{68E40442-FF07-2948-A89D-EA30AAB3E984}" dt="2025-01-04T15:41:10.748" v="1032" actId="700"/>
          <ac:spMkLst>
            <pc:docMk/>
            <pc:sldMk cId="3229002623" sldId="321"/>
            <ac:spMk id="3" creationId="{1C4DF18A-CE1E-6A68-371C-14E2FC74ECC9}"/>
          </ac:spMkLst>
        </pc:spChg>
        <pc:spChg chg="del">
          <ac:chgData name="NIES HUI WEN" userId="3541b9e0-606d-4c51-a83e-60dbee75d3cd" providerId="ADAL" clId="{68E40442-FF07-2948-A89D-EA30AAB3E984}" dt="2025-01-04T15:41:10.748" v="1032" actId="700"/>
          <ac:spMkLst>
            <pc:docMk/>
            <pc:sldMk cId="3229002623" sldId="321"/>
            <ac:spMk id="4" creationId="{6EBF9A8A-B391-D336-447A-390773808568}"/>
          </ac:spMkLst>
        </pc:spChg>
        <pc:spChg chg="mod ord">
          <ac:chgData name="NIES HUI WEN" userId="3541b9e0-606d-4c51-a83e-60dbee75d3cd" providerId="ADAL" clId="{68E40442-FF07-2948-A89D-EA30AAB3E984}" dt="2025-01-04T15:41:10.748" v="1032" actId="700"/>
          <ac:spMkLst>
            <pc:docMk/>
            <pc:sldMk cId="3229002623" sldId="321"/>
            <ac:spMk id="5" creationId="{BD65AAC5-776A-C18C-C0E8-DE08F69530C4}"/>
          </ac:spMkLst>
        </pc:spChg>
        <pc:spChg chg="add mod ord">
          <ac:chgData name="NIES HUI WEN" userId="3541b9e0-606d-4c51-a83e-60dbee75d3cd" providerId="ADAL" clId="{68E40442-FF07-2948-A89D-EA30AAB3E984}" dt="2025-01-04T15:41:28.908" v="1064" actId="20577"/>
          <ac:spMkLst>
            <pc:docMk/>
            <pc:sldMk cId="3229002623" sldId="321"/>
            <ac:spMk id="6" creationId="{BB1C5938-9395-5E04-9B12-67B0A7FA3E6A}"/>
          </ac:spMkLst>
        </pc:spChg>
        <pc:spChg chg="add mod ord">
          <ac:chgData name="NIES HUI WEN" userId="3541b9e0-606d-4c51-a83e-60dbee75d3cd" providerId="ADAL" clId="{68E40442-FF07-2948-A89D-EA30AAB3E984}" dt="2025-01-04T16:07:43.166" v="1782" actId="207"/>
          <ac:spMkLst>
            <pc:docMk/>
            <pc:sldMk cId="3229002623" sldId="321"/>
            <ac:spMk id="7" creationId="{12033EB8-5EA6-F4B7-DE41-EFA963FF051E}"/>
          </ac:spMkLst>
        </pc:spChg>
      </pc:sldChg>
      <pc:sldChg chg="addSp delSp modSp add del mod">
        <pc:chgData name="NIES HUI WEN" userId="3541b9e0-606d-4c51-a83e-60dbee75d3cd" providerId="ADAL" clId="{68E40442-FF07-2948-A89D-EA30AAB3E984}" dt="2025-01-04T15:13:29.257" v="716" actId="2696"/>
        <pc:sldMkLst>
          <pc:docMk/>
          <pc:sldMk cId="344478776" sldId="322"/>
        </pc:sldMkLst>
        <pc:spChg chg="mod">
          <ac:chgData name="NIES HUI WEN" userId="3541b9e0-606d-4c51-a83e-60dbee75d3cd" providerId="ADAL" clId="{68E40442-FF07-2948-A89D-EA30AAB3E984}" dt="2025-01-04T13:20:04.791" v="679" actId="166"/>
          <ac:spMkLst>
            <pc:docMk/>
            <pc:sldMk cId="344478776" sldId="322"/>
            <ac:spMk id="9" creationId="{CE21F971-D921-BD09-E6BF-DF5C6F2CF791}"/>
          </ac:spMkLst>
        </pc:spChg>
        <pc:picChg chg="del">
          <ac:chgData name="NIES HUI WEN" userId="3541b9e0-606d-4c51-a83e-60dbee75d3cd" providerId="ADAL" clId="{68E40442-FF07-2948-A89D-EA30AAB3E984}" dt="2025-01-04T13:18:50.504" v="674" actId="478"/>
          <ac:picMkLst>
            <pc:docMk/>
            <pc:sldMk cId="344478776" sldId="322"/>
            <ac:picMk id="2" creationId="{7F2A0032-2E22-1E4A-1C7E-F460486A2819}"/>
          </ac:picMkLst>
        </pc:picChg>
        <pc:picChg chg="add mod">
          <ac:chgData name="NIES HUI WEN" userId="3541b9e0-606d-4c51-a83e-60dbee75d3cd" providerId="ADAL" clId="{68E40442-FF07-2948-A89D-EA30AAB3E984}" dt="2025-01-04T13:20:17.680" v="686" actId="1038"/>
          <ac:picMkLst>
            <pc:docMk/>
            <pc:sldMk cId="344478776" sldId="322"/>
            <ac:picMk id="5" creationId="{BA78E7F7-DBA6-7C54-B629-70EFE6590B99}"/>
          </ac:picMkLst>
        </pc:picChg>
        <pc:inkChg chg="del">
          <ac:chgData name="NIES HUI WEN" userId="3541b9e0-606d-4c51-a83e-60dbee75d3cd" providerId="ADAL" clId="{68E40442-FF07-2948-A89D-EA30AAB3E984}" dt="2025-01-04T13:18:50.504" v="674" actId="478"/>
          <ac:inkMkLst>
            <pc:docMk/>
            <pc:sldMk cId="344478776" sldId="322"/>
            <ac:inkMk id="3" creationId="{8B2CC961-AC38-5866-E377-4A255293C0D7}"/>
          </ac:inkMkLst>
        </pc:inkChg>
        <pc:inkChg chg="add">
          <ac:chgData name="NIES HUI WEN" userId="3541b9e0-606d-4c51-a83e-60dbee75d3cd" providerId="ADAL" clId="{68E40442-FF07-2948-A89D-EA30AAB3E984}" dt="2025-01-04T13:24:46.932" v="687"/>
          <ac:inkMkLst>
            <pc:docMk/>
            <pc:sldMk cId="344478776" sldId="322"/>
            <ac:inkMk id="6" creationId="{0B5F4595-AB88-350E-D973-FB19A7CB9A9A}"/>
          </ac:inkMkLst>
        </pc:inkChg>
        <pc:inkChg chg="add">
          <ac:chgData name="NIES HUI WEN" userId="3541b9e0-606d-4c51-a83e-60dbee75d3cd" providerId="ADAL" clId="{68E40442-FF07-2948-A89D-EA30AAB3E984}" dt="2025-01-04T13:24:46.932" v="687"/>
          <ac:inkMkLst>
            <pc:docMk/>
            <pc:sldMk cId="344478776" sldId="322"/>
            <ac:inkMk id="8" creationId="{B4CCE851-1483-1E42-4234-1C6F9DEF4DA7}"/>
          </ac:inkMkLst>
        </pc:inkChg>
        <pc:inkChg chg="del">
          <ac:chgData name="NIES HUI WEN" userId="3541b9e0-606d-4c51-a83e-60dbee75d3cd" providerId="ADAL" clId="{68E40442-FF07-2948-A89D-EA30AAB3E984}" dt="2025-01-04T13:18:50.504" v="674" actId="478"/>
          <ac:inkMkLst>
            <pc:docMk/>
            <pc:sldMk cId="344478776" sldId="322"/>
            <ac:inkMk id="10" creationId="{6C949FDE-7E55-46D4-DBBA-78DB6C019EEB}"/>
          </ac:inkMkLst>
        </pc:inkChg>
        <pc:inkChg chg="del">
          <ac:chgData name="NIES HUI WEN" userId="3541b9e0-606d-4c51-a83e-60dbee75d3cd" providerId="ADAL" clId="{68E40442-FF07-2948-A89D-EA30AAB3E984}" dt="2025-01-04T13:18:50.504" v="674" actId="478"/>
          <ac:inkMkLst>
            <pc:docMk/>
            <pc:sldMk cId="344478776" sldId="322"/>
            <ac:inkMk id="11" creationId="{1E0D0527-D646-983F-4530-20BD8CEF70EF}"/>
          </ac:inkMkLst>
        </pc:inkChg>
        <pc:inkChg chg="del">
          <ac:chgData name="NIES HUI WEN" userId="3541b9e0-606d-4c51-a83e-60dbee75d3cd" providerId="ADAL" clId="{68E40442-FF07-2948-A89D-EA30AAB3E984}" dt="2025-01-04T13:18:50.504" v="674" actId="478"/>
          <ac:inkMkLst>
            <pc:docMk/>
            <pc:sldMk cId="344478776" sldId="322"/>
            <ac:inkMk id="12" creationId="{D2827772-85A1-FFC1-F27C-EFCF3B5E24CF}"/>
          </ac:inkMkLst>
        </pc:inkChg>
        <pc:inkChg chg="add">
          <ac:chgData name="NIES HUI WEN" userId="3541b9e0-606d-4c51-a83e-60dbee75d3cd" providerId="ADAL" clId="{68E40442-FF07-2948-A89D-EA30AAB3E984}" dt="2025-01-04T13:24:46.932" v="687"/>
          <ac:inkMkLst>
            <pc:docMk/>
            <pc:sldMk cId="344478776" sldId="322"/>
            <ac:inkMk id="13" creationId="{55672B29-FF60-D273-89F9-AC0FF7607C57}"/>
          </ac:inkMkLst>
        </pc:inkChg>
        <pc:inkChg chg="add">
          <ac:chgData name="NIES HUI WEN" userId="3541b9e0-606d-4c51-a83e-60dbee75d3cd" providerId="ADAL" clId="{68E40442-FF07-2948-A89D-EA30AAB3E984}" dt="2025-01-04T13:24:46.932" v="687"/>
          <ac:inkMkLst>
            <pc:docMk/>
            <pc:sldMk cId="344478776" sldId="322"/>
            <ac:inkMk id="14" creationId="{E41FA033-130C-20CC-1308-4BD60C9AF0F4}"/>
          </ac:inkMkLst>
        </pc:inkChg>
        <pc:inkChg chg="add">
          <ac:chgData name="NIES HUI WEN" userId="3541b9e0-606d-4c51-a83e-60dbee75d3cd" providerId="ADAL" clId="{68E40442-FF07-2948-A89D-EA30AAB3E984}" dt="2025-01-04T13:24:46.932" v="687"/>
          <ac:inkMkLst>
            <pc:docMk/>
            <pc:sldMk cId="344478776" sldId="322"/>
            <ac:inkMk id="15" creationId="{9B3E9C90-1D66-F061-8F7F-805F94E8DB89}"/>
          </ac:inkMkLst>
        </pc:inkChg>
        <pc:inkChg chg="add">
          <ac:chgData name="NIES HUI WEN" userId="3541b9e0-606d-4c51-a83e-60dbee75d3cd" providerId="ADAL" clId="{68E40442-FF07-2948-A89D-EA30AAB3E984}" dt="2025-01-04T13:24:46.932" v="687"/>
          <ac:inkMkLst>
            <pc:docMk/>
            <pc:sldMk cId="344478776" sldId="322"/>
            <ac:inkMk id="16" creationId="{5956E663-C3CF-B817-52A7-09C06AC7BDF6}"/>
          </ac:inkMkLst>
        </pc:inkChg>
        <pc:inkChg chg="add">
          <ac:chgData name="NIES HUI WEN" userId="3541b9e0-606d-4c51-a83e-60dbee75d3cd" providerId="ADAL" clId="{68E40442-FF07-2948-A89D-EA30AAB3E984}" dt="2025-01-04T13:24:46.932" v="687"/>
          <ac:inkMkLst>
            <pc:docMk/>
            <pc:sldMk cId="344478776" sldId="322"/>
            <ac:inkMk id="17" creationId="{577B6430-F9A6-8F85-45CB-E6706CB520B5}"/>
          </ac:inkMkLst>
        </pc:inkChg>
        <pc:inkChg chg="add">
          <ac:chgData name="NIES HUI WEN" userId="3541b9e0-606d-4c51-a83e-60dbee75d3cd" providerId="ADAL" clId="{68E40442-FF07-2948-A89D-EA30AAB3E984}" dt="2025-01-04T13:24:46.932" v="687"/>
          <ac:inkMkLst>
            <pc:docMk/>
            <pc:sldMk cId="344478776" sldId="322"/>
            <ac:inkMk id="18" creationId="{5F55190B-8CF3-1FC0-DE59-C322EE193DF9}"/>
          </ac:inkMkLst>
        </pc:inkChg>
        <pc:inkChg chg="add">
          <ac:chgData name="NIES HUI WEN" userId="3541b9e0-606d-4c51-a83e-60dbee75d3cd" providerId="ADAL" clId="{68E40442-FF07-2948-A89D-EA30AAB3E984}" dt="2025-01-04T13:24:46.932" v="687"/>
          <ac:inkMkLst>
            <pc:docMk/>
            <pc:sldMk cId="344478776" sldId="322"/>
            <ac:inkMk id="19" creationId="{F3046DDB-1155-9138-C3E1-68EEB79CCEC1}"/>
          </ac:inkMkLst>
        </pc:inkChg>
        <pc:inkChg chg="add">
          <ac:chgData name="NIES HUI WEN" userId="3541b9e0-606d-4c51-a83e-60dbee75d3cd" providerId="ADAL" clId="{68E40442-FF07-2948-A89D-EA30AAB3E984}" dt="2025-01-04T13:24:46.932" v="687"/>
          <ac:inkMkLst>
            <pc:docMk/>
            <pc:sldMk cId="344478776" sldId="322"/>
            <ac:inkMk id="20" creationId="{DE04601B-EF2D-E6F1-500C-D5F58DE63E1D}"/>
          </ac:inkMkLst>
        </pc:inkChg>
        <pc:inkChg chg="add">
          <ac:chgData name="NIES HUI WEN" userId="3541b9e0-606d-4c51-a83e-60dbee75d3cd" providerId="ADAL" clId="{68E40442-FF07-2948-A89D-EA30AAB3E984}" dt="2025-01-04T13:26:02.949" v="688"/>
          <ac:inkMkLst>
            <pc:docMk/>
            <pc:sldMk cId="344478776" sldId="322"/>
            <ac:inkMk id="21" creationId="{94719D55-BE29-97E6-4EEB-D3F63F0C53F7}"/>
          </ac:inkMkLst>
        </pc:inkChg>
        <pc:inkChg chg="add">
          <ac:chgData name="NIES HUI WEN" userId="3541b9e0-606d-4c51-a83e-60dbee75d3cd" providerId="ADAL" clId="{68E40442-FF07-2948-A89D-EA30AAB3E984}" dt="2025-01-04T13:26:02.949" v="688"/>
          <ac:inkMkLst>
            <pc:docMk/>
            <pc:sldMk cId="344478776" sldId="322"/>
            <ac:inkMk id="22" creationId="{C4120F8E-71AD-6AEF-1D40-229C1C3ECEE9}"/>
          </ac:inkMkLst>
        </pc:inkChg>
        <pc:inkChg chg="add">
          <ac:chgData name="NIES HUI WEN" userId="3541b9e0-606d-4c51-a83e-60dbee75d3cd" providerId="ADAL" clId="{68E40442-FF07-2948-A89D-EA30AAB3E984}" dt="2025-01-04T13:26:02.949" v="688"/>
          <ac:inkMkLst>
            <pc:docMk/>
            <pc:sldMk cId="344478776" sldId="322"/>
            <ac:inkMk id="23" creationId="{E227FDAE-C73A-0657-AF89-115896B72B9A}"/>
          </ac:inkMkLst>
        </pc:inkChg>
        <pc:inkChg chg="add">
          <ac:chgData name="NIES HUI WEN" userId="3541b9e0-606d-4c51-a83e-60dbee75d3cd" providerId="ADAL" clId="{68E40442-FF07-2948-A89D-EA30AAB3E984}" dt="2025-01-04T13:26:02.949" v="688"/>
          <ac:inkMkLst>
            <pc:docMk/>
            <pc:sldMk cId="344478776" sldId="322"/>
            <ac:inkMk id="24" creationId="{6CE7121F-6C22-BDE1-2AA7-F2402BC368AC}"/>
          </ac:inkMkLst>
        </pc:inkChg>
        <pc:inkChg chg="add">
          <ac:chgData name="NIES HUI WEN" userId="3541b9e0-606d-4c51-a83e-60dbee75d3cd" providerId="ADAL" clId="{68E40442-FF07-2948-A89D-EA30AAB3E984}" dt="2025-01-04T13:26:02.949" v="688"/>
          <ac:inkMkLst>
            <pc:docMk/>
            <pc:sldMk cId="344478776" sldId="322"/>
            <ac:inkMk id="25" creationId="{519E13B1-772B-F685-EAFC-6C0733627486}"/>
          </ac:inkMkLst>
        </pc:inkChg>
        <pc:inkChg chg="add">
          <ac:chgData name="NIES HUI WEN" userId="3541b9e0-606d-4c51-a83e-60dbee75d3cd" providerId="ADAL" clId="{68E40442-FF07-2948-A89D-EA30AAB3E984}" dt="2025-01-04T13:26:02.949" v="688"/>
          <ac:inkMkLst>
            <pc:docMk/>
            <pc:sldMk cId="344478776" sldId="322"/>
            <ac:inkMk id="26" creationId="{81EDF49A-24B0-F37B-1DD0-507948CBE5C2}"/>
          </ac:inkMkLst>
        </pc:inkChg>
        <pc:inkChg chg="add">
          <ac:chgData name="NIES HUI WEN" userId="3541b9e0-606d-4c51-a83e-60dbee75d3cd" providerId="ADAL" clId="{68E40442-FF07-2948-A89D-EA30AAB3E984}" dt="2025-01-04T13:26:02.949" v="688"/>
          <ac:inkMkLst>
            <pc:docMk/>
            <pc:sldMk cId="344478776" sldId="322"/>
            <ac:inkMk id="27" creationId="{670D2503-C562-BFED-5214-D9860C885B62}"/>
          </ac:inkMkLst>
        </pc:inkChg>
      </pc:sldChg>
      <pc:sldChg chg="addSp delSp modSp new mod modClrScheme chgLayout">
        <pc:chgData name="NIES HUI WEN" userId="3541b9e0-606d-4c51-a83e-60dbee75d3cd" providerId="ADAL" clId="{68E40442-FF07-2948-A89D-EA30AAB3E984}" dt="2025-01-04T15:42:47.836" v="1152" actId="20577"/>
        <pc:sldMkLst>
          <pc:docMk/>
          <pc:sldMk cId="3575708669" sldId="322"/>
        </pc:sldMkLst>
        <pc:spChg chg="del mod ord">
          <ac:chgData name="NIES HUI WEN" userId="3541b9e0-606d-4c51-a83e-60dbee75d3cd" providerId="ADAL" clId="{68E40442-FF07-2948-A89D-EA30AAB3E984}" dt="2025-01-04T15:42:32.936" v="1134" actId="700"/>
          <ac:spMkLst>
            <pc:docMk/>
            <pc:sldMk cId="3575708669" sldId="322"/>
            <ac:spMk id="2" creationId="{2DB58BE2-B81F-94EE-2B88-B31E14BD7A43}"/>
          </ac:spMkLst>
        </pc:spChg>
        <pc:spChg chg="del">
          <ac:chgData name="NIES HUI WEN" userId="3541b9e0-606d-4c51-a83e-60dbee75d3cd" providerId="ADAL" clId="{68E40442-FF07-2948-A89D-EA30AAB3E984}" dt="2025-01-04T15:42:32.936" v="1134" actId="700"/>
          <ac:spMkLst>
            <pc:docMk/>
            <pc:sldMk cId="3575708669" sldId="322"/>
            <ac:spMk id="3" creationId="{DF730DA1-4077-53E4-4C2E-9E2A83BD5F35}"/>
          </ac:spMkLst>
        </pc:spChg>
        <pc:spChg chg="mod ord">
          <ac:chgData name="NIES HUI WEN" userId="3541b9e0-606d-4c51-a83e-60dbee75d3cd" providerId="ADAL" clId="{68E40442-FF07-2948-A89D-EA30AAB3E984}" dt="2025-01-04T15:42:32.936" v="1134" actId="700"/>
          <ac:spMkLst>
            <pc:docMk/>
            <pc:sldMk cId="3575708669" sldId="322"/>
            <ac:spMk id="4" creationId="{85ABCBB4-90A1-3D3F-7BE5-2BB88226899C}"/>
          </ac:spMkLst>
        </pc:spChg>
        <pc:spChg chg="add mod ord">
          <ac:chgData name="NIES HUI WEN" userId="3541b9e0-606d-4c51-a83e-60dbee75d3cd" providerId="ADAL" clId="{68E40442-FF07-2948-A89D-EA30AAB3E984}" dt="2025-01-04T15:42:47.836" v="1152" actId="20577"/>
          <ac:spMkLst>
            <pc:docMk/>
            <pc:sldMk cId="3575708669" sldId="322"/>
            <ac:spMk id="5" creationId="{5766B10A-21E0-5FA2-C45E-8B3C33C3FF05}"/>
          </ac:spMkLst>
        </pc:spChg>
      </pc:sldChg>
      <pc:sldChg chg="modSp add mod">
        <pc:chgData name="NIES HUI WEN" userId="3541b9e0-606d-4c51-a83e-60dbee75d3cd" providerId="ADAL" clId="{68E40442-FF07-2948-A89D-EA30AAB3E984}" dt="2025-01-04T15:43:20.024" v="1157" actId="20577"/>
        <pc:sldMkLst>
          <pc:docMk/>
          <pc:sldMk cId="1268205741" sldId="323"/>
        </pc:sldMkLst>
        <pc:spChg chg="mod">
          <ac:chgData name="NIES HUI WEN" userId="3541b9e0-606d-4c51-a83e-60dbee75d3cd" providerId="ADAL" clId="{68E40442-FF07-2948-A89D-EA30AAB3E984}" dt="2025-01-04T15:43:20.024" v="1157" actId="20577"/>
          <ac:spMkLst>
            <pc:docMk/>
            <pc:sldMk cId="1268205741" sldId="323"/>
            <ac:spMk id="5" creationId="{92003BC2-7B3F-DADF-FD70-954338923DD7}"/>
          </ac:spMkLst>
        </pc:spChg>
      </pc:sldChg>
      <pc:sldChg chg="modSp add mod">
        <pc:chgData name="NIES HUI WEN" userId="3541b9e0-606d-4c51-a83e-60dbee75d3cd" providerId="ADAL" clId="{68E40442-FF07-2948-A89D-EA30AAB3E984}" dt="2025-01-04T15:43:37.122" v="1170" actId="20577"/>
        <pc:sldMkLst>
          <pc:docMk/>
          <pc:sldMk cId="54959718" sldId="324"/>
        </pc:sldMkLst>
        <pc:spChg chg="mod">
          <ac:chgData name="NIES HUI WEN" userId="3541b9e0-606d-4c51-a83e-60dbee75d3cd" providerId="ADAL" clId="{68E40442-FF07-2948-A89D-EA30AAB3E984}" dt="2025-01-04T15:43:37.122" v="1170" actId="20577"/>
          <ac:spMkLst>
            <pc:docMk/>
            <pc:sldMk cId="54959718" sldId="324"/>
            <ac:spMk id="5" creationId="{56C2EC22-44BB-9A52-93C7-D5E181BB1C43}"/>
          </ac:spMkLst>
        </pc:spChg>
      </pc:sldChg>
      <pc:sldChg chg="modSp add mod">
        <pc:chgData name="NIES HUI WEN" userId="3541b9e0-606d-4c51-a83e-60dbee75d3cd" providerId="ADAL" clId="{68E40442-FF07-2948-A89D-EA30AAB3E984}" dt="2025-01-04T15:44:18.482" v="1198" actId="20577"/>
        <pc:sldMkLst>
          <pc:docMk/>
          <pc:sldMk cId="568123775" sldId="325"/>
        </pc:sldMkLst>
        <pc:spChg chg="mod">
          <ac:chgData name="NIES HUI WEN" userId="3541b9e0-606d-4c51-a83e-60dbee75d3cd" providerId="ADAL" clId="{68E40442-FF07-2948-A89D-EA30AAB3E984}" dt="2025-01-04T15:44:18.482" v="1198" actId="20577"/>
          <ac:spMkLst>
            <pc:docMk/>
            <pc:sldMk cId="568123775" sldId="325"/>
            <ac:spMk id="5" creationId="{F9E4B6E1-4B6A-B9CC-D4E8-FADE299936B7}"/>
          </ac:spMkLst>
        </pc:spChg>
      </pc:sldChg>
      <pc:sldChg chg="modSp add mod">
        <pc:chgData name="NIES HUI WEN" userId="3541b9e0-606d-4c51-a83e-60dbee75d3cd" providerId="ADAL" clId="{68E40442-FF07-2948-A89D-EA30AAB3E984}" dt="2025-01-04T15:44:49.731" v="1208" actId="20577"/>
        <pc:sldMkLst>
          <pc:docMk/>
          <pc:sldMk cId="2975817232" sldId="326"/>
        </pc:sldMkLst>
        <pc:spChg chg="mod">
          <ac:chgData name="NIES HUI WEN" userId="3541b9e0-606d-4c51-a83e-60dbee75d3cd" providerId="ADAL" clId="{68E40442-FF07-2948-A89D-EA30AAB3E984}" dt="2025-01-04T15:44:49.731" v="1208" actId="20577"/>
          <ac:spMkLst>
            <pc:docMk/>
            <pc:sldMk cId="2975817232" sldId="326"/>
            <ac:spMk id="5" creationId="{A7517465-C771-F61A-B9B0-C2EE5F44C304}"/>
          </ac:spMkLst>
        </pc:spChg>
      </pc:sldChg>
      <pc:sldChg chg="modSp add mod">
        <pc:chgData name="NIES HUI WEN" userId="3541b9e0-606d-4c51-a83e-60dbee75d3cd" providerId="ADAL" clId="{68E40442-FF07-2948-A89D-EA30AAB3E984}" dt="2025-01-04T15:45:08.570" v="1219" actId="20577"/>
        <pc:sldMkLst>
          <pc:docMk/>
          <pc:sldMk cId="1545752160" sldId="327"/>
        </pc:sldMkLst>
        <pc:spChg chg="mod">
          <ac:chgData name="NIES HUI WEN" userId="3541b9e0-606d-4c51-a83e-60dbee75d3cd" providerId="ADAL" clId="{68E40442-FF07-2948-A89D-EA30AAB3E984}" dt="2025-01-04T15:45:08.570" v="1219" actId="20577"/>
          <ac:spMkLst>
            <pc:docMk/>
            <pc:sldMk cId="1545752160" sldId="327"/>
            <ac:spMk id="5" creationId="{DE42DA0C-0C74-2224-B5BF-F02A6B4551DA}"/>
          </ac:spMkLst>
        </pc:spChg>
      </pc:sldChg>
      <pc:sldChg chg="modSp add mod">
        <pc:chgData name="NIES HUI WEN" userId="3541b9e0-606d-4c51-a83e-60dbee75d3cd" providerId="ADAL" clId="{68E40442-FF07-2948-A89D-EA30AAB3E984}" dt="2025-01-04T15:51:28.690" v="1414" actId="20577"/>
        <pc:sldMkLst>
          <pc:docMk/>
          <pc:sldMk cId="3090928591" sldId="328"/>
        </pc:sldMkLst>
        <pc:spChg chg="mod">
          <ac:chgData name="NIES HUI WEN" userId="3541b9e0-606d-4c51-a83e-60dbee75d3cd" providerId="ADAL" clId="{68E40442-FF07-2948-A89D-EA30AAB3E984}" dt="2025-01-04T15:51:28.690" v="1414" actId="20577"/>
          <ac:spMkLst>
            <pc:docMk/>
            <pc:sldMk cId="3090928591" sldId="328"/>
            <ac:spMk id="6" creationId="{313C30A9-A960-410B-B8A0-F9DBAD5D6569}"/>
          </ac:spMkLst>
        </pc:spChg>
        <pc:spChg chg="mod">
          <ac:chgData name="NIES HUI WEN" userId="3541b9e0-606d-4c51-a83e-60dbee75d3cd" providerId="ADAL" clId="{68E40442-FF07-2948-A89D-EA30AAB3E984}" dt="2025-01-04T15:49:39.035" v="1401" actId="20577"/>
          <ac:spMkLst>
            <pc:docMk/>
            <pc:sldMk cId="3090928591" sldId="328"/>
            <ac:spMk id="7" creationId="{CFBCD6F5-1319-CFB8-3D54-5E96141440A5}"/>
          </ac:spMkLst>
        </pc:spChg>
      </pc:sldChg>
      <pc:sldChg chg="modSp add mod">
        <pc:chgData name="NIES HUI WEN" userId="3541b9e0-606d-4c51-a83e-60dbee75d3cd" providerId="ADAL" clId="{68E40442-FF07-2948-A89D-EA30AAB3E984}" dt="2025-01-04T15:53:06.513" v="1463" actId="20577"/>
        <pc:sldMkLst>
          <pc:docMk/>
          <pc:sldMk cId="3067528237" sldId="329"/>
        </pc:sldMkLst>
        <pc:spChg chg="mod">
          <ac:chgData name="NIES HUI WEN" userId="3541b9e0-606d-4c51-a83e-60dbee75d3cd" providerId="ADAL" clId="{68E40442-FF07-2948-A89D-EA30AAB3E984}" dt="2025-01-04T15:53:06.513" v="1463" actId="20577"/>
          <ac:spMkLst>
            <pc:docMk/>
            <pc:sldMk cId="3067528237" sldId="329"/>
            <ac:spMk id="6" creationId="{4FD307A9-6F01-9D23-0716-4A91F9AB2C45}"/>
          </ac:spMkLst>
        </pc:spChg>
        <pc:spChg chg="mod">
          <ac:chgData name="NIES HUI WEN" userId="3541b9e0-606d-4c51-a83e-60dbee75d3cd" providerId="ADAL" clId="{68E40442-FF07-2948-A89D-EA30AAB3E984}" dt="2025-01-04T15:52:55.744" v="1461" actId="27636"/>
          <ac:spMkLst>
            <pc:docMk/>
            <pc:sldMk cId="3067528237" sldId="329"/>
            <ac:spMk id="7" creationId="{45D613BB-F22A-844E-B88F-B3656C7C2381}"/>
          </ac:spMkLst>
        </pc:spChg>
      </pc:sldChg>
      <pc:sldChg chg="addSp modSp add mod">
        <pc:chgData name="NIES HUI WEN" userId="3541b9e0-606d-4c51-a83e-60dbee75d3cd" providerId="ADAL" clId="{68E40442-FF07-2948-A89D-EA30AAB3E984}" dt="2025-01-04T15:58:49.258" v="1595" actId="20577"/>
        <pc:sldMkLst>
          <pc:docMk/>
          <pc:sldMk cId="145612224" sldId="330"/>
        </pc:sldMkLst>
        <pc:spChg chg="add mod">
          <ac:chgData name="NIES HUI WEN" userId="3541b9e0-606d-4c51-a83e-60dbee75d3cd" providerId="ADAL" clId="{68E40442-FF07-2948-A89D-EA30AAB3E984}" dt="2025-01-04T15:57:45.253" v="1559" actId="20577"/>
          <ac:spMkLst>
            <pc:docMk/>
            <pc:sldMk cId="145612224" sldId="330"/>
            <ac:spMk id="2" creationId="{55A2A996-9FA8-9A0B-C847-B70F65E6DAF0}"/>
          </ac:spMkLst>
        </pc:spChg>
        <pc:spChg chg="add mod">
          <ac:chgData name="NIES HUI WEN" userId="3541b9e0-606d-4c51-a83e-60dbee75d3cd" providerId="ADAL" clId="{68E40442-FF07-2948-A89D-EA30AAB3E984}" dt="2025-01-04T15:58:49.258" v="1595" actId="20577"/>
          <ac:spMkLst>
            <pc:docMk/>
            <pc:sldMk cId="145612224" sldId="330"/>
            <ac:spMk id="3" creationId="{F01AB790-E382-7876-D25C-6CE02D2AAF8C}"/>
          </ac:spMkLst>
        </pc:spChg>
        <pc:spChg chg="mod">
          <ac:chgData name="NIES HUI WEN" userId="3541b9e0-606d-4c51-a83e-60dbee75d3cd" providerId="ADAL" clId="{68E40442-FF07-2948-A89D-EA30AAB3E984}" dt="2025-01-04T15:53:27.701" v="1474" actId="20577"/>
          <ac:spMkLst>
            <pc:docMk/>
            <pc:sldMk cId="145612224" sldId="330"/>
            <ac:spMk id="6" creationId="{F5D75367-FDFF-3DA5-FF13-2A25424BC81D}"/>
          </ac:spMkLst>
        </pc:spChg>
        <pc:spChg chg="mod">
          <ac:chgData name="NIES HUI WEN" userId="3541b9e0-606d-4c51-a83e-60dbee75d3cd" providerId="ADAL" clId="{68E40442-FF07-2948-A89D-EA30AAB3E984}" dt="2025-01-04T15:56:17.700" v="1519" actId="20577"/>
          <ac:spMkLst>
            <pc:docMk/>
            <pc:sldMk cId="145612224" sldId="330"/>
            <ac:spMk id="7" creationId="{82A002B8-B8FB-5C60-8674-096DC60265BC}"/>
          </ac:spMkLst>
        </pc:spChg>
      </pc:sldChg>
      <pc:sldChg chg="modSp add mod">
        <pc:chgData name="NIES HUI WEN" userId="3541b9e0-606d-4c51-a83e-60dbee75d3cd" providerId="ADAL" clId="{68E40442-FF07-2948-A89D-EA30AAB3E984}" dt="2025-01-04T16:00:27.272" v="1667"/>
        <pc:sldMkLst>
          <pc:docMk/>
          <pc:sldMk cId="2631191547" sldId="331"/>
        </pc:sldMkLst>
        <pc:spChg chg="mod">
          <ac:chgData name="NIES HUI WEN" userId="3541b9e0-606d-4c51-a83e-60dbee75d3cd" providerId="ADAL" clId="{68E40442-FF07-2948-A89D-EA30AAB3E984}" dt="2025-01-04T16:00:10.710" v="1665" actId="20577"/>
          <ac:spMkLst>
            <pc:docMk/>
            <pc:sldMk cId="2631191547" sldId="331"/>
            <ac:spMk id="6" creationId="{4ED9AAF7-4BD6-9A1F-0C4F-EC5896463599}"/>
          </ac:spMkLst>
        </pc:spChg>
        <pc:spChg chg="mod">
          <ac:chgData name="NIES HUI WEN" userId="3541b9e0-606d-4c51-a83e-60dbee75d3cd" providerId="ADAL" clId="{68E40442-FF07-2948-A89D-EA30AAB3E984}" dt="2025-01-04T16:00:27.272" v="1667"/>
          <ac:spMkLst>
            <pc:docMk/>
            <pc:sldMk cId="2631191547" sldId="331"/>
            <ac:spMk id="7" creationId="{222A448D-BA6C-F1EE-5F34-7DF506CE12A1}"/>
          </ac:spMkLst>
        </pc:spChg>
      </pc:sldChg>
      <pc:sldChg chg="addSp modSp add mod">
        <pc:chgData name="NIES HUI WEN" userId="3541b9e0-606d-4c51-a83e-60dbee75d3cd" providerId="ADAL" clId="{68E40442-FF07-2948-A89D-EA30AAB3E984}" dt="2025-01-04T16:02:28.642" v="1713" actId="14100"/>
        <pc:sldMkLst>
          <pc:docMk/>
          <pc:sldMk cId="1081780021" sldId="332"/>
        </pc:sldMkLst>
        <pc:spChg chg="mod">
          <ac:chgData name="NIES HUI WEN" userId="3541b9e0-606d-4c51-a83e-60dbee75d3cd" providerId="ADAL" clId="{68E40442-FF07-2948-A89D-EA30AAB3E984}" dt="2025-01-04T16:01:15.133" v="1703" actId="20577"/>
          <ac:spMkLst>
            <pc:docMk/>
            <pc:sldMk cId="1081780021" sldId="332"/>
            <ac:spMk id="6" creationId="{175FC685-0160-48D8-9312-750C90A0B979}"/>
          </ac:spMkLst>
        </pc:spChg>
        <pc:spChg chg="mod">
          <ac:chgData name="NIES HUI WEN" userId="3541b9e0-606d-4c51-a83e-60dbee75d3cd" providerId="ADAL" clId="{68E40442-FF07-2948-A89D-EA30AAB3E984}" dt="2025-01-04T16:02:22.087" v="1711" actId="20577"/>
          <ac:spMkLst>
            <pc:docMk/>
            <pc:sldMk cId="1081780021" sldId="332"/>
            <ac:spMk id="7" creationId="{451A2A40-BE5A-71A6-A008-71C0850FFB5D}"/>
          </ac:spMkLst>
        </pc:spChg>
        <pc:picChg chg="add mod">
          <ac:chgData name="NIES HUI WEN" userId="3541b9e0-606d-4c51-a83e-60dbee75d3cd" providerId="ADAL" clId="{68E40442-FF07-2948-A89D-EA30AAB3E984}" dt="2025-01-04T16:02:28.642" v="1713" actId="14100"/>
          <ac:picMkLst>
            <pc:docMk/>
            <pc:sldMk cId="1081780021" sldId="332"/>
            <ac:picMk id="2" creationId="{5E2B6F0A-D521-606A-30EA-2F25687F8ACD}"/>
          </ac:picMkLst>
        </pc:picChg>
      </pc:sldChg>
      <pc:sldChg chg="addSp delSp modSp add mod">
        <pc:chgData name="NIES HUI WEN" userId="3541b9e0-606d-4c51-a83e-60dbee75d3cd" providerId="ADAL" clId="{68E40442-FF07-2948-A89D-EA30AAB3E984}" dt="2025-01-04T16:03:10.826" v="1721" actId="1076"/>
        <pc:sldMkLst>
          <pc:docMk/>
          <pc:sldMk cId="851160491" sldId="333"/>
        </pc:sldMkLst>
        <pc:spChg chg="mod">
          <ac:chgData name="NIES HUI WEN" userId="3541b9e0-606d-4c51-a83e-60dbee75d3cd" providerId="ADAL" clId="{68E40442-FF07-2948-A89D-EA30AAB3E984}" dt="2025-01-04T16:02:44.267" v="1716" actId="20577"/>
          <ac:spMkLst>
            <pc:docMk/>
            <pc:sldMk cId="851160491" sldId="333"/>
            <ac:spMk id="7" creationId="{43FD93BE-2B1C-9448-AE5E-1012D7B80BF1}"/>
          </ac:spMkLst>
        </pc:spChg>
        <pc:picChg chg="del">
          <ac:chgData name="NIES HUI WEN" userId="3541b9e0-606d-4c51-a83e-60dbee75d3cd" providerId="ADAL" clId="{68E40442-FF07-2948-A89D-EA30AAB3E984}" dt="2025-01-04T16:02:39.235" v="1715" actId="478"/>
          <ac:picMkLst>
            <pc:docMk/>
            <pc:sldMk cId="851160491" sldId="333"/>
            <ac:picMk id="2" creationId="{DCC93A2B-E44F-680C-A5CB-F34821530BB9}"/>
          </ac:picMkLst>
        </pc:picChg>
        <pc:picChg chg="add mod">
          <ac:chgData name="NIES HUI WEN" userId="3541b9e0-606d-4c51-a83e-60dbee75d3cd" providerId="ADAL" clId="{68E40442-FF07-2948-A89D-EA30AAB3E984}" dt="2025-01-04T16:03:10.826" v="1721" actId="1076"/>
          <ac:picMkLst>
            <pc:docMk/>
            <pc:sldMk cId="851160491" sldId="333"/>
            <ac:picMk id="3" creationId="{A3355A0C-832E-A5A0-C5E1-16739A2CA7D8}"/>
          </ac:picMkLst>
        </pc:picChg>
      </pc:sldChg>
      <pc:sldChg chg="addSp delSp modSp add mod">
        <pc:chgData name="NIES HUI WEN" userId="3541b9e0-606d-4c51-a83e-60dbee75d3cd" providerId="ADAL" clId="{68E40442-FF07-2948-A89D-EA30AAB3E984}" dt="2025-01-04T16:04:40.657" v="1737" actId="1076"/>
        <pc:sldMkLst>
          <pc:docMk/>
          <pc:sldMk cId="4572463" sldId="334"/>
        </pc:sldMkLst>
        <pc:spChg chg="mod">
          <ac:chgData name="NIES HUI WEN" userId="3541b9e0-606d-4c51-a83e-60dbee75d3cd" providerId="ADAL" clId="{68E40442-FF07-2948-A89D-EA30AAB3E984}" dt="2025-01-04T16:03:26.323" v="1731" actId="20577"/>
          <ac:spMkLst>
            <pc:docMk/>
            <pc:sldMk cId="4572463" sldId="334"/>
            <ac:spMk id="7" creationId="{936FD05D-A4E8-CA11-1538-7E889A9F162D}"/>
          </ac:spMkLst>
        </pc:spChg>
        <pc:picChg chg="add mod">
          <ac:chgData name="NIES HUI WEN" userId="3541b9e0-606d-4c51-a83e-60dbee75d3cd" providerId="ADAL" clId="{68E40442-FF07-2948-A89D-EA30AAB3E984}" dt="2025-01-04T16:04:08.249" v="1735" actId="1076"/>
          <ac:picMkLst>
            <pc:docMk/>
            <pc:sldMk cId="4572463" sldId="334"/>
            <ac:picMk id="2" creationId="{CB7CBAF3-F356-F452-B162-98CEF52AB976}"/>
          </ac:picMkLst>
        </pc:picChg>
        <pc:picChg chg="del">
          <ac:chgData name="NIES HUI WEN" userId="3541b9e0-606d-4c51-a83e-60dbee75d3cd" providerId="ADAL" clId="{68E40442-FF07-2948-A89D-EA30AAB3E984}" dt="2025-01-04T16:03:27.920" v="1732" actId="478"/>
          <ac:picMkLst>
            <pc:docMk/>
            <pc:sldMk cId="4572463" sldId="334"/>
            <ac:picMk id="3" creationId="{7CE6E3E9-FA31-3FF6-82B5-DCA61A78FF80}"/>
          </ac:picMkLst>
        </pc:picChg>
        <pc:picChg chg="add mod">
          <ac:chgData name="NIES HUI WEN" userId="3541b9e0-606d-4c51-a83e-60dbee75d3cd" providerId="ADAL" clId="{68E40442-FF07-2948-A89D-EA30AAB3E984}" dt="2025-01-04T16:04:40.657" v="1737" actId="1076"/>
          <ac:picMkLst>
            <pc:docMk/>
            <pc:sldMk cId="4572463" sldId="334"/>
            <ac:picMk id="4" creationId="{FF2572D3-3A4C-CED1-4015-34286C8FAEB8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4T15:24:04.8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2462 311 24575,'0'-12'0,"-5"5"0,4-4 0,-10 5 0,4-7 0,-5 1 0,-6 0 0,-1 0 0,-5 0 0,-10-2 0,-3 0 0,-9-2 0,0 1 0,-1-8 0,1 13 0,0-11 0,9 14 0,-42-12 0,33 4 0,-26-4 0,28 11 0,8-4 0,-10 10 0,9-10 0,-7 10 0,-10-3 0,18 5 0,-24 0 0,39 0 0,-41 0 0,31 0 0,-31 0 0,26 0 0,-11 0 0,1 7 0,0-5 0,9 10 0,-7-11 0,17 10 0,-16-3 0,16 4 0,-35 15 0,21-10 0,-41 14 0,32-15 0,0 0 0,0 1 0,-5 2 0,-17 11 0,38-17 0,0 8 0,7-2 0,-17 11 0,23-10 0,-12 5 0,19-11 0,-3 3 0,4-5 0,-4 0 0,9 0 0,-9 0 0,5 0 0,-1 6 0,-5-5 0,6 4 0,0-5 0,5 0 0,-4 0 0,4-5 0,1 4 0,-5-5 0,9 6 0,-9-5 0,10 4 0,-4-5 0,-1 1 0,5 3 0,-10-8 0,10 8 0,-5-3 0,6 5 0,0 0 0,-5 11 0,-2-9 0,0 9 0,2-11 0,0 0 0,3 0 0,-3 0 0,-1-5 0,5 3 0,-4-3 0,5 0 0,0-2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4T15:24:05.9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24575,'12'5'0,"0"7"0,-5 1 0,3 21 0,-8-18 0,3 18 0,0-16 0,-3 7 0,8-1 0,-9-6 0,5 0 0,-1-6 0,-4 0 0,5 0 0,-6 0 0,5-5 0,-4 3 0,5-3 0,-6 5 0,0 0 0,5-6 0,-4 5 0,10-10 0,-4 5 0,10-12 0,-3 0-6784,39-15 6784,0 12 0,18-12 0,11 20 0,4-17 0,-13 15 0,8-8 0,-44 11 0,-9 0 0,-11 0 0,-10 0 0,-2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4T15:24:09.2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3562 1 24575,'0'17'0,"0"-3"0,0 3 0,-6-5 0,-1 5 0,1-3 0,-5 9 0,4-10 0,-11 15 0,5-8 0,-5 4 0,6-1 0,-6-10 0,-1 10 0,-5-4 0,0 5 0,-1-5 0,1 4 0,-1-10 0,6 5 0,-13 2 0,1-4 0,-6 4 0,-42 11 0,33-14 0,-26 13 0,11-3 0,20-10 0,-41 13 0,13-11 0,-17 2 0,0 1 0,0-1 0,0 1 0,34-10 0,0-1-506,-2 1 1,-1-1 505,-9 3 0,2-3 0,-13 3 0,7-1 0,5-2 0,18-8 0,-4 3 0,-1 0 0,4-6 0,-1 0 0,-17 0 0,-4 0 0,9 0 1011,-20 0-1011,20 0 0,0 0 0,-2-7 0,24-2 0,-9 1 0,-36-10 0,27 1 0,-27-4 0,18-4 0,13 8 0,-3-5 0,10-1 0,17 3 0,-36-29 0,-2-10 0,-6 0 0,10 0 0,27 31 0,9 4 0,-9-3 0,7 1 0,-1-1 0,10 8 0,6 2 0,0 4 0,-1 7 0,1-5 0,5 4 0,-4-5 0,5 0 0,-6 5 0,5-4 0,-4 10 0,10-10 0,-10 9 0,4-3 0,0 0 0,-4 3 0,10-9 0,-4 15 0,5 3 0,0 6 0,0 10 0,-7 6 0,5 7 0,-12 10 0,12-10 0,-11 8 0,11-23 0,-5 12 0,7-20 0,0 10 0,0-10 0,0 5 0,0-6 0,0 0 0,0-27 0,0-24 0,0-12 0,0-4 0,0 11 0,5 7 0,-3 0 0,10-8 0,-5 18 0,6-7 0,-6 15 0,4 7 0,-10 1 0,10 4 0,-5 0 0,6 2 0,0 5 0,6 0 0,0 0 0,7 0 0,-1 5 0,10-3 0,-8 3 0,8 0 0,-10-3 0,1 8 0,9-2 0,-8-1 0,36 10 0,-22-15 0,24 8 0,-18-10 0,18 0 0,-29 0 0,16 0 0,-38 0 0,5 0 0,-1 0 0,2 0 0,-1 0 0,0 0 0,-1 0 0,-4 0 0,-1 0 0,-6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509BF-53EE-4D84-844F-BEC1430829BC}" type="datetimeFigureOut">
              <a:rPr lang="en-US" smtClean="0"/>
              <a:t>1/3/25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2B6879-5321-45FF-A6AE-E6B1BB62C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741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</a:t>
            </a:r>
            <a:r>
              <a:rPr lang="en-US" dirty="0" err="1"/>
              <a:t>e.employee_id</a:t>
            </a:r>
            <a:r>
              <a:rPr lang="en-US" dirty="0"/>
              <a:t>, </a:t>
            </a:r>
            <a:r>
              <a:rPr lang="en-US" dirty="0" err="1"/>
              <a:t>e.last_name</a:t>
            </a:r>
            <a:r>
              <a:rPr lang="en-US" dirty="0"/>
              <a:t>, </a:t>
            </a:r>
            <a:r>
              <a:rPr lang="en-US" dirty="0" err="1"/>
              <a:t>e.department_id</a:t>
            </a:r>
            <a:r>
              <a:rPr lang="en-US" dirty="0"/>
              <a:t>, </a:t>
            </a:r>
            <a:r>
              <a:rPr lang="en-US" dirty="0" err="1"/>
              <a:t>d.department_id</a:t>
            </a:r>
            <a:r>
              <a:rPr lang="en-US" dirty="0"/>
              <a:t>, </a:t>
            </a:r>
            <a:r>
              <a:rPr lang="en-US" dirty="0" err="1"/>
              <a:t>d.location_id</a:t>
            </a:r>
            <a:r>
              <a:rPr lang="en-US" dirty="0"/>
              <a:t> from employees e join departments d on (</a:t>
            </a:r>
            <a:r>
              <a:rPr lang="en-US" dirty="0" err="1"/>
              <a:t>e.department_id</a:t>
            </a:r>
            <a:r>
              <a:rPr lang="en-US" dirty="0"/>
              <a:t> = </a:t>
            </a:r>
            <a:r>
              <a:rPr lang="en-US" dirty="0" err="1"/>
              <a:t>d.department_id</a:t>
            </a:r>
            <a:r>
              <a:rPr lang="en-US" dirty="0"/>
              <a:t>) and </a:t>
            </a:r>
            <a:r>
              <a:rPr lang="en-US" dirty="0" err="1"/>
              <a:t>e.manager_id</a:t>
            </a:r>
            <a:r>
              <a:rPr lang="en-US" dirty="0"/>
              <a:t> = 149;</a:t>
            </a:r>
          </a:p>
          <a:p>
            <a:endParaRPr lang="en-US" dirty="0"/>
          </a:p>
          <a:p>
            <a:r>
              <a:rPr lang="en-US" dirty="0"/>
              <a:t>or</a:t>
            </a:r>
          </a:p>
          <a:p>
            <a:endParaRPr lang="en-US" dirty="0"/>
          </a:p>
          <a:p>
            <a:r>
              <a:rPr lang="en-US" dirty="0"/>
              <a:t>select </a:t>
            </a:r>
            <a:r>
              <a:rPr lang="en-US" dirty="0" err="1"/>
              <a:t>e.employee_id</a:t>
            </a:r>
            <a:r>
              <a:rPr lang="en-US" dirty="0"/>
              <a:t>, </a:t>
            </a:r>
            <a:r>
              <a:rPr lang="en-US" dirty="0" err="1"/>
              <a:t>e.last_name</a:t>
            </a:r>
            <a:r>
              <a:rPr lang="en-US" dirty="0"/>
              <a:t>, </a:t>
            </a:r>
            <a:r>
              <a:rPr lang="en-US" dirty="0" err="1"/>
              <a:t>e.department_id</a:t>
            </a:r>
            <a:r>
              <a:rPr lang="en-US" dirty="0"/>
              <a:t>, </a:t>
            </a:r>
            <a:r>
              <a:rPr lang="en-US" dirty="0" err="1"/>
              <a:t>d.department_id</a:t>
            </a:r>
            <a:r>
              <a:rPr lang="en-US" dirty="0"/>
              <a:t>, </a:t>
            </a:r>
            <a:r>
              <a:rPr lang="en-US" dirty="0" err="1"/>
              <a:t>d.location_id</a:t>
            </a:r>
            <a:r>
              <a:rPr lang="en-US" dirty="0"/>
              <a:t> from employees e join departments d on (</a:t>
            </a:r>
            <a:r>
              <a:rPr lang="en-US" dirty="0" err="1"/>
              <a:t>e.department_id</a:t>
            </a:r>
            <a:r>
              <a:rPr lang="en-US" dirty="0"/>
              <a:t> = </a:t>
            </a:r>
            <a:r>
              <a:rPr lang="en-US" dirty="0" err="1"/>
              <a:t>d.department_id</a:t>
            </a:r>
            <a:r>
              <a:rPr lang="en-US" dirty="0"/>
              <a:t>) where </a:t>
            </a:r>
            <a:r>
              <a:rPr lang="en-US" dirty="0" err="1"/>
              <a:t>e.manager_id</a:t>
            </a:r>
            <a:r>
              <a:rPr lang="en-US" dirty="0"/>
              <a:t> = 149;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B6879-5321-45FF-A6AE-E6B1BB62CBAD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75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B6879-5321-45FF-A6AE-E6B1BB62CBAD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6772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B6879-5321-45FF-A6AE-E6B1BB62CBAD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469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4.sv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tiff"/><Relationship Id="rId5" Type="http://schemas.openxmlformats.org/officeDocument/2006/relationships/image" Target="../media/image6.svg"/><Relationship Id="rId10" Type="http://schemas.openxmlformats.org/officeDocument/2006/relationships/image" Target="../media/image10.sv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A77FC49-908E-7282-71D1-FF9B45CC79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428041" y="-1428041"/>
            <a:ext cx="6880030" cy="97361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FB5ACA-D821-A539-94D6-EEC7337F3A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9000"/>
          </a:blip>
          <a:stretch>
            <a:fillRect/>
          </a:stretch>
        </p:blipFill>
        <p:spPr>
          <a:xfrm rot="10800000" flipV="1">
            <a:off x="59093" y="0"/>
            <a:ext cx="12073813" cy="310918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500D8EF-2DF1-88B7-4784-92F60D932A2D}"/>
              </a:ext>
            </a:extLst>
          </p:cNvPr>
          <p:cNvSpPr/>
          <p:nvPr userDrawn="1"/>
        </p:nvSpPr>
        <p:spPr>
          <a:xfrm rot="5400000">
            <a:off x="5953544" y="641578"/>
            <a:ext cx="284909" cy="12192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418E44-B184-3318-E83E-1ED0427C4C32}"/>
              </a:ext>
            </a:extLst>
          </p:cNvPr>
          <p:cNvSpPr txBox="1"/>
          <p:nvPr userDrawn="1"/>
        </p:nvSpPr>
        <p:spPr>
          <a:xfrm>
            <a:off x="5479363" y="6595121"/>
            <a:ext cx="13773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i="0" dirty="0">
                <a:solidFill>
                  <a:schemeClr val="bg1">
                    <a:lumMod val="95000"/>
                  </a:schemeClr>
                </a:solidFill>
                <a:ea typeface="Montserrat Semi" charset="0"/>
                <a:cs typeface="Montserrat Semi" charset="0"/>
              </a:rPr>
              <a:t>www.utm.my</a:t>
            </a:r>
            <a:endParaRPr lang="en-US" sz="1100" b="1" i="0" dirty="0">
              <a:solidFill>
                <a:schemeClr val="accent4"/>
              </a:solidFill>
              <a:ea typeface="Montserrat Semi" charset="0"/>
              <a:cs typeface="Montserrat Sem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9644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0C8336-6E97-19E8-88CA-FE902FF18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7E04-0B97-674B-BD22-217DD37FE2A6}" type="datetime1">
              <a:rPr lang="en-US" smtClean="0"/>
              <a:t>1/3/25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0694A3-909C-4BC7-8684-CF6A8DF61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SCSD2523 Database - SQL:DML Part 2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86F0-1709-92BF-CEC8-7DFA93F80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7993728-E209-C557-FA87-A687A2439D90}"/>
              </a:ext>
            </a:extLst>
          </p:cNvPr>
          <p:cNvGrpSpPr/>
          <p:nvPr userDrawn="1"/>
        </p:nvGrpSpPr>
        <p:grpSpPr>
          <a:xfrm>
            <a:off x="0" y="0"/>
            <a:ext cx="4323456" cy="7438348"/>
            <a:chOff x="0" y="0"/>
            <a:chExt cx="4323456" cy="7438348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C291997A-C196-DCDE-0EA0-51D4FDEDAD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0"/>
              <a:ext cx="3118649" cy="4463581"/>
            </a:xfrm>
            <a:prstGeom prst="rect">
              <a:avLst/>
            </a:prstGeom>
          </p:spPr>
        </p:pic>
        <p:sp>
          <p:nvSpPr>
            <p:cNvPr id="2" name="Parallelogram 1">
              <a:extLst>
                <a:ext uri="{FF2B5EF4-FFF2-40B4-BE49-F238E27FC236}">
                  <a16:creationId xmlns:a16="http://schemas.microsoft.com/office/drawing/2014/main" id="{14354985-0AB8-E860-28D0-17AD10E6B863}"/>
                </a:ext>
              </a:extLst>
            </p:cNvPr>
            <p:cNvSpPr/>
            <p:nvPr userDrawn="1"/>
          </p:nvSpPr>
          <p:spPr>
            <a:xfrm rot="8446488">
              <a:off x="1155879" y="3069975"/>
              <a:ext cx="2214654" cy="3120244"/>
            </a:xfrm>
            <a:prstGeom prst="parallelogram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9C95F9B9-2A5B-F93A-EA33-600D61519C46}"/>
                </a:ext>
              </a:extLst>
            </p:cNvPr>
            <p:cNvSpPr/>
            <p:nvPr userDrawn="1"/>
          </p:nvSpPr>
          <p:spPr>
            <a:xfrm rot="8446488">
              <a:off x="2539020" y="5497285"/>
              <a:ext cx="1784436" cy="1941063"/>
            </a:xfrm>
            <a:custGeom>
              <a:avLst/>
              <a:gdLst>
                <a:gd name="connsiteX0" fmla="*/ 0 w 2214654"/>
                <a:gd name="connsiteY0" fmla="*/ 3120244 h 3120244"/>
                <a:gd name="connsiteX1" fmla="*/ 553664 w 2214654"/>
                <a:gd name="connsiteY1" fmla="*/ 0 h 3120244"/>
                <a:gd name="connsiteX2" fmla="*/ 2214654 w 2214654"/>
                <a:gd name="connsiteY2" fmla="*/ 0 h 3120244"/>
                <a:gd name="connsiteX3" fmla="*/ 1660991 w 2214654"/>
                <a:gd name="connsiteY3" fmla="*/ 3120244 h 3120244"/>
                <a:gd name="connsiteX4" fmla="*/ 0 w 2214654"/>
                <a:gd name="connsiteY4" fmla="*/ 3120244 h 3120244"/>
                <a:gd name="connsiteX0" fmla="*/ 0 w 2214654"/>
                <a:gd name="connsiteY0" fmla="*/ 3120244 h 3120244"/>
                <a:gd name="connsiteX1" fmla="*/ 341522 w 2214654"/>
                <a:gd name="connsiteY1" fmla="*/ 1179181 h 3120244"/>
                <a:gd name="connsiteX2" fmla="*/ 2214654 w 2214654"/>
                <a:gd name="connsiteY2" fmla="*/ 0 h 3120244"/>
                <a:gd name="connsiteX3" fmla="*/ 1660991 w 2214654"/>
                <a:gd name="connsiteY3" fmla="*/ 3120244 h 3120244"/>
                <a:gd name="connsiteX4" fmla="*/ 0 w 2214654"/>
                <a:gd name="connsiteY4" fmla="*/ 3120244 h 3120244"/>
                <a:gd name="connsiteX0" fmla="*/ 0 w 1784436"/>
                <a:gd name="connsiteY0" fmla="*/ 1941063 h 1941063"/>
                <a:gd name="connsiteX1" fmla="*/ 341522 w 1784436"/>
                <a:gd name="connsiteY1" fmla="*/ 0 h 1941063"/>
                <a:gd name="connsiteX2" fmla="*/ 1784436 w 1784436"/>
                <a:gd name="connsiteY2" fmla="*/ 1205605 h 1941063"/>
                <a:gd name="connsiteX3" fmla="*/ 1660991 w 1784436"/>
                <a:gd name="connsiteY3" fmla="*/ 1941063 h 1941063"/>
                <a:gd name="connsiteX4" fmla="*/ 0 w 1784436"/>
                <a:gd name="connsiteY4" fmla="*/ 1941063 h 194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4436" h="1941063">
                  <a:moveTo>
                    <a:pt x="0" y="1941063"/>
                  </a:moveTo>
                  <a:lnTo>
                    <a:pt x="341522" y="0"/>
                  </a:lnTo>
                  <a:lnTo>
                    <a:pt x="1784436" y="1205605"/>
                  </a:lnTo>
                  <a:lnTo>
                    <a:pt x="1660991" y="1941063"/>
                  </a:lnTo>
                  <a:lnTo>
                    <a:pt x="0" y="1941063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Graphic 14">
            <a:extLst>
              <a:ext uri="{FF2B5EF4-FFF2-40B4-BE49-F238E27FC236}">
                <a16:creationId xmlns:a16="http://schemas.microsoft.com/office/drawing/2014/main" id="{0B5606AF-41C6-0137-32A8-807A0A5D0D4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2126331" y="-1062392"/>
            <a:ext cx="2405080" cy="33850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F4D5AD-886B-F49D-187E-EF188BA5C86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99000"/>
          </a:blip>
          <a:stretch>
            <a:fillRect/>
          </a:stretch>
        </p:blipFill>
        <p:spPr>
          <a:xfrm rot="5400000" flipV="1">
            <a:off x="-2602281" y="2616106"/>
            <a:ext cx="7046892" cy="1814681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DB128DF-CD31-0CEB-4D7C-71A65806236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283211" y="3743462"/>
            <a:ext cx="2080701" cy="2978013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3FF214BE-EBD1-4C75-B559-2A68D3A7182D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>
            <a:off x="1830037" y="6046777"/>
            <a:ext cx="419100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249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E22F56BC-829B-3BC8-96F9-8B26B69F0F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33" b="797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6D44EBC3-45F4-19C6-0AEB-16C907B4BCB5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12000">
                <a:srgbClr val="6C1D35">
                  <a:alpha val="68000"/>
                </a:srgbClr>
              </a:gs>
              <a:gs pos="77000">
                <a:schemeClr val="accent1">
                  <a:lumMod val="75000"/>
                </a:scheme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8AE63-F58B-C295-2F24-0E7B07553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B7F32-1F7C-E443-B87F-AFCAEA94E475}" type="datetime1">
              <a:rPr lang="en-US" smtClean="0"/>
              <a:t>1/3/25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D40798-1691-00D6-C3D9-64CC3EB82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SCSD2523 Database - SQL:DML Part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1A835F-2749-4B9F-A9CB-5E0BF4302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BBA782F0-1339-9AD7-88E8-E482862A0C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7112000" y="-35081"/>
            <a:ext cx="4917440" cy="6921189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955F31CF-FB2A-3612-E2CA-58665EF22E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11268262" y="349094"/>
            <a:ext cx="2010036" cy="282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884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9A0EB9F-5240-3366-0373-E8B7C3C2A4FE}"/>
              </a:ext>
            </a:extLst>
          </p:cNvPr>
          <p:cNvSpPr/>
          <p:nvPr userDrawn="1"/>
        </p:nvSpPr>
        <p:spPr>
          <a:xfrm>
            <a:off x="0" y="-2"/>
            <a:ext cx="12230100" cy="6858001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AF7B2D7-FB34-55B3-113A-7F96DDA7A8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47"/>
          <a:stretch/>
        </p:blipFill>
        <p:spPr>
          <a:xfrm rot="16200000">
            <a:off x="2686050" y="-2686050"/>
            <a:ext cx="6858000" cy="122301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7B2BBA-3015-27B9-D210-D15544F2C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28746-F3A1-E745-ABCD-4ECA9AC73770}" type="datetime1">
              <a:rPr lang="en-US" smtClean="0"/>
              <a:t>1/3/25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FAB71C-4835-3D07-2B7F-A7456A46C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SCSD2523 Database - SQL:DML Part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E7A9C-9AFC-99CF-42E5-627A58693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64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ECAB3E7-A192-D902-B47D-B2CC33AF3A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6764" y="1270"/>
            <a:ext cx="12073813" cy="3109189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9956ED8E-CF4D-D756-5FA9-5F3263853A9C}"/>
              </a:ext>
            </a:extLst>
          </p:cNvPr>
          <p:cNvGrpSpPr/>
          <p:nvPr userDrawn="1"/>
        </p:nvGrpSpPr>
        <p:grpSpPr>
          <a:xfrm>
            <a:off x="0" y="6438899"/>
            <a:ext cx="4425450" cy="419100"/>
            <a:chOff x="0" y="6438899"/>
            <a:chExt cx="4425450" cy="4191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185CCF7-2507-F40E-2E71-04B5C07C7F09}"/>
                </a:ext>
              </a:extLst>
            </p:cNvPr>
            <p:cNvSpPr/>
            <p:nvPr userDrawn="1"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ight Triangle 27">
              <a:extLst>
                <a:ext uri="{FF2B5EF4-FFF2-40B4-BE49-F238E27FC236}">
                  <a16:creationId xmlns:a16="http://schemas.microsoft.com/office/drawing/2014/main" id="{891B4BFE-7090-CB15-ACE2-E76D3D5E6402}"/>
                </a:ext>
              </a:extLst>
            </p:cNvPr>
            <p:cNvSpPr/>
            <p:nvPr userDrawn="1"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796ACF-1284-B0D3-20AC-1A411B0BC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47751"/>
            <a:ext cx="10515600" cy="1500187"/>
          </a:xfrm>
        </p:spPr>
        <p:txBody>
          <a:bodyPr anchor="t">
            <a:normAutofit/>
          </a:bodyPr>
          <a:lstStyle>
            <a:lvl1pPr>
              <a:defRPr sz="4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E66E6B-CFF2-F241-A3D1-4FD4DAC4F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14638"/>
            <a:ext cx="10515600" cy="33575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6DBAF-8EC8-76B5-BD68-4EE498D12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7996B-C9C1-2D4D-9579-62B188B2E248}" type="datetime1">
              <a:rPr lang="en-US" smtClean="0"/>
              <a:t>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C1A71-0977-DB43-6672-9DD2B43F0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SCSD2523 Database - SQL:DML Part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1AA75-9A52-677C-BAAB-361020BE4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CA6469-707B-4B2D-CE38-C2E80563F89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DB94ABDC-D409-D0CF-BFD9-E874B46B7EEF}"/>
              </a:ext>
            </a:extLst>
          </p:cNvPr>
          <p:cNvGrpSpPr/>
          <p:nvPr userDrawn="1"/>
        </p:nvGrpSpPr>
        <p:grpSpPr>
          <a:xfrm>
            <a:off x="0" y="0"/>
            <a:ext cx="2135014" cy="390908"/>
            <a:chOff x="0" y="0"/>
            <a:chExt cx="2135014" cy="39090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5CC8F0A-14AF-F65B-6D14-A51CBEFF1729}"/>
                </a:ext>
              </a:extLst>
            </p:cNvPr>
            <p:cNvSpPr/>
            <p:nvPr userDrawn="1"/>
          </p:nvSpPr>
          <p:spPr>
            <a:xfrm>
              <a:off x="0" y="1"/>
              <a:ext cx="1921715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ight Triangle 22">
              <a:extLst>
                <a:ext uri="{FF2B5EF4-FFF2-40B4-BE49-F238E27FC236}">
                  <a16:creationId xmlns:a16="http://schemas.microsoft.com/office/drawing/2014/main" id="{7D170A48-ED14-4722-ED48-412F8B7C44AA}"/>
                </a:ext>
              </a:extLst>
            </p:cNvPr>
            <p:cNvSpPr/>
            <p:nvPr userDrawn="1"/>
          </p:nvSpPr>
          <p:spPr>
            <a:xfrm flipV="1">
              <a:off x="1921715" y="0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4B6D801-7EDC-E981-F405-040472A43AB5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90F7BDA-9A67-4500-FC96-D0DCA5669FC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6D3808A-7510-8E14-D035-56A7CA6C58A0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226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45FB79D-2789-2E82-ACD5-FA141CFFB8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6764" y="1270"/>
            <a:ext cx="12073813" cy="31091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06C3F4-36B0-1561-8EFF-3B31A7774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81125"/>
          </a:xfrm>
        </p:spPr>
        <p:txBody>
          <a:bodyPr anchor="t">
            <a:normAutofit/>
          </a:bodyPr>
          <a:lstStyle>
            <a:lvl1pPr algn="l">
              <a:defRPr sz="4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C4E23C-BC64-3E31-C7C9-1CCB71C59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8"/>
            <a:ext cx="9144000" cy="346175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AAB4A-F681-D1CE-536F-A8600B878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B95A-CCDD-554A-8FAF-532DBAE53725}" type="datetime1">
              <a:rPr lang="en-US" smtClean="0"/>
              <a:t>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2C815-2D69-C272-C63C-A195EBFE3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SCSD2523 Database - SQL:DML Part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7A072-5E8E-BDBB-35CA-3A355E5D5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C1D35"/>
                </a:solidFill>
              </a:defRPr>
            </a:lvl1pPr>
          </a:lstStyle>
          <a:p>
            <a:fld id="{B5912E74-8957-4046-8937-1199D066517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FB2FEB-1CDE-753F-3231-2131ED23FF1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60EA2A08-0768-E840-71C5-CB5BA198C844}"/>
              </a:ext>
            </a:extLst>
          </p:cNvPr>
          <p:cNvGrpSpPr/>
          <p:nvPr userDrawn="1"/>
        </p:nvGrpSpPr>
        <p:grpSpPr>
          <a:xfrm>
            <a:off x="0" y="336866"/>
            <a:ext cx="838200" cy="390908"/>
            <a:chOff x="0" y="585597"/>
            <a:chExt cx="838200" cy="39090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7FE56D3-CDFF-99C8-081E-21872711345C}"/>
                </a:ext>
              </a:extLst>
            </p:cNvPr>
            <p:cNvSpPr/>
            <p:nvPr userDrawn="1"/>
          </p:nvSpPr>
          <p:spPr>
            <a:xfrm>
              <a:off x="0" y="585598"/>
              <a:ext cx="624901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ight Triangle 22">
              <a:extLst>
                <a:ext uri="{FF2B5EF4-FFF2-40B4-BE49-F238E27FC236}">
                  <a16:creationId xmlns:a16="http://schemas.microsoft.com/office/drawing/2014/main" id="{55D81439-E4CF-3498-4773-82E6A34DB949}"/>
                </a:ext>
              </a:extLst>
            </p:cNvPr>
            <p:cNvSpPr/>
            <p:nvPr userDrawn="1"/>
          </p:nvSpPr>
          <p:spPr>
            <a:xfrm flipV="1">
              <a:off x="624901" y="585597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F56CB3B-27D6-0844-017F-CFA08F52311B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45E31CA-977D-9659-5E4D-1E4EC75ABA70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4385F2-2245-0F8C-C446-564E2DE5084A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5987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5386308-8E2B-C701-D9C5-CFF5B6D9F8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8221F6-B30E-6574-4F98-77B2C4903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6BEFF-E786-80CC-C462-EC9F1C9C3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6CF37-673E-EFC4-46AD-C8B8CC64E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B7C23-A1D6-E94F-86AC-592F291D8CDE}" type="datetime1">
              <a:rPr lang="en-US" smtClean="0"/>
              <a:t>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B8A85-2B88-6B89-6CF8-4D396AB7B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SCSD2523 Database - SQL:DML Part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4774E-879A-AA6A-5AEF-0FD775B97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F9B18A-4C13-213C-5ECD-7D00902A82F8}"/>
              </a:ext>
            </a:extLst>
          </p:cNvPr>
          <p:cNvSpPr/>
          <p:nvPr userDrawn="1"/>
        </p:nvSpPr>
        <p:spPr>
          <a:xfrm>
            <a:off x="3894421" y="21431"/>
            <a:ext cx="4460168" cy="256507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A0DAC0-1D7C-425C-A3EA-189775AB00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3A6FB34-FC21-998E-F2ED-B41CC15A4311}"/>
              </a:ext>
            </a:extLst>
          </p:cNvPr>
          <p:cNvSpPr/>
          <p:nvPr userDrawn="1"/>
        </p:nvSpPr>
        <p:spPr>
          <a:xfrm>
            <a:off x="-1" y="6808662"/>
            <a:ext cx="12249013" cy="1089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91E5DFC-83E6-86F2-21A3-C9353A831D94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E6CDA0-D409-8B80-7C3D-EE78328F12C7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1DCC3F2-36B2-C662-DECB-01503AFCAA9E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8066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60D2230-4C54-C188-62C4-95CC76262B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466CAA0-852B-2260-4E79-4DCDC5D3C474}"/>
              </a:ext>
            </a:extLst>
          </p:cNvPr>
          <p:cNvSpPr/>
          <p:nvPr userDrawn="1"/>
        </p:nvSpPr>
        <p:spPr>
          <a:xfrm>
            <a:off x="-38100" y="1690688"/>
            <a:ext cx="12230100" cy="5167312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D09984-B07C-717A-A1FC-A0212B127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56CC2-F4AE-C871-25CA-0693B8E51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04C4D5-028B-CF4F-DB83-2E7DAE1451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84ECB3-6230-1C4A-4271-8B1B329A9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DCAB2-4EB7-4F41-B063-8D05662839AC}" type="datetime1">
              <a:rPr lang="en-US" smtClean="0"/>
              <a:t>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0EBE9-6EE3-30E5-37E9-966CEBBA4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SCSD2523 Database - SQL:DML Part 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D42C9F-71DE-08A3-B2D8-60F040A88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1BACEB-C3CA-5C73-C1CD-7E28828923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32450C2-7E85-EAB2-8C8F-8B13B9657507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593644A-0A35-6B8C-F216-AC1945DFC79E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A806244-EF9A-642C-8573-A2BFA17DB33E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536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F169F28-4F60-04EA-2355-80F723258D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6764" y="1270"/>
            <a:ext cx="12073813" cy="31091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D3BD4A-F379-8CFF-EBD6-707DD0E70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59623-7488-E134-22F1-5329048ED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9D7D39-C4CD-9439-3408-FF0BFA1B1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750B8F-83C3-D985-5919-F1A3FDF4D0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CCF953-DD56-9B85-AB4B-B9C9F0FF06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D25C81-2863-04F8-8182-D218BA273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6E26-A7DC-F243-974C-304C2875B274}" type="datetime1">
              <a:rPr lang="en-US" smtClean="0"/>
              <a:t>1/3/25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A521E1-8180-A360-8696-A84620A87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SCSD2523 Database - SQL:DML Part 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3D6C59-8054-7190-9FD8-FAA59634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023B567-24C2-C088-6F75-913992BE2D8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32B20C0-22D4-422D-2940-7F540F191BF7}"/>
              </a:ext>
            </a:extLst>
          </p:cNvPr>
          <p:cNvSpPr/>
          <p:nvPr userDrawn="1"/>
        </p:nvSpPr>
        <p:spPr>
          <a:xfrm>
            <a:off x="6764" y="342265"/>
            <a:ext cx="10269639" cy="45719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870257A-EF80-EF1A-EE95-68EB9FBC2F71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AEA7E83-8757-44B8-B8ED-EFD855548FA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603E4A3-2F29-E99E-59AA-19FD2D71718A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0199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5A05E41-FECA-555C-4DA5-FBDABE88EA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6764" y="1270"/>
            <a:ext cx="12073813" cy="310918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EFDB3D2-BABB-4614-ACBD-74206D54EFA7}"/>
              </a:ext>
            </a:extLst>
          </p:cNvPr>
          <p:cNvGrpSpPr/>
          <p:nvPr userDrawn="1"/>
        </p:nvGrpSpPr>
        <p:grpSpPr>
          <a:xfrm flipH="1">
            <a:off x="8896479" y="6438899"/>
            <a:ext cx="3295521" cy="419101"/>
            <a:chOff x="0" y="6438899"/>
            <a:chExt cx="4425450" cy="4191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C9DBE5-42FF-593C-82CE-C4B2774E3AD0}"/>
                </a:ext>
              </a:extLst>
            </p:cNvPr>
            <p:cNvSpPr/>
            <p:nvPr userDrawn="1"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ight Triangle 14">
              <a:extLst>
                <a:ext uri="{FF2B5EF4-FFF2-40B4-BE49-F238E27FC236}">
                  <a16:creationId xmlns:a16="http://schemas.microsoft.com/office/drawing/2014/main" id="{D8516993-C2D5-28D4-6E6E-D3A5B19FD20F}"/>
                </a:ext>
              </a:extLst>
            </p:cNvPr>
            <p:cNvSpPr/>
            <p:nvPr userDrawn="1"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EB218D0-0E4A-6601-1430-D75D1D898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4974" y="2766218"/>
            <a:ext cx="105156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407DD1-72E8-53B4-A8B5-16105BC66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4D360-F903-A44F-B673-4E17DCBB730E}" type="datetime1">
              <a:rPr lang="en-US" smtClean="0"/>
              <a:t>1/3/25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621DE3-618B-CDA6-C30A-1DB7F4E9C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SCSD2523 Database - SQL:DML Part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568125-E5E8-EEE2-D064-3848DBBA6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F13517-FB38-BE9B-5A77-235BBF8CE8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715FA5D2-1257-770C-1E2F-2CCA5238FD2A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9FA834-B150-3245-D347-588904243A5E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8EF11FA-4280-83FF-5E5F-70581310F2C4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1669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C80EC996-29B5-35CD-CAA8-09FAAB535A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4713261" y="1270"/>
            <a:ext cx="7112053" cy="183146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4E085B5-6456-E991-6904-BB25D1005185}"/>
              </a:ext>
            </a:extLst>
          </p:cNvPr>
          <p:cNvSpPr/>
          <p:nvPr userDrawn="1"/>
        </p:nvSpPr>
        <p:spPr>
          <a:xfrm>
            <a:off x="-38099" y="0"/>
            <a:ext cx="4764088" cy="6858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B5AF6C-3A58-DD89-B778-7C9B4E493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771969" cy="1600200"/>
          </a:xfrm>
        </p:spPr>
        <p:txBody>
          <a:bodyPr anchor="b">
            <a:normAutofit/>
          </a:bodyPr>
          <a:lstStyle>
            <a:lvl1pPr>
              <a:defRPr sz="28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30643-5DEF-0301-05FB-43BFE7810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C84E7D-D23B-8AA6-561F-6482F0A12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77196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0D1C3-135E-09A0-2E54-EFBC9A5D9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A798C-44B1-2E42-80FA-5B2C6C0DFB88}" type="datetime1">
              <a:rPr lang="en-US" smtClean="0"/>
              <a:t>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E11F67-329D-954C-CD5C-1AA093EC2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SCSD2523 Database - SQL:DML Part 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5EB87E-06D7-61E3-D9E0-49BF14B3E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8EA7C3-CAA4-9F46-F633-CAA69D61B6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DD1F696-3383-CCD0-5F6F-4B9E89375262}"/>
              </a:ext>
            </a:extLst>
          </p:cNvPr>
          <p:cNvSpPr/>
          <p:nvPr userDrawn="1"/>
        </p:nvSpPr>
        <p:spPr>
          <a:xfrm rot="5400000">
            <a:off x="1324286" y="3399184"/>
            <a:ext cx="6858000" cy="596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7DF8517-697A-D659-D645-CCC025297F18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28F6DD2-968A-9801-9B22-22DBD1C894E0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F835E16-0810-A050-7387-E04FC0CFD8C9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0109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BDE0F43-CB86-1C9B-53B1-54930B9BBD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8C0B1-8B0B-33DB-42B1-6BBD5950D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38354-4076-DE4C-92D3-A22D8AA2A8D6}" type="datetime1">
              <a:rPr lang="en-US" smtClean="0"/>
              <a:t>1/3/25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F86FD-0946-30C8-BC74-577779A4D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SCSD2523 Database - SQL:DML Part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CEAC2-352E-92E4-C579-C2A59B694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A7D5CF-8052-62A2-8652-9E5660A058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7CEA865B-9359-931D-9136-36413785F784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90C6828-16EB-91B9-7078-52ADFDC0F2F1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BEA9D62-1A2E-5482-2A68-9FCEFEB913F9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96132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-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86208AF-0FB5-0709-9E4A-86BB9C81B267}"/>
              </a:ext>
            </a:extLst>
          </p:cNvPr>
          <p:cNvSpPr/>
          <p:nvPr userDrawn="1"/>
        </p:nvSpPr>
        <p:spPr>
          <a:xfrm>
            <a:off x="-38100" y="0"/>
            <a:ext cx="12230100" cy="6858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7D46B25-0C92-A630-DD9E-0DC228627926}"/>
              </a:ext>
            </a:extLst>
          </p:cNvPr>
          <p:cNvGrpSpPr/>
          <p:nvPr userDrawn="1"/>
        </p:nvGrpSpPr>
        <p:grpSpPr>
          <a:xfrm>
            <a:off x="7180119" y="6473574"/>
            <a:ext cx="5011881" cy="390911"/>
            <a:chOff x="7180118" y="6489891"/>
            <a:chExt cx="5011881" cy="39091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A51D9DD-D54B-BD6E-1FC0-1E96064A7DD4}"/>
                </a:ext>
              </a:extLst>
            </p:cNvPr>
            <p:cNvSpPr/>
            <p:nvPr userDrawn="1"/>
          </p:nvSpPr>
          <p:spPr>
            <a:xfrm rot="10800000">
              <a:off x="7393415" y="6489891"/>
              <a:ext cx="4798584" cy="3909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B12D63A4-B45F-D7EE-07AE-ED4F2AA9FBF6}"/>
                </a:ext>
              </a:extLst>
            </p:cNvPr>
            <p:cNvSpPr/>
            <p:nvPr userDrawn="1"/>
          </p:nvSpPr>
          <p:spPr>
            <a:xfrm rot="10800000" flipV="1">
              <a:off x="7180118" y="6489895"/>
              <a:ext cx="213299" cy="390907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CE4DBBFF-D866-CE38-8CC8-48E42BA7EF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220" y="283589"/>
            <a:ext cx="1470825" cy="49746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8C0B1-8B0B-33DB-42B1-6BBD5950D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5874B-5ADC-0A4F-AC01-8EB349B08E75}" type="datetime1">
              <a:rPr lang="en-US" smtClean="0"/>
              <a:t>1/3/25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F86FD-0946-30C8-BC74-577779A4D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SCSD2523 Database - SQL:DML Part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CEAC2-352E-92E4-C579-C2A59B694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EECA337-96B6-AF15-88CE-5A1B9B8EBDB6}"/>
              </a:ext>
            </a:extLst>
          </p:cNvPr>
          <p:cNvGrpSpPr/>
          <p:nvPr userDrawn="1"/>
        </p:nvGrpSpPr>
        <p:grpSpPr>
          <a:xfrm>
            <a:off x="-58882" y="0"/>
            <a:ext cx="2130820" cy="390908"/>
            <a:chOff x="-58882" y="0"/>
            <a:chExt cx="2130820" cy="39090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55327DB-3941-6535-2638-26DDF5148B23}"/>
                </a:ext>
              </a:extLst>
            </p:cNvPr>
            <p:cNvSpPr/>
            <p:nvPr userDrawn="1"/>
          </p:nvSpPr>
          <p:spPr>
            <a:xfrm>
              <a:off x="-58882" y="1"/>
              <a:ext cx="1921715" cy="3909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ight Triangle 13">
              <a:extLst>
                <a:ext uri="{FF2B5EF4-FFF2-40B4-BE49-F238E27FC236}">
                  <a16:creationId xmlns:a16="http://schemas.microsoft.com/office/drawing/2014/main" id="{751988F2-DBDB-53FA-2E8B-DE674D6D2B6A}"/>
                </a:ext>
              </a:extLst>
            </p:cNvPr>
            <p:cNvSpPr/>
            <p:nvPr userDrawn="1"/>
          </p:nvSpPr>
          <p:spPr>
            <a:xfrm flipV="1">
              <a:off x="1858639" y="0"/>
              <a:ext cx="213299" cy="390907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5B451E3-7C30-F7E8-27F1-20A1711850CE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F9E3A6-8792-EBEF-E21F-6506CA347F7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2D7814D-56F3-7C85-157F-E73DAB5F0429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2828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450D105-3168-9AA2-1E36-18264E43F5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3EA9C-34EA-199C-CEF0-8463AAE7D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A827A-E615-AC49-8525-171457043D0C}" type="datetime1">
              <a:rPr lang="en-US" smtClean="0"/>
              <a:t>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D9ED6-2507-9043-2434-14990C290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SCSD2523 Database - SQL:DML Part 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5142B-2BCF-3584-CF46-5568AF23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117FA9-E26A-4F12-3480-6499E26C73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2F26ABC-4A2D-3F29-949F-D733E61C91B2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ED001F-8063-F3C7-2FEF-E453A15D6F8A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584E66-4123-80C8-F229-404A09AEC330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812957FA-0954-130C-016A-4BAA3351102F}"/>
              </a:ext>
            </a:extLst>
          </p:cNvPr>
          <p:cNvSpPr/>
          <p:nvPr userDrawn="1"/>
        </p:nvSpPr>
        <p:spPr>
          <a:xfrm rot="5400000">
            <a:off x="6073139" y="761174"/>
            <a:ext cx="45719" cy="12192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B5F1816-5F6B-7928-15B1-1910931B2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781051"/>
            <a:ext cx="105156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433504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450D105-3168-9AA2-1E36-18264E43F5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3EA9C-34EA-199C-CEF0-8463AAE7D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0A4F1-1504-0F4D-9E65-E2951541F021}" type="datetime1">
              <a:rPr lang="en-US" smtClean="0"/>
              <a:t>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D9ED6-2507-9043-2434-14990C290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SCSD2523 Database - SQL:DML Part 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5142B-2BCF-3584-CF46-5568AF23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117FA9-E26A-4F12-3480-6499E26C73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2F26ABC-4A2D-3F29-949F-D733E61C91B2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ED001F-8063-F3C7-2FEF-E453A15D6F8A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584E66-4123-80C8-F229-404A09AEC330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CAE4AFB9-D289-5BB8-FC6E-3A98AE611BFD}"/>
              </a:ext>
            </a:extLst>
          </p:cNvPr>
          <p:cNvSpPr/>
          <p:nvPr userDrawn="1"/>
        </p:nvSpPr>
        <p:spPr>
          <a:xfrm rot="5400000">
            <a:off x="6079906" y="-6086095"/>
            <a:ext cx="45719" cy="12192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59C5E7F-48AB-BACC-5157-81B702629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781051"/>
            <a:ext cx="105156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886618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yout20">
    <p:bg>
      <p:bgPr>
        <a:solidFill>
          <a:srgbClr val="4B47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1AA9A-AEC4-6046-A3F2-5369021A3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475A35-BAA4-3243-952D-99C48B8346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F781150-1FB5-914F-8F90-3BA38EB3A9B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C836B4-5E2D-D94D-B92C-56626921C682}"/>
              </a:ext>
            </a:extLst>
          </p:cNvPr>
          <p:cNvCxnSpPr/>
          <p:nvPr userDrawn="1"/>
        </p:nvCxnSpPr>
        <p:spPr>
          <a:xfrm>
            <a:off x="-12700" y="10160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1046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19975F-708A-F234-4722-AEB234342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7F26E-314A-B65E-03F9-0EADD49DA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C2CC6-2915-3AF9-A194-7961055772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A5BF3-82F9-814A-9A20-B4745F806B5E}" type="datetime1">
              <a:rPr lang="en-US" smtClean="0"/>
              <a:t>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4C745-1356-0A9F-002D-66D467AF4D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SCSD2523 Database - SQL:DML Part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9A2B0-BC9C-678A-D6F9-6A0D62CAA9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553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6" r:id="rId3"/>
    <p:sldLayoutId id="2147483662" r:id="rId4"/>
    <p:sldLayoutId id="2147483651" r:id="rId5"/>
    <p:sldLayoutId id="2147483649" r:id="rId6"/>
    <p:sldLayoutId id="2147483650" r:id="rId7"/>
    <p:sldLayoutId id="2147483652" r:id="rId8"/>
    <p:sldLayoutId id="2147483653" r:id="rId9"/>
    <p:sldLayoutId id="2147483654" r:id="rId10"/>
    <p:sldLayoutId id="2147483656" r:id="rId11"/>
    <p:sldLayoutId id="2147483655" r:id="rId12"/>
    <p:sldLayoutId id="2147483660" r:id="rId13"/>
    <p:sldLayoutId id="2147483657" r:id="rId14"/>
    <p:sldLayoutId id="2147483663" r:id="rId15"/>
    <p:sldLayoutId id="2147483668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document/d/1jC5daHE4WhP7N9U6ZxqRzBJcJAzqJxf1/edit?usp=sharing&amp;ouid=112935562328060013817&amp;rtpof=true&amp;sd=true" TargetMode="Externa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7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customXml" Target="../ink/ink1.xml"/><Relationship Id="rId10" Type="http://schemas.openxmlformats.org/officeDocument/2006/relationships/image" Target="../media/image41.png"/><Relationship Id="rId4" Type="http://schemas.openxmlformats.org/officeDocument/2006/relationships/image" Target="../media/image38.png"/><Relationship Id="rId9" Type="http://schemas.openxmlformats.org/officeDocument/2006/relationships/customXml" Target="../ink/ink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AD0E23-96B9-5B33-C4F6-4DBCE5F54F96}"/>
              </a:ext>
            </a:extLst>
          </p:cNvPr>
          <p:cNvSpPr txBox="1"/>
          <p:nvPr/>
        </p:nvSpPr>
        <p:spPr>
          <a:xfrm>
            <a:off x="1727700" y="3145893"/>
            <a:ext cx="8344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3200" spc="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SQL 4 | DML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102EFA-FD94-7D1F-B76C-45B63CEC7823}"/>
              </a:ext>
            </a:extLst>
          </p:cNvPr>
          <p:cNvSpPr txBox="1"/>
          <p:nvPr/>
        </p:nvSpPr>
        <p:spPr>
          <a:xfrm>
            <a:off x="1664969" y="2222563"/>
            <a:ext cx="109636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kern="0" dirty="0">
                <a:solidFill>
                  <a:srgbClr val="6C1D35"/>
                </a:solidFill>
              </a:rPr>
              <a:t>SECD2523 DATABASE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0A5E36-46DF-4261-B2A9-84180659C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7149" y="599516"/>
            <a:ext cx="2249407" cy="75189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DAB95FE-9FB6-3175-C6AD-6B6A256E7A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429" y="6352942"/>
            <a:ext cx="2136771" cy="160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46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86133-417D-9582-AD5C-C9B40323D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LEARNING OUTCOME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2E07F62-62EA-F0CE-56B7-24048F3E2214}"/>
              </a:ext>
            </a:extLst>
          </p:cNvPr>
          <p:cNvGrpSpPr/>
          <p:nvPr/>
        </p:nvGrpSpPr>
        <p:grpSpPr>
          <a:xfrm>
            <a:off x="735528" y="1989249"/>
            <a:ext cx="10844366" cy="831763"/>
            <a:chOff x="511022" y="2405747"/>
            <a:chExt cx="10844366" cy="831763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1F245CD-7264-D27E-FACB-A8B4DD06F1D6}"/>
                </a:ext>
              </a:extLst>
            </p:cNvPr>
            <p:cNvSpPr/>
            <p:nvPr/>
          </p:nvSpPr>
          <p:spPr>
            <a:xfrm>
              <a:off x="531658" y="2405747"/>
              <a:ext cx="10823730" cy="831763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29E73F1-1DD6-8DC9-0B8E-AD1B04B34741}"/>
                </a:ext>
              </a:extLst>
            </p:cNvPr>
            <p:cNvSpPr txBox="1"/>
            <p:nvPr/>
          </p:nvSpPr>
          <p:spPr>
            <a:xfrm>
              <a:off x="511022" y="2635386"/>
              <a:ext cx="108443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Construct SQL statements for data manipulations with multiple tables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458F1EA-447C-486C-DE06-EF8199F796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4018" y="6594272"/>
            <a:ext cx="1951264" cy="1468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CF5489-1A93-67FA-16A5-04A76546BEFF}"/>
              </a:ext>
            </a:extLst>
          </p:cNvPr>
          <p:cNvSpPr txBox="1"/>
          <p:nvPr/>
        </p:nvSpPr>
        <p:spPr>
          <a:xfrm>
            <a:off x="735527" y="1538145"/>
            <a:ext cx="6117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MY" b="1" dirty="0"/>
              <a:t>By the end of this lecture, students should be able to:</a:t>
            </a:r>
            <a:endParaRPr lang="en-MY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44AC4C7-0CB4-FF63-FCB9-63FEE6F22477}"/>
              </a:ext>
            </a:extLst>
          </p:cNvPr>
          <p:cNvSpPr/>
          <p:nvPr/>
        </p:nvSpPr>
        <p:spPr>
          <a:xfrm>
            <a:off x="756164" y="2867095"/>
            <a:ext cx="10823730" cy="831763"/>
          </a:xfrm>
          <a:prstGeom prst="round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22">
            <a:extLst>
              <a:ext uri="{FF2B5EF4-FFF2-40B4-BE49-F238E27FC236}">
                <a16:creationId xmlns:a16="http://schemas.microsoft.com/office/drawing/2014/main" id="{1C8EDED6-5A04-187B-A687-9F2524E0180E}"/>
              </a:ext>
            </a:extLst>
          </p:cNvPr>
          <p:cNvSpPr txBox="1">
            <a:spLocks/>
          </p:cNvSpPr>
          <p:nvPr/>
        </p:nvSpPr>
        <p:spPr>
          <a:xfrm>
            <a:off x="836612" y="3030640"/>
            <a:ext cx="905786" cy="485535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b="1" dirty="0">
                <a:solidFill>
                  <a:schemeClr val="bg1"/>
                </a:solidFill>
                <a:cs typeface="Arial" pitchFamily="34" charset="0"/>
              </a:rPr>
              <a:t>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D76F8F-9451-9946-9AC6-6A4DC9337D85}"/>
              </a:ext>
            </a:extLst>
          </p:cNvPr>
          <p:cNvSpPr txBox="1"/>
          <p:nvPr/>
        </p:nvSpPr>
        <p:spPr>
          <a:xfrm>
            <a:off x="1742398" y="3073352"/>
            <a:ext cx="94690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Subqueries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2FB3996-836C-433B-849F-07DE0EB4D6C8}"/>
              </a:ext>
            </a:extLst>
          </p:cNvPr>
          <p:cNvGrpSpPr/>
          <p:nvPr/>
        </p:nvGrpSpPr>
        <p:grpSpPr>
          <a:xfrm>
            <a:off x="735527" y="3749322"/>
            <a:ext cx="10823730" cy="831763"/>
            <a:chOff x="531658" y="2405747"/>
            <a:chExt cx="10823730" cy="831763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21CCCF47-DA2B-EE2D-1175-8353E84752A4}"/>
                </a:ext>
              </a:extLst>
            </p:cNvPr>
            <p:cNvSpPr/>
            <p:nvPr/>
          </p:nvSpPr>
          <p:spPr>
            <a:xfrm>
              <a:off x="531658" y="2405747"/>
              <a:ext cx="10823730" cy="831763"/>
            </a:xfrm>
            <a:prstGeom prst="roundRect">
              <a:avLst/>
            </a:prstGeom>
            <a:solidFill>
              <a:srgbClr val="9562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 Placeholder 22">
              <a:extLst>
                <a:ext uri="{FF2B5EF4-FFF2-40B4-BE49-F238E27FC236}">
                  <a16:creationId xmlns:a16="http://schemas.microsoft.com/office/drawing/2014/main" id="{8568B624-1F62-97ED-C328-D9F20C650282}"/>
                </a:ext>
              </a:extLst>
            </p:cNvPr>
            <p:cNvSpPr txBox="1">
              <a:spLocks/>
            </p:cNvSpPr>
            <p:nvPr/>
          </p:nvSpPr>
          <p:spPr>
            <a:xfrm>
              <a:off x="612106" y="2569292"/>
              <a:ext cx="905786" cy="485535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b="1" dirty="0">
                  <a:solidFill>
                    <a:schemeClr val="bg1"/>
                  </a:solidFill>
                  <a:cs typeface="Arial" pitchFamily="34" charset="0"/>
                </a:rPr>
                <a:t>02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2C9E1B7-E84D-CFFF-E5B9-40004CBFE476}"/>
                </a:ext>
              </a:extLst>
            </p:cNvPr>
            <p:cNvSpPr txBox="1"/>
            <p:nvPr/>
          </p:nvSpPr>
          <p:spPr>
            <a:xfrm>
              <a:off x="1538529" y="2612004"/>
              <a:ext cx="94690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Simple Join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F7C946A-1124-5C9A-FCDA-337B0D88CB6E}"/>
              </a:ext>
            </a:extLst>
          </p:cNvPr>
          <p:cNvGrpSpPr/>
          <p:nvPr/>
        </p:nvGrpSpPr>
        <p:grpSpPr>
          <a:xfrm>
            <a:off x="735527" y="4631314"/>
            <a:ext cx="10823730" cy="831763"/>
            <a:chOff x="531658" y="2405747"/>
            <a:chExt cx="10823730" cy="831763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770EA452-E984-6F24-0C71-96FD331BF962}"/>
                </a:ext>
              </a:extLst>
            </p:cNvPr>
            <p:cNvSpPr/>
            <p:nvPr/>
          </p:nvSpPr>
          <p:spPr>
            <a:xfrm>
              <a:off x="531658" y="2405747"/>
              <a:ext cx="10823730" cy="831763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 Placeholder 22">
              <a:extLst>
                <a:ext uri="{FF2B5EF4-FFF2-40B4-BE49-F238E27FC236}">
                  <a16:creationId xmlns:a16="http://schemas.microsoft.com/office/drawing/2014/main" id="{4DB3C0A5-4666-F0C1-FC3F-BAD05E7E35A8}"/>
                </a:ext>
              </a:extLst>
            </p:cNvPr>
            <p:cNvSpPr txBox="1">
              <a:spLocks/>
            </p:cNvSpPr>
            <p:nvPr/>
          </p:nvSpPr>
          <p:spPr>
            <a:xfrm>
              <a:off x="612106" y="2569292"/>
              <a:ext cx="905786" cy="485535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b="1" dirty="0">
                  <a:solidFill>
                    <a:schemeClr val="bg1"/>
                  </a:solidFill>
                  <a:cs typeface="Arial" pitchFamily="34" charset="0"/>
                </a:rPr>
                <a:t>03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251F453-C9ED-7148-FA7B-213C2A2B0E76}"/>
                </a:ext>
              </a:extLst>
            </p:cNvPr>
            <p:cNvSpPr txBox="1"/>
            <p:nvPr/>
          </p:nvSpPr>
          <p:spPr>
            <a:xfrm>
              <a:off x="1517892" y="2612004"/>
              <a:ext cx="94690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Equijoin: NATIONAL JOIN; JOIN … ON; INNER JOIN ON;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3E64A61-AF64-8C1C-AE68-38AC78A34D82}"/>
              </a:ext>
            </a:extLst>
          </p:cNvPr>
          <p:cNvGrpSpPr/>
          <p:nvPr/>
        </p:nvGrpSpPr>
        <p:grpSpPr>
          <a:xfrm>
            <a:off x="714264" y="5517043"/>
            <a:ext cx="10823730" cy="831763"/>
            <a:chOff x="531658" y="2405747"/>
            <a:chExt cx="10823730" cy="831763"/>
          </a:xfrm>
          <a:solidFill>
            <a:srgbClr val="6C1D35"/>
          </a:solidFill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2E08248-E79B-2E05-D3E8-12472C915B91}"/>
                </a:ext>
              </a:extLst>
            </p:cNvPr>
            <p:cNvSpPr/>
            <p:nvPr/>
          </p:nvSpPr>
          <p:spPr>
            <a:xfrm>
              <a:off x="531658" y="2405747"/>
              <a:ext cx="10823730" cy="831763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 Placeholder 22">
              <a:extLst>
                <a:ext uri="{FF2B5EF4-FFF2-40B4-BE49-F238E27FC236}">
                  <a16:creationId xmlns:a16="http://schemas.microsoft.com/office/drawing/2014/main" id="{9479A75C-6D43-360E-7ADC-66AC01E35117}"/>
                </a:ext>
              </a:extLst>
            </p:cNvPr>
            <p:cNvSpPr txBox="1">
              <a:spLocks/>
            </p:cNvSpPr>
            <p:nvPr/>
          </p:nvSpPr>
          <p:spPr>
            <a:xfrm>
              <a:off x="612106" y="2569292"/>
              <a:ext cx="905786" cy="485535"/>
            </a:xfrm>
            <a:prstGeom prst="rect">
              <a:avLst/>
            </a:prstGeom>
            <a:grpFill/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b="1" dirty="0">
                  <a:solidFill>
                    <a:schemeClr val="bg1"/>
                  </a:solidFill>
                  <a:cs typeface="Arial" pitchFamily="34" charset="0"/>
                </a:rPr>
                <a:t>04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A5ACF9B-94E0-C8EA-A24E-D98A00EB4FFB}"/>
                </a:ext>
              </a:extLst>
            </p:cNvPr>
            <p:cNvSpPr txBox="1"/>
            <p:nvPr/>
          </p:nvSpPr>
          <p:spPr>
            <a:xfrm>
              <a:off x="1517892" y="2621573"/>
              <a:ext cx="9469053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Outer Join: LEFT OUTER JOIN; RIGHT OUTER JOIN; FULL OUTER JOIN;</a:t>
              </a: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E6849-BEAF-7B30-8539-079275E09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206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03A9152-69B0-736A-2CFE-04A297940E6A}"/>
              </a:ext>
            </a:extLst>
          </p:cNvPr>
          <p:cNvSpPr txBox="1"/>
          <p:nvPr/>
        </p:nvSpPr>
        <p:spPr>
          <a:xfrm>
            <a:off x="6052352" y="1334348"/>
            <a:ext cx="4507692" cy="40011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altLang="ko-KR" sz="2000" b="1" dirty="0">
                <a:cs typeface="Arial" pitchFamily="34" charset="0"/>
              </a:rPr>
              <a:t>Subqueries</a:t>
            </a:r>
            <a:endParaRPr lang="ko-KR" altLang="en-US" sz="2000" b="1" dirty="0"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5BDAC7-AF3F-67DF-4F18-78B7C660723C}"/>
              </a:ext>
            </a:extLst>
          </p:cNvPr>
          <p:cNvSpPr txBox="1"/>
          <p:nvPr/>
        </p:nvSpPr>
        <p:spPr>
          <a:xfrm>
            <a:off x="5114018" y="1211238"/>
            <a:ext cx="958096" cy="6463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3600" b="1" dirty="0">
                <a:cs typeface="Arial" pitchFamily="34" charset="0"/>
              </a:rPr>
              <a:t>01</a:t>
            </a:r>
            <a:endParaRPr lang="ko-KR" altLang="en-US" sz="3600" b="1" dirty="0">
              <a:cs typeface="Arial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30E09E0-332F-3E06-48B0-67500B459963}"/>
              </a:ext>
            </a:extLst>
          </p:cNvPr>
          <p:cNvGrpSpPr/>
          <p:nvPr/>
        </p:nvGrpSpPr>
        <p:grpSpPr>
          <a:xfrm>
            <a:off x="5114018" y="1929326"/>
            <a:ext cx="6505167" cy="646331"/>
            <a:chOff x="5114018" y="1929326"/>
            <a:chExt cx="6505167" cy="646331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6E4D0E0-0363-7D00-9476-926580CC8B81}"/>
                </a:ext>
              </a:extLst>
            </p:cNvPr>
            <p:cNvSpPr txBox="1"/>
            <p:nvPr/>
          </p:nvSpPr>
          <p:spPr>
            <a:xfrm>
              <a:off x="6052352" y="2054221"/>
              <a:ext cx="5566833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000" b="1" dirty="0">
                  <a:cs typeface="Arial" pitchFamily="34" charset="0"/>
                </a:rPr>
                <a:t>Simple Join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533923C-0FE2-D0D7-D3D2-546A2398E56F}"/>
                </a:ext>
              </a:extLst>
            </p:cNvPr>
            <p:cNvSpPr txBox="1"/>
            <p:nvPr/>
          </p:nvSpPr>
          <p:spPr>
            <a:xfrm>
              <a:off x="5114018" y="1929326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cs typeface="Arial" pitchFamily="34" charset="0"/>
                </a:rPr>
                <a:t>02</a:t>
              </a:r>
              <a:endParaRPr lang="ko-KR" altLang="en-US" sz="3600" b="1" dirty="0">
                <a:cs typeface="Arial" pitchFamily="34" charset="0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9E4484E9-F589-F0D0-E711-BD1AD2477BB3}"/>
              </a:ext>
            </a:extLst>
          </p:cNvPr>
          <p:cNvSpPr txBox="1"/>
          <p:nvPr/>
        </p:nvSpPr>
        <p:spPr>
          <a:xfrm>
            <a:off x="6052352" y="2772309"/>
            <a:ext cx="5062337" cy="40011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altLang="ko-KR" sz="2000" b="1" dirty="0">
                <a:cs typeface="Arial" pitchFamily="34" charset="0"/>
              </a:rPr>
              <a:t>Equijoin</a:t>
            </a:r>
            <a:endParaRPr lang="ko-KR" altLang="en-US" sz="2000" b="1" dirty="0">
              <a:cs typeface="Arial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8DE2FE-EE81-76C5-D3F5-E4AFA05286F0}"/>
              </a:ext>
            </a:extLst>
          </p:cNvPr>
          <p:cNvSpPr txBox="1"/>
          <p:nvPr/>
        </p:nvSpPr>
        <p:spPr>
          <a:xfrm>
            <a:off x="5114018" y="2650449"/>
            <a:ext cx="958096" cy="6463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3600" b="1" dirty="0">
                <a:cs typeface="Arial" pitchFamily="34" charset="0"/>
              </a:rPr>
              <a:t>03</a:t>
            </a:r>
            <a:endParaRPr lang="ko-KR" altLang="en-US" sz="3600" b="1" dirty="0">
              <a:cs typeface="Arial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9613243-C4DA-5CC5-7318-211CCB5D3BA1}"/>
              </a:ext>
            </a:extLst>
          </p:cNvPr>
          <p:cNvGrpSpPr/>
          <p:nvPr/>
        </p:nvGrpSpPr>
        <p:grpSpPr>
          <a:xfrm>
            <a:off x="5114018" y="3404050"/>
            <a:ext cx="5446026" cy="646331"/>
            <a:chOff x="5292036" y="974450"/>
            <a:chExt cx="5446026" cy="646331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6B8D799-B9DD-C367-C39E-7D4C8AA8760C}"/>
                </a:ext>
              </a:extLst>
            </p:cNvPr>
            <p:cNvSpPr txBox="1"/>
            <p:nvPr/>
          </p:nvSpPr>
          <p:spPr>
            <a:xfrm>
              <a:off x="6230370" y="1100844"/>
              <a:ext cx="4507692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000" b="1" dirty="0">
                  <a:cs typeface="Arial" pitchFamily="34" charset="0"/>
                </a:rPr>
                <a:t>Outer Join</a:t>
              </a:r>
              <a:endParaRPr lang="ko-KR" altLang="en-US" sz="2000" b="1" dirty="0">
                <a:cs typeface="Arial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B653FF4-B6FB-AB93-3922-3E2C06C965CE}"/>
                </a:ext>
              </a:extLst>
            </p:cNvPr>
            <p:cNvSpPr txBox="1"/>
            <p:nvPr/>
          </p:nvSpPr>
          <p:spPr>
            <a:xfrm>
              <a:off x="5292036" y="974450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cs typeface="Arial" pitchFamily="34" charset="0"/>
                </a:rPr>
                <a:t>04</a:t>
              </a:r>
              <a:endParaRPr lang="ko-KR" altLang="en-US" sz="3600" b="1" dirty="0">
                <a:cs typeface="Arial" pitchFamily="34" charset="0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A63027A-A8CD-9E48-8312-06F52A14B3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4018" y="6594272"/>
            <a:ext cx="1951264" cy="146845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566FBCA-D555-D9F0-4A91-F91F36E61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332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B1C5938-9395-5E04-9B12-67B0A7FA3E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Before we continue this DML 3,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2033EB8-5EA6-F4B7-DE41-EFA963FF05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 need to prepare our tables for all required records…</a:t>
            </a:r>
          </a:p>
          <a:p>
            <a:endParaRPr lang="en-US" dirty="0"/>
          </a:p>
          <a:p>
            <a:r>
              <a:rPr lang="en-US" dirty="0"/>
              <a:t>Here, our SQL statements to prepare…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https://docs.google.com/document/d/1jC5daHE4WhP7N9U6ZxqRzBJcJAzqJxf1/edit?usp=sharing&amp;ouid=112935562328060013817&amp;rtpof=true&amp;sd=true</a:t>
            </a:r>
            <a:r>
              <a:rPr lang="en-US" dirty="0">
                <a:solidFill>
                  <a:srgbClr val="C00000"/>
                </a:solidFill>
              </a:rPr>
              <a:t> 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65AAC5-776A-C18C-C0E8-DE08F6953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002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C34EE1D-8CB1-F1CA-D38B-B6992F710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136525"/>
            <a:ext cx="11830050" cy="48323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en-US" sz="2800" dirty="0"/>
              <a:t>Create a database to create tables for employees, departments, and locations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70BFA85-4AF7-26A3-5D88-28F86675A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450" y="619760"/>
            <a:ext cx="11830050" cy="6101715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CREATE DATABASE IF NOT EXISTS db_dml3_dept_emp_loc;</a:t>
            </a:r>
          </a:p>
          <a:p>
            <a:pPr marL="0" indent="0">
              <a:buNone/>
            </a:pPr>
            <a:r>
              <a:rPr lang="en-US" sz="1400" dirty="0"/>
              <a:t>use db_dml3_dept_emp_loc;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CREATE TABLE departments (</a:t>
            </a:r>
            <a:r>
              <a:rPr lang="en-US" sz="1400" dirty="0" err="1"/>
              <a:t>department_id</a:t>
            </a:r>
            <a:r>
              <a:rPr lang="en-US" sz="1400" dirty="0"/>
              <a:t> INT (11) NOT NULL, </a:t>
            </a:r>
            <a:r>
              <a:rPr lang="en-US" sz="1400" dirty="0" err="1"/>
              <a:t>department_name</a:t>
            </a:r>
            <a:r>
              <a:rPr lang="en-US" sz="1400" dirty="0"/>
              <a:t> VARCHAR(30) NOT NULL, </a:t>
            </a:r>
            <a:r>
              <a:rPr lang="en-US" sz="1400" dirty="0" err="1"/>
              <a:t>manager_id</a:t>
            </a:r>
            <a:r>
              <a:rPr lang="en-US" sz="1400" dirty="0"/>
              <a:t> INT (11), </a:t>
            </a:r>
            <a:r>
              <a:rPr lang="en-US" sz="1400" dirty="0" err="1"/>
              <a:t>location_id</a:t>
            </a:r>
            <a:r>
              <a:rPr lang="en-US" sz="1400" dirty="0"/>
              <a:t> INT (11), PRIMARY KEY (</a:t>
            </a:r>
            <a:r>
              <a:rPr lang="en-US" sz="1400" dirty="0" err="1"/>
              <a:t>department_id</a:t>
            </a:r>
            <a:r>
              <a:rPr lang="en-US" sz="1400" dirty="0"/>
              <a:t>));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CREATE TABLE employees (</a:t>
            </a:r>
            <a:r>
              <a:rPr lang="en-US" sz="1400" dirty="0" err="1"/>
              <a:t>employee_id</a:t>
            </a:r>
            <a:r>
              <a:rPr lang="en-US" sz="1400" dirty="0"/>
              <a:t> INT (11) NOT NULL, </a:t>
            </a:r>
            <a:r>
              <a:rPr lang="en-US" sz="1400" dirty="0" err="1"/>
              <a:t>first_name</a:t>
            </a:r>
            <a:r>
              <a:rPr lang="en-US" sz="1400" dirty="0"/>
              <a:t> VARCHAR(20), </a:t>
            </a:r>
            <a:r>
              <a:rPr lang="en-US" sz="1400" dirty="0" err="1"/>
              <a:t>last_name</a:t>
            </a:r>
            <a:r>
              <a:rPr lang="en-US" sz="1400" dirty="0"/>
              <a:t> VARCHAR(25) NOT NULL, email VARCHAR(25) NOT NULL, </a:t>
            </a:r>
            <a:r>
              <a:rPr lang="en-US" sz="1400" dirty="0" err="1"/>
              <a:t>phone_number</a:t>
            </a:r>
            <a:r>
              <a:rPr lang="en-US" sz="1400" dirty="0"/>
              <a:t> VARCHAR(20), </a:t>
            </a:r>
            <a:r>
              <a:rPr lang="en-US" sz="1400" dirty="0" err="1"/>
              <a:t>hire_date</a:t>
            </a:r>
            <a:r>
              <a:rPr lang="en-US" sz="1400" dirty="0"/>
              <a:t> DATE NOT NULL, </a:t>
            </a:r>
            <a:r>
              <a:rPr lang="en-US" sz="1400" dirty="0" err="1"/>
              <a:t>job_id</a:t>
            </a:r>
            <a:r>
              <a:rPr lang="en-US" sz="1400" dirty="0"/>
              <a:t> VARCHAR(10) NOT NULL, salary DECIMAL(8, 2) NOT NULL, </a:t>
            </a:r>
            <a:r>
              <a:rPr lang="en-US" sz="1400" dirty="0" err="1"/>
              <a:t>commission_pct</a:t>
            </a:r>
            <a:r>
              <a:rPr lang="en-US" sz="1400" dirty="0"/>
              <a:t> DECIMAL(2, 2), </a:t>
            </a:r>
            <a:r>
              <a:rPr lang="en-US" sz="1400" dirty="0" err="1"/>
              <a:t>manager_id</a:t>
            </a:r>
            <a:r>
              <a:rPr lang="en-US" sz="1400" dirty="0"/>
              <a:t> INT (11), </a:t>
            </a:r>
            <a:r>
              <a:rPr lang="en-US" sz="1400" dirty="0" err="1"/>
              <a:t>department_id</a:t>
            </a:r>
            <a:r>
              <a:rPr lang="en-US" sz="1400" dirty="0"/>
              <a:t> INT (11), PRIMARY KEY (</a:t>
            </a:r>
            <a:r>
              <a:rPr lang="en-US" sz="1400" dirty="0" err="1"/>
              <a:t>employee_id</a:t>
            </a:r>
            <a:r>
              <a:rPr lang="en-US" sz="1400" dirty="0"/>
              <a:t>));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CREATE TABLE locations (</a:t>
            </a:r>
            <a:r>
              <a:rPr lang="en-US" sz="1400" dirty="0" err="1"/>
              <a:t>location_id</a:t>
            </a:r>
            <a:r>
              <a:rPr lang="en-US" sz="1400" dirty="0"/>
              <a:t> INT (11) NOT NULL, </a:t>
            </a:r>
            <a:r>
              <a:rPr lang="en-US" sz="1400" dirty="0" err="1"/>
              <a:t>street_address</a:t>
            </a:r>
            <a:r>
              <a:rPr lang="en-US" sz="1400" dirty="0"/>
              <a:t> VARCHAR(40), </a:t>
            </a:r>
            <a:r>
              <a:rPr lang="en-US" sz="1400" dirty="0" err="1"/>
              <a:t>postal_code</a:t>
            </a:r>
            <a:r>
              <a:rPr lang="en-US" sz="1400" dirty="0"/>
              <a:t> VARCHAR(12), city VARCHAR(30) NOT NULL, </a:t>
            </a:r>
            <a:r>
              <a:rPr lang="en-US" sz="1400" dirty="0" err="1"/>
              <a:t>state_province</a:t>
            </a:r>
            <a:r>
              <a:rPr lang="en-US" sz="1400" dirty="0"/>
              <a:t> VARCHAR(25), </a:t>
            </a:r>
            <a:r>
              <a:rPr lang="en-US" sz="1400" dirty="0" err="1"/>
              <a:t>country_id</a:t>
            </a:r>
            <a:r>
              <a:rPr lang="en-US" sz="1400" dirty="0"/>
              <a:t> CHAR(2) NOT NULL, PRIMARY KEY (</a:t>
            </a:r>
            <a:r>
              <a:rPr lang="en-US" sz="1400" dirty="0" err="1"/>
              <a:t>location_id</a:t>
            </a:r>
            <a:r>
              <a:rPr lang="en-US" sz="1400" dirty="0"/>
              <a:t>));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7CF4D5-597B-BDD0-55FE-090FE46D7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597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0B7F6-6964-01B7-179E-EA7491EBB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3C30A9-A960-410B-B8A0-F9DBAD5D6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136525"/>
            <a:ext cx="11830050" cy="48323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en-US" sz="2800" dirty="0"/>
              <a:t>Insert into locations with the following values (23 records)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FBCD6F5-1319-CFB8-3D54-5E9614144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450" y="619760"/>
            <a:ext cx="11830050" cy="6101715"/>
          </a:xfrm>
          <a:solidFill>
            <a:schemeClr val="bg1"/>
          </a:solidFill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400" dirty="0"/>
              <a:t>INSERT INTO locations VALUES (1000,'1297 Via Cola di Rie','00989','Roma',NULL,'IT');</a:t>
            </a:r>
          </a:p>
          <a:p>
            <a:pPr marL="0" indent="0">
              <a:buNone/>
            </a:pPr>
            <a:r>
              <a:rPr lang="en-US" sz="1400" dirty="0"/>
              <a:t>INSERT INTO locations VALUES (1100,'93091 Calle </a:t>
            </a:r>
            <a:r>
              <a:rPr lang="en-US" sz="1400" dirty="0" err="1"/>
              <a:t>della</a:t>
            </a:r>
            <a:r>
              <a:rPr lang="en-US" sz="1400" dirty="0"/>
              <a:t> Testa','10934','Venice',NULL,'IT');</a:t>
            </a:r>
          </a:p>
          <a:p>
            <a:pPr marL="0" indent="0">
              <a:buNone/>
            </a:pPr>
            <a:r>
              <a:rPr lang="en-US" sz="1400" dirty="0"/>
              <a:t>INSERT INTO locations VALUES (1200,'2017 Shinjuku-ku','1689','Tokyo','Tokyo </a:t>
            </a:r>
            <a:r>
              <a:rPr lang="en-US" sz="1400" dirty="0" err="1"/>
              <a:t>Prefecture','JP</a:t>
            </a:r>
            <a:r>
              <a:rPr lang="en-US" sz="1400" dirty="0"/>
              <a:t>');</a:t>
            </a:r>
          </a:p>
          <a:p>
            <a:pPr marL="0" indent="0">
              <a:buNone/>
            </a:pPr>
            <a:r>
              <a:rPr lang="en-US" sz="1400" dirty="0"/>
              <a:t>INSERT INTO locations VALUES (1300,'9450 Kamiya-cho','6823','Hiroshima',NULL,'JP');</a:t>
            </a:r>
          </a:p>
          <a:p>
            <a:pPr marL="0" indent="0">
              <a:buNone/>
            </a:pPr>
            <a:r>
              <a:rPr lang="en-US" sz="1400" dirty="0"/>
              <a:t>INSERT INTO locations VALUES (1400,'2014 Jabberwocky Rd','26192','Southlake','Texas','US');</a:t>
            </a:r>
          </a:p>
          <a:p>
            <a:pPr marL="0" indent="0">
              <a:buNone/>
            </a:pPr>
            <a:r>
              <a:rPr lang="en-US" sz="1400" dirty="0"/>
              <a:t>INSERT INTO locations VALUES (1500,'2011 Interiors Blvd','99236','South San </a:t>
            </a:r>
            <a:r>
              <a:rPr lang="en-US" sz="1400" dirty="0" err="1"/>
              <a:t>Francisco','California','US</a:t>
            </a:r>
            <a:r>
              <a:rPr lang="en-US" sz="1400" dirty="0"/>
              <a:t>');</a:t>
            </a:r>
          </a:p>
          <a:p>
            <a:pPr marL="0" indent="0">
              <a:buNone/>
            </a:pPr>
            <a:r>
              <a:rPr lang="en-US" sz="1400" dirty="0"/>
              <a:t>INSERT INTO locations VALUES (1600,'2007 Zagora St','50090','South </a:t>
            </a:r>
            <a:r>
              <a:rPr lang="en-US" sz="1400" dirty="0" err="1"/>
              <a:t>Brunswick','New</a:t>
            </a:r>
            <a:r>
              <a:rPr lang="en-US" sz="1400" dirty="0"/>
              <a:t> </a:t>
            </a:r>
            <a:r>
              <a:rPr lang="en-US" sz="1400" dirty="0" err="1"/>
              <a:t>Jersey','US</a:t>
            </a:r>
            <a:r>
              <a:rPr lang="en-US" sz="1400" dirty="0"/>
              <a:t>');</a:t>
            </a:r>
          </a:p>
          <a:p>
            <a:pPr marL="0" indent="0">
              <a:buNone/>
            </a:pPr>
            <a:r>
              <a:rPr lang="en-US" sz="1400" dirty="0"/>
              <a:t>INSERT INTO locations VALUES (1700,'2004 Charade Rd','98199','Seattle','Washington','US');</a:t>
            </a:r>
          </a:p>
          <a:p>
            <a:pPr marL="0" indent="0">
              <a:buNone/>
            </a:pPr>
            <a:r>
              <a:rPr lang="en-US" sz="1400" dirty="0"/>
              <a:t>INSERT INTO locations VALUES (1800,'147 </a:t>
            </a:r>
            <a:r>
              <a:rPr lang="en-US" sz="1400" dirty="0" err="1"/>
              <a:t>Spadina</a:t>
            </a:r>
            <a:r>
              <a:rPr lang="en-US" sz="1400" dirty="0"/>
              <a:t> Ave','M5V 2L7','Toronto','Ontario','CA');</a:t>
            </a:r>
          </a:p>
          <a:p>
            <a:pPr marL="0" indent="0">
              <a:buNone/>
            </a:pPr>
            <a:r>
              <a:rPr lang="en-US" sz="1400" dirty="0"/>
              <a:t>INSERT INTO locations VALUES (1900,'6092 Boxwood </a:t>
            </a:r>
            <a:r>
              <a:rPr lang="en-US" sz="1400" dirty="0" err="1"/>
              <a:t>St','YSW</a:t>
            </a:r>
            <a:r>
              <a:rPr lang="en-US" sz="1400" dirty="0"/>
              <a:t> 9T2','Whitehorse','Yukon','CA');</a:t>
            </a:r>
          </a:p>
          <a:p>
            <a:pPr marL="0" indent="0">
              <a:buNone/>
            </a:pPr>
            <a:r>
              <a:rPr lang="en-US" sz="1400" dirty="0"/>
              <a:t>INSERT INTO locations VALUES (2000,'40-5-12 Laogianggen','190518','Beijing',NULL,'CN');</a:t>
            </a:r>
          </a:p>
          <a:p>
            <a:pPr marL="0" indent="0">
              <a:buNone/>
            </a:pPr>
            <a:r>
              <a:rPr lang="en-US" sz="1400" dirty="0"/>
              <a:t>INSERT INTO locations VALUES (2100,'1298 </a:t>
            </a:r>
            <a:r>
              <a:rPr lang="en-US" sz="1400" dirty="0" err="1"/>
              <a:t>Vileparle</a:t>
            </a:r>
            <a:r>
              <a:rPr lang="en-US" sz="1400" dirty="0"/>
              <a:t> (E)','490231','Bombay','Maharashtra','IN');</a:t>
            </a:r>
          </a:p>
          <a:p>
            <a:pPr marL="0" indent="0">
              <a:buNone/>
            </a:pPr>
            <a:r>
              <a:rPr lang="en-US" sz="1400" dirty="0"/>
              <a:t>INSERT INTO locations VALUES (2200,'12-98 Victoria Street','2901','Sydney','New South </a:t>
            </a:r>
            <a:r>
              <a:rPr lang="en-US" sz="1400" dirty="0" err="1"/>
              <a:t>Wales','AU</a:t>
            </a:r>
            <a:r>
              <a:rPr lang="en-US" sz="1400" dirty="0"/>
              <a:t>');</a:t>
            </a:r>
          </a:p>
          <a:p>
            <a:pPr marL="0" indent="0">
              <a:buNone/>
            </a:pPr>
            <a:r>
              <a:rPr lang="en-US" sz="1400" dirty="0"/>
              <a:t>INSERT INTO locations VALUES (2300,'198 Clementi North','540198','Singapore',NULL,'SG');</a:t>
            </a:r>
          </a:p>
          <a:p>
            <a:pPr marL="0" indent="0">
              <a:buNone/>
            </a:pPr>
            <a:r>
              <a:rPr lang="en-US" sz="1400" dirty="0"/>
              <a:t>INSERT INTO locations VALUES (2400,'8204 Arthur </a:t>
            </a:r>
            <a:r>
              <a:rPr lang="en-US" sz="1400" dirty="0" err="1"/>
              <a:t>St',NULL,'London',NULL,'UK</a:t>
            </a:r>
            <a:r>
              <a:rPr lang="en-US" sz="1400" dirty="0"/>
              <a:t>');</a:t>
            </a:r>
          </a:p>
          <a:p>
            <a:pPr marL="0" indent="0">
              <a:buNone/>
            </a:pPr>
            <a:r>
              <a:rPr lang="en-US" sz="1400" dirty="0"/>
              <a:t>INSERT INTO locations VALUES (2500,'Magdalen Centre, The Oxford Science Park','OX9 9ZB','Oxford','Oxford','UK');</a:t>
            </a:r>
          </a:p>
          <a:p>
            <a:pPr marL="0" indent="0">
              <a:buNone/>
            </a:pPr>
            <a:r>
              <a:rPr lang="en-US" sz="1400" dirty="0"/>
              <a:t>INSERT INTO locations VALUES (2600,'9702 Chester Road','09629850293','Stretford','Manchester','UK');</a:t>
            </a:r>
          </a:p>
          <a:p>
            <a:pPr marL="0" indent="0">
              <a:buNone/>
            </a:pPr>
            <a:r>
              <a:rPr lang="en-US" sz="1400" dirty="0"/>
              <a:t>INSERT INTO locations VALUES (2700,'Schwanthalerstr. 7031','80925','Munich','Bavaria','DE');</a:t>
            </a:r>
          </a:p>
          <a:p>
            <a:pPr marL="0" indent="0">
              <a:buNone/>
            </a:pPr>
            <a:r>
              <a:rPr lang="en-US" sz="1400" dirty="0"/>
              <a:t>INSERT INTO locations VALUES (2800,'Rua Frei </a:t>
            </a:r>
            <a:r>
              <a:rPr lang="en-US" sz="1400" dirty="0" err="1"/>
              <a:t>Caneca</a:t>
            </a:r>
            <a:r>
              <a:rPr lang="en-US" sz="1400" dirty="0"/>
              <a:t> 1360 ','01307-002','Sao </a:t>
            </a:r>
            <a:r>
              <a:rPr lang="en-US" sz="1400" dirty="0" err="1"/>
              <a:t>Paulo','Sao</a:t>
            </a:r>
            <a:r>
              <a:rPr lang="en-US" sz="1400" dirty="0"/>
              <a:t> </a:t>
            </a:r>
            <a:r>
              <a:rPr lang="en-US" sz="1400" dirty="0" err="1"/>
              <a:t>Paulo','BR</a:t>
            </a:r>
            <a:r>
              <a:rPr lang="en-US" sz="1400" dirty="0"/>
              <a:t>');</a:t>
            </a:r>
          </a:p>
          <a:p>
            <a:pPr marL="0" indent="0">
              <a:buNone/>
            </a:pPr>
            <a:r>
              <a:rPr lang="en-US" sz="1400" dirty="0"/>
              <a:t>INSERT INTO locations VALUES (2900,'20 Rue des Corps-Saints','1730','Geneva','Geneve','CH');</a:t>
            </a:r>
          </a:p>
          <a:p>
            <a:pPr marL="0" indent="0">
              <a:buNone/>
            </a:pPr>
            <a:r>
              <a:rPr lang="en-US" sz="1400" dirty="0"/>
              <a:t>INSERT INTO locations VALUES (3000,'Murtenstrasse 921','3095','Bern','BE','CH');</a:t>
            </a:r>
          </a:p>
          <a:p>
            <a:pPr marL="0" indent="0">
              <a:buNone/>
            </a:pPr>
            <a:r>
              <a:rPr lang="en-US" sz="1400" dirty="0"/>
              <a:t>INSERT INTO locations VALUES (3100,'Pieter </a:t>
            </a:r>
            <a:r>
              <a:rPr lang="en-US" sz="1400" dirty="0" err="1"/>
              <a:t>Breughelstraat</a:t>
            </a:r>
            <a:r>
              <a:rPr lang="en-US" sz="1400" dirty="0"/>
              <a:t> 837','3029SK','Utrecht','Utrecht','NL');</a:t>
            </a:r>
          </a:p>
          <a:p>
            <a:pPr marL="0" indent="0">
              <a:buNone/>
            </a:pPr>
            <a:r>
              <a:rPr lang="en-US" sz="1400" dirty="0"/>
              <a:t>INSERT INTO locations VALUES (3200,'Mariano Escobedo 9991','11932','Mexico </a:t>
            </a:r>
            <a:r>
              <a:rPr lang="en-US" sz="1400" dirty="0" err="1"/>
              <a:t>City','Distrito</a:t>
            </a:r>
            <a:r>
              <a:rPr lang="en-US" sz="1400" dirty="0"/>
              <a:t> </a:t>
            </a:r>
            <a:r>
              <a:rPr lang="en-US" sz="1400" dirty="0" err="1"/>
              <a:t>Federal,','MX</a:t>
            </a:r>
            <a:r>
              <a:rPr lang="en-US" sz="1400" dirty="0"/>
              <a:t>');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86E8C8-4FE3-7FC7-CAF0-42CDD983A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928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BB6BF-BA8B-E286-2578-CF6FA9165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FD307A9-6F01-9D23-0716-4A91F9AB2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136525"/>
            <a:ext cx="11830050" cy="48323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en-US" sz="2800" dirty="0"/>
              <a:t>Insert into departments with the following values (27 records)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5D613BB-F22A-844E-B88F-B3656C7C2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450" y="619760"/>
            <a:ext cx="11830050" cy="6101715"/>
          </a:xfrm>
          <a:solidFill>
            <a:schemeClr val="bg1"/>
          </a:solidFill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1400" dirty="0"/>
              <a:t>INSERT INTO departments VALUES (10,'Administration',200,1700);</a:t>
            </a:r>
          </a:p>
          <a:p>
            <a:pPr marL="0" indent="0">
              <a:buNone/>
            </a:pPr>
            <a:r>
              <a:rPr lang="en-US" sz="1400" dirty="0"/>
              <a:t>INSERT INTO departments VALUES (20,'Marketing',201,1800);</a:t>
            </a:r>
          </a:p>
          <a:p>
            <a:pPr marL="0" indent="0">
              <a:buNone/>
            </a:pPr>
            <a:r>
              <a:rPr lang="en-US" sz="1400" dirty="0"/>
              <a:t>INSERT INTO departments VALUES (30,'Purchasing',114,1700);</a:t>
            </a:r>
          </a:p>
          <a:p>
            <a:pPr marL="0" indent="0">
              <a:buNone/>
            </a:pPr>
            <a:r>
              <a:rPr lang="en-US" sz="1400" dirty="0"/>
              <a:t>INSERT INTO departments VALUES (40,'Human Resources',203,2400);</a:t>
            </a:r>
          </a:p>
          <a:p>
            <a:pPr marL="0" indent="0">
              <a:buNone/>
            </a:pPr>
            <a:r>
              <a:rPr lang="en-US" sz="1400" dirty="0"/>
              <a:t>INSERT INTO departments VALUES (50,'Shipping',121,1500);</a:t>
            </a:r>
          </a:p>
          <a:p>
            <a:pPr marL="0" indent="0">
              <a:buNone/>
            </a:pPr>
            <a:r>
              <a:rPr lang="en-US" sz="1400" dirty="0"/>
              <a:t>INSERT INTO departments VALUES (60,'IT',103,1400);</a:t>
            </a:r>
          </a:p>
          <a:p>
            <a:pPr marL="0" indent="0">
              <a:buNone/>
            </a:pPr>
            <a:r>
              <a:rPr lang="en-US" sz="1400" dirty="0"/>
              <a:t>INSERT INTO departments VALUES (70,'Public Relations',204,2700);</a:t>
            </a:r>
          </a:p>
          <a:p>
            <a:pPr marL="0" indent="0">
              <a:buNone/>
            </a:pPr>
            <a:r>
              <a:rPr lang="en-US" sz="1400" dirty="0"/>
              <a:t>INSERT INTO departments VALUES (80,'Sales',145,2500);</a:t>
            </a:r>
          </a:p>
          <a:p>
            <a:pPr marL="0" indent="0">
              <a:buNone/>
            </a:pPr>
            <a:r>
              <a:rPr lang="en-US" sz="1400" dirty="0"/>
              <a:t>INSERT INTO departments VALUES (90,'Executive',100,1700);</a:t>
            </a:r>
          </a:p>
          <a:p>
            <a:pPr marL="0" indent="0">
              <a:buNone/>
            </a:pPr>
            <a:r>
              <a:rPr lang="en-US" sz="1400" dirty="0"/>
              <a:t>INSERT INTO departments VALUES (100,'Finance',108,1700);</a:t>
            </a:r>
          </a:p>
          <a:p>
            <a:pPr marL="0" indent="0">
              <a:buNone/>
            </a:pPr>
            <a:r>
              <a:rPr lang="en-US" sz="1400" dirty="0"/>
              <a:t>INSERT INTO departments VALUES (110,'Accounting',205,1700);</a:t>
            </a:r>
          </a:p>
          <a:p>
            <a:pPr marL="0" indent="0">
              <a:buNone/>
            </a:pPr>
            <a:r>
              <a:rPr lang="en-US" sz="1400" dirty="0"/>
              <a:t>INSERT INTO departments VALUES (120,'Treasury',NULL,1700);</a:t>
            </a:r>
          </a:p>
          <a:p>
            <a:pPr marL="0" indent="0">
              <a:buNone/>
            </a:pPr>
            <a:r>
              <a:rPr lang="en-US" sz="1400" dirty="0"/>
              <a:t>INSERT INTO departments VALUES (130,'Corporate Tax',NULL,1700);</a:t>
            </a:r>
          </a:p>
          <a:p>
            <a:pPr marL="0" indent="0">
              <a:buNone/>
            </a:pPr>
            <a:r>
              <a:rPr lang="en-US" sz="1400" dirty="0"/>
              <a:t>INSERT INTO departments VALUES (140,'Control And Credit',NULL,1700);</a:t>
            </a:r>
          </a:p>
          <a:p>
            <a:pPr marL="0" indent="0">
              <a:buNone/>
            </a:pPr>
            <a:r>
              <a:rPr lang="en-US" sz="1400" dirty="0"/>
              <a:t>INSERT INTO departments VALUES (150,'Shareholder Services',NULL,1700);</a:t>
            </a:r>
          </a:p>
          <a:p>
            <a:pPr marL="0" indent="0">
              <a:buNone/>
            </a:pPr>
            <a:r>
              <a:rPr lang="en-US" sz="1400" dirty="0"/>
              <a:t>INSERT INTO departments VALUES (160,'Benefits',NULL,1700);</a:t>
            </a:r>
          </a:p>
          <a:p>
            <a:pPr marL="0" indent="0">
              <a:buNone/>
            </a:pPr>
            <a:r>
              <a:rPr lang="en-US" sz="1400" dirty="0"/>
              <a:t>INSERT INTO departments VALUES (170,'Manufacturing',NULL,1700);</a:t>
            </a:r>
          </a:p>
          <a:p>
            <a:pPr marL="0" indent="0">
              <a:buNone/>
            </a:pPr>
            <a:r>
              <a:rPr lang="en-US" sz="1400" dirty="0"/>
              <a:t>INSERT INTO departments VALUES (180,'Construction',NULL,1700);</a:t>
            </a:r>
          </a:p>
          <a:p>
            <a:pPr marL="0" indent="0">
              <a:buNone/>
            </a:pPr>
            <a:r>
              <a:rPr lang="en-US" sz="1400" dirty="0"/>
              <a:t>INSERT INTO departments VALUES (190,'Contracting',NULL,1700);</a:t>
            </a:r>
          </a:p>
          <a:p>
            <a:pPr marL="0" indent="0">
              <a:buNone/>
            </a:pPr>
            <a:r>
              <a:rPr lang="en-US" sz="1400" dirty="0"/>
              <a:t>INSERT INTO departments VALUES (200,'Operations',NULL,1700);</a:t>
            </a:r>
          </a:p>
          <a:p>
            <a:pPr marL="0" indent="0">
              <a:buNone/>
            </a:pPr>
            <a:r>
              <a:rPr lang="en-US" sz="1400" dirty="0"/>
              <a:t>INSERT INTO departments VALUES (210,'IT Support',NULL,1700);</a:t>
            </a:r>
          </a:p>
          <a:p>
            <a:pPr marL="0" indent="0">
              <a:buNone/>
            </a:pPr>
            <a:r>
              <a:rPr lang="en-US" sz="1400" dirty="0"/>
              <a:t>INSERT INTO departments VALUES (220,'NOC',NULL,1700);</a:t>
            </a:r>
          </a:p>
          <a:p>
            <a:pPr marL="0" indent="0">
              <a:buNone/>
            </a:pPr>
            <a:r>
              <a:rPr lang="en-US" sz="1400" dirty="0"/>
              <a:t>INSERT INTO departments VALUES (230,'IT Helpdesk',NULL,1700);</a:t>
            </a:r>
          </a:p>
          <a:p>
            <a:pPr marL="0" indent="0">
              <a:buNone/>
            </a:pPr>
            <a:r>
              <a:rPr lang="en-US" sz="1400" dirty="0"/>
              <a:t>INSERT INTO departments VALUES (240,'Government Sales',NULL,1700);</a:t>
            </a:r>
          </a:p>
          <a:p>
            <a:pPr marL="0" indent="0">
              <a:buNone/>
            </a:pPr>
            <a:r>
              <a:rPr lang="en-US" sz="1400" dirty="0"/>
              <a:t>INSERT INTO departments VALUES (250,'Retail Sales',NULL,1700);</a:t>
            </a:r>
          </a:p>
          <a:p>
            <a:pPr marL="0" indent="0">
              <a:buNone/>
            </a:pPr>
            <a:r>
              <a:rPr lang="en-US" sz="1400" dirty="0"/>
              <a:t>INSERT INTO departments VALUES (260,'Recruiting',NULL,1700);</a:t>
            </a:r>
          </a:p>
          <a:p>
            <a:pPr marL="0" indent="0">
              <a:buNone/>
            </a:pPr>
            <a:r>
              <a:rPr lang="en-US" sz="1400" dirty="0"/>
              <a:t>INSERT INTO departments VALUES (270,'Payroll',NULL,1700);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5A419F-CDB8-5A74-E102-8E77B6097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528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896A6-DCB9-A47F-3131-3A3320A23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5D75367-FDFF-3DA5-FF13-2A25424BC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136525"/>
            <a:ext cx="11830050" cy="48323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en-US" sz="2800" dirty="0"/>
              <a:t>Insert into employees with the following values (107 records)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2A002B8-B8FB-5C60-8674-096DC6026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450" y="619760"/>
            <a:ext cx="4022863" cy="6101715"/>
          </a:xfrm>
          <a:solidFill>
            <a:schemeClr val="bg1"/>
          </a:solidFill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1400" dirty="0"/>
              <a:t>INSERT INTO employees VALUES (100,'Steven','King','SKING','515.123.4567',STR_TO_DATE('17-JUN-1987', '%d-%M-%Y'),'AD_PRES',24000,NULL,NULL,90);</a:t>
            </a:r>
          </a:p>
          <a:p>
            <a:pPr marL="0" indent="0">
              <a:buNone/>
            </a:pPr>
            <a:r>
              <a:rPr lang="en-US" sz="1400" dirty="0"/>
              <a:t>INSERT INTO employees VALUES (101,'Neena','Kochhar','NKOCHHAR','515.123.4568',STR_TO_DATE('21-SEP-1989', '%d-%M-%Y'),'AD_VP',17000,NULL,100,90);</a:t>
            </a:r>
          </a:p>
          <a:p>
            <a:pPr marL="0" indent="0">
              <a:buNone/>
            </a:pPr>
            <a:r>
              <a:rPr lang="en-US" sz="1400" dirty="0"/>
              <a:t>INSERT INTO employees VALUES (102,'Lex','De Haan','LDEHAAN','515.123.4569',STR_TO_DATE('13-JAN-1993', '%d-%M-%Y'),'AD_VP',17000,NULL,100,90);</a:t>
            </a:r>
          </a:p>
          <a:p>
            <a:pPr marL="0" indent="0">
              <a:buNone/>
            </a:pPr>
            <a:r>
              <a:rPr lang="en-US" sz="1400" dirty="0"/>
              <a:t>INSERT INTO employees VALUES (103,'Alexander','Hunold','AHUNOLD','590.423.4567',STR_TO_DATE('03-JAN-1990', '%d-%M-%Y'),'IT_PROG',9000,NULL,102,60);</a:t>
            </a:r>
          </a:p>
          <a:p>
            <a:pPr marL="0" indent="0">
              <a:buNone/>
            </a:pPr>
            <a:r>
              <a:rPr lang="en-US" sz="1400" dirty="0"/>
              <a:t>INSERT INTO employees VALUES (104,'Bruce','Ernst','BERNST','590.423.4568',STR_TO_DATE('21-MAY-1991', '%d-%M-%Y'),'IT_PROG',6000,NULL,103,60);</a:t>
            </a:r>
          </a:p>
          <a:p>
            <a:pPr marL="0" indent="0">
              <a:buNone/>
            </a:pPr>
            <a:r>
              <a:rPr lang="en-US" sz="1400" dirty="0"/>
              <a:t>INSERT INTO employees VALUES (105,'David','Austin','DAUSTIN','590.423.4569',STR_TO_DATE('25-JUN-1997', '%d-%M-%Y'),'IT_PROG',4800,NULL,103,60);</a:t>
            </a:r>
          </a:p>
          <a:p>
            <a:pPr marL="0" indent="0">
              <a:buNone/>
            </a:pPr>
            <a:r>
              <a:rPr lang="en-US" sz="1400" dirty="0"/>
              <a:t>INSERT INTO employees VALUES (106,'Valli','Pataballa','VPATABAL','590.423.4560',STR_TO_DATE('05-FEB-1998', '%d-%M-%Y'),'IT_PROG',4800,NULL,103,60);</a:t>
            </a:r>
          </a:p>
          <a:p>
            <a:pPr marL="0" indent="0">
              <a:buNone/>
            </a:pPr>
            <a:r>
              <a:rPr lang="en-US" sz="1400" dirty="0"/>
              <a:t>INSERT INTO employees VALUES (107,'Diana','Lorentz','DLORENTZ','590.423.5567',STR_TO_DATE('07-FEB-1999', '%d-%M-%Y'),'IT_PROG',4200,NULL,103,60);</a:t>
            </a:r>
          </a:p>
          <a:p>
            <a:pPr marL="0" indent="0">
              <a:buNone/>
            </a:pPr>
            <a:r>
              <a:rPr lang="en-US" sz="1400" dirty="0"/>
              <a:t>INSERT INTO employees VALUES (108,'Nancy','Greenberg','NGREENBE','515.124.4569',STR_TO_DATE('17-AUG-1994', '%d-%M-%Y'),'FI_MGR',12000,NULL,101,100);</a:t>
            </a:r>
          </a:p>
          <a:p>
            <a:pPr marL="0" indent="0">
              <a:buNone/>
            </a:pPr>
            <a:r>
              <a:rPr lang="en-US" sz="1400" dirty="0"/>
              <a:t>INSERT INTO employees VALUES (109,'Daniel','Faviet','DFAVIET','515.124.4169',STR_TO_DATE('16-AUG-1994', '%d-%M-%Y'),'FI_ACCOUNT',9000,NULL,108,100);</a:t>
            </a:r>
          </a:p>
          <a:p>
            <a:pPr marL="0" indent="0">
              <a:buNone/>
            </a:pPr>
            <a:r>
              <a:rPr lang="en-US" sz="1400" dirty="0"/>
              <a:t>INSERT INTO employees VALUES (110,'John','Chen','JCHEN','515.124.4269',STR_TO_DATE('28-SEP-1997', '%d-%M-%Y'),'FI_ACCOUNT',8200,NULL,108,100);</a:t>
            </a:r>
          </a:p>
          <a:p>
            <a:pPr marL="0" indent="0">
              <a:buNone/>
            </a:pPr>
            <a:r>
              <a:rPr lang="en-US" sz="1400" dirty="0"/>
              <a:t>INSERT INTO employees VALUES (111,'Ismael','Sciarra','ISCIARRA','515.124.4369',STR_TO_DATE('30-SEP-1997', '%d-%M-%Y'),'FI_ACCOUNT',7700,NULL,108,100);</a:t>
            </a:r>
          </a:p>
          <a:p>
            <a:pPr marL="0" indent="0">
              <a:buNone/>
            </a:pPr>
            <a:r>
              <a:rPr lang="en-US" sz="1400" dirty="0"/>
              <a:t>INSERT INTO employees VALUES (112,'Jose Manuel','Urman','JMURMAN','515.124.4469',STR_TO_DATE('07-MAR-1998', '%d-%M-%Y'),'FI_ACCOUNT',7800,NULL,108,100);</a:t>
            </a:r>
          </a:p>
          <a:p>
            <a:pPr marL="0" indent="0">
              <a:buNone/>
            </a:pPr>
            <a:r>
              <a:rPr lang="en-US" sz="1400" dirty="0"/>
              <a:t>INSERT INTO employees VALUES (113,'Luis','Popp','LPOPP','515.124.4567',STR_TO_DATE('07-DEC-1999', '%d-%M-%Y'),'FI_ACCOUNT',6900,NULL,108,100);</a:t>
            </a:r>
          </a:p>
          <a:p>
            <a:pPr marL="0" indent="0">
              <a:buNone/>
            </a:pPr>
            <a:r>
              <a:rPr lang="en-US" sz="1400" dirty="0"/>
              <a:t>INSERT INTO employees VALUES (114,'Den','Raphaely','DRAPHEAL','515.127.4561',STR_TO_DATE('07-DEC-1994', '%d-%M-%Y'),'PU_MAN',11000,NULL,100,30);</a:t>
            </a:r>
          </a:p>
          <a:p>
            <a:pPr marL="0" indent="0">
              <a:buNone/>
            </a:pPr>
            <a:r>
              <a:rPr lang="en-US" sz="1400" dirty="0"/>
              <a:t>INSERT INTO employees VALUES (115,'Alexander','Khoo','AKHOO','515.127.4562',STR_TO_DATE('18-MAY-1995', '%d-%M-%Y'),'PU_CLERK',3100,NULL,114,30);</a:t>
            </a:r>
          </a:p>
          <a:p>
            <a:pPr marL="0" indent="0">
              <a:buNone/>
            </a:pPr>
            <a:r>
              <a:rPr lang="en-US" sz="1400" dirty="0"/>
              <a:t>INSERT INTO employees VALUES (116,'Shelli','Baida','SBAIDA','515.127.4563',STR_TO_DATE('24-DEC-1997', '%d-%M-%Y'),'PU_CLERK',2900,NULL,114,30);</a:t>
            </a:r>
          </a:p>
          <a:p>
            <a:pPr marL="0" indent="0">
              <a:buNone/>
            </a:pPr>
            <a:r>
              <a:rPr lang="en-US" sz="1400" dirty="0"/>
              <a:t>INSERT INTO employees VALUES (117,'Sigal','Tobias','STOBIAS','515.127.4564',STR_TO_DATE('24-JUL-1997', '%d-%M-%Y'),'PU_CLERK',2800,NULL,114,30);</a:t>
            </a:r>
          </a:p>
          <a:p>
            <a:pPr marL="0" indent="0">
              <a:buNone/>
            </a:pPr>
            <a:r>
              <a:rPr lang="en-US" sz="1400" dirty="0"/>
              <a:t>INSERT INTO employees VALUES (118,'Guy','Himuro','GHIMURO','515.127.4565',STR_TO_DATE('15-NOV-1998', '%d-%M-%Y'),'PU_CLERK',2600,NULL,114,30);</a:t>
            </a:r>
          </a:p>
          <a:p>
            <a:pPr marL="0" indent="0">
              <a:buNone/>
            </a:pPr>
            <a:r>
              <a:rPr lang="en-US" sz="1400" dirty="0"/>
              <a:t>INSERT INTO employees VALUES (119,'Karen','Colmenares','KCOLMENA','515.127.4566',STR_TO_DATE('10-AUG-1999', '%d-%M-%Y'),'PU_CLERK',2500,NULL,114,30);</a:t>
            </a:r>
          </a:p>
          <a:p>
            <a:pPr marL="0" indent="0">
              <a:buNone/>
            </a:pPr>
            <a:r>
              <a:rPr lang="en-US" sz="1400" dirty="0"/>
              <a:t>INSERT INTO employees VALUES (120,'Matthew','Weiss','MWEISS','650.123.1234',STR_TO_DATE('18-JUL-1996', '%d-%M-%Y'),'ST_MAN',8000,NULL,100,50);</a:t>
            </a:r>
          </a:p>
          <a:p>
            <a:pPr marL="0" indent="0">
              <a:buNone/>
            </a:pPr>
            <a:r>
              <a:rPr lang="en-US" sz="1400" dirty="0"/>
              <a:t>INSERT INTO employees VALUES (121,'Adam','Fripp','AFRIPP','650.123.2234',STR_TO_DATE('10-APR-1997', '%d-%M-%Y'),'ST_MAN',8200,NULL,100,50);</a:t>
            </a:r>
          </a:p>
          <a:p>
            <a:pPr marL="0" indent="0">
              <a:buNone/>
            </a:pPr>
            <a:r>
              <a:rPr lang="en-US" sz="1400" dirty="0"/>
              <a:t>INSERT INTO employees VALUES (122,'Payam','Kaufling','PKAUFLIN','650.123.3234',STR_TO_DATE('01-MAY-1995', '%d-%M-%Y'),'ST_MAN',7900,NULL,100,50);</a:t>
            </a:r>
          </a:p>
          <a:p>
            <a:pPr marL="0" indent="0">
              <a:buNone/>
            </a:pPr>
            <a:r>
              <a:rPr lang="en-US" sz="1400" dirty="0"/>
              <a:t>INSERT INTO employees VALUES (123,'Shanta','Vollman','SVOLLMAN','650.123.4234',STR_TO_DATE('10-OCT-1997', '%d-%M-%Y'),'ST_MAN',6500,NULL,100,50);</a:t>
            </a:r>
          </a:p>
          <a:p>
            <a:pPr marL="0" indent="0">
              <a:buNone/>
            </a:pPr>
            <a:r>
              <a:rPr lang="en-US" sz="1400" dirty="0"/>
              <a:t>INSERT INTO employees VALUES (124,'Kevin','Mourgos','KMOURGOS','650.123.5234',STR_TO_DATE('16-NOV-1999', '%d-%M-%Y'),'ST_MAN',5800,NULL,100,50);</a:t>
            </a:r>
          </a:p>
          <a:p>
            <a:pPr marL="0" indent="0">
              <a:buNone/>
            </a:pPr>
            <a:r>
              <a:rPr lang="en-US" sz="1400" dirty="0"/>
              <a:t>INSERT INTO employees VALUES (125,'Julia','Nayer','JNAYER','650.124.1214',STR_TO_DATE('16-JUL-1997', '%d-%M-%Y'),'ST_CLERK',3200,NULL,120,50);</a:t>
            </a:r>
          </a:p>
          <a:p>
            <a:pPr marL="0" indent="0">
              <a:buNone/>
            </a:pPr>
            <a:r>
              <a:rPr lang="en-US" sz="1400" dirty="0"/>
              <a:t>INSERT INTO employees VALUES (126,'Irene','Mikkilineni','IMIKKILI','650.124.1224',STR_TO_DATE('28-SEP-1998', '%d-%M-%Y'),'ST_CLERK',2700,NULL,120,50);</a:t>
            </a:r>
          </a:p>
          <a:p>
            <a:pPr marL="0" indent="0">
              <a:buNone/>
            </a:pPr>
            <a:r>
              <a:rPr lang="en-US" sz="1400" dirty="0"/>
              <a:t>INSERT INTO employees VALUES (127,'James','Landry','JLANDRY','650.124.1334',STR_TO_DATE('14-JAN-1999', '%d-%M-%Y'),'ST_CLERK',2400,NULL,120,50);</a:t>
            </a:r>
          </a:p>
          <a:p>
            <a:pPr marL="0" indent="0">
              <a:buNone/>
            </a:pPr>
            <a:r>
              <a:rPr lang="en-US" sz="1400" dirty="0"/>
              <a:t>INSERT INTO employees VALUES (128,'Steven','Markle','SMARKLE','650.124.1434',STR_TO_DATE('08-MAR-2000', '%d-%M-%Y'),'ST_CLERK',2200,NULL,120,50);</a:t>
            </a:r>
          </a:p>
          <a:p>
            <a:pPr marL="0" indent="0">
              <a:buNone/>
            </a:pPr>
            <a:r>
              <a:rPr lang="en-US" sz="1400" dirty="0"/>
              <a:t>INSERT INTO employees VALUES (129,'Laura','Bissot','LBISSOT','650.124.5234',STR_TO_DATE('20-AUG-1997', '%d-%M-%Y'),'ST_CLERK',3300,NULL,121,50);</a:t>
            </a:r>
          </a:p>
          <a:p>
            <a:pPr marL="0" indent="0">
              <a:buNone/>
            </a:pPr>
            <a:r>
              <a:rPr lang="en-US" sz="1400" dirty="0"/>
              <a:t>INSERT INTO employees VALUES (130,'Mozhe','Atkinson','MATKINSO','650.124.6234',STR_TO_DATE('30-OCT-1997', '%d-%M-%Y'),'ST_CLERK',2800,NULL,121,50);</a:t>
            </a:r>
          </a:p>
          <a:p>
            <a:pPr marL="0" indent="0">
              <a:buNone/>
            </a:pPr>
            <a:r>
              <a:rPr lang="en-US" sz="1400" dirty="0"/>
              <a:t>INSERT INTO employees VALUES (131,'James','Marlow','JAMRLOW','650.124.7234',STR_TO_DATE('16-FEB-1997', '%d-%M-%Y'),'ST_CLERK',2500,NULL,121,50);</a:t>
            </a:r>
          </a:p>
          <a:p>
            <a:pPr marL="0" indent="0">
              <a:buNone/>
            </a:pPr>
            <a:r>
              <a:rPr lang="en-US" sz="1400" dirty="0"/>
              <a:t>INSERT INTO employees VALUES (132,'TJ','Olson','TJOLSON','650.124.8234',STR_TO_DATE('10-APR-1999', '%d-%M-%Y'),'ST_CLERK',2100,NULL,121,50);</a:t>
            </a:r>
          </a:p>
          <a:p>
            <a:pPr marL="0" indent="0">
              <a:buNone/>
            </a:pPr>
            <a:r>
              <a:rPr lang="en-US" sz="1400" dirty="0"/>
              <a:t>INSERT INTO employees VALUES (133,'Jason','Mallin','JMALLIN','650.127.1934',STR_TO_DATE('14-JUN-1996', '%d-%M-%Y'),'ST_CLERK',3300,NULL,122,50);</a:t>
            </a:r>
          </a:p>
          <a:p>
            <a:pPr marL="0" indent="0">
              <a:buNone/>
            </a:pPr>
            <a:r>
              <a:rPr lang="en-US" sz="1400" dirty="0"/>
              <a:t>INSERT INTO employees VALUES (134,'Michael','Rogers','MROGERS','650.127.1834',STR_TO_DATE('26-AUG-1998', '%d-%M-%Y'),'ST_CLERK',2900,NULL,122,50);</a:t>
            </a:r>
          </a:p>
          <a:p>
            <a:pPr marL="0" indent="0">
              <a:buNone/>
            </a:pPr>
            <a:r>
              <a:rPr lang="en-US" sz="1400" dirty="0"/>
              <a:t>INSERT INTO employees VALUES (135,'Ki','Gee','KGEE','650.127.1734',STR_TO_DATE('12-DEC-1999', '%d-%M-%Y'),'ST_CLERK',2400,NULL,122,50);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FA5D9F-8755-AEC7-6D10-A840A90B8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8</a:t>
            </a:fld>
            <a:endParaRPr lang="en-US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55A2A996-9FA8-9A0B-C847-B70F65E6DAF0}"/>
              </a:ext>
            </a:extLst>
          </p:cNvPr>
          <p:cNvSpPr txBox="1">
            <a:spLocks/>
          </p:cNvSpPr>
          <p:nvPr/>
        </p:nvSpPr>
        <p:spPr>
          <a:xfrm>
            <a:off x="4194313" y="619759"/>
            <a:ext cx="4022863" cy="610171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(136,'Hazel','Philtanker','HPHILTAN','650.127.1634',STR_TO_DATE('06-FEB-2000', '%d-%M-%Y'),'ST_CLERK',2200,NULL,122,50);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(137,'Renske','Ladwig','RLADWIG','650.121.1234',STR_TO_DATE('14-JUL-1995', '%d-%M-%Y'),'ST_CLERK',3600,NULL,123,50);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(138,'Stephen','Stiles','SSTILES','650.121.2034',STR_TO_DATE('26-OCT-1997', '%d-%M-%Y'),'ST_CLERK',3200,NULL,123,50);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(139,'John','Seo','JSEO','650.121.2019',STR_TO_DATE('12-FEB-1998', '%d-%M-%Y'),'ST_CLERK',2700,NULL,123,50);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(140,'Joshua','Patel','JPATEL','650.121.1834',STR_TO_DATE('06-APR-1998', '%d-%M-%Y'),'ST_CLERK',2500,NULL,123,50);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(141,'Trenna','Rajs','TRAJS','650.121.8009',STR_TO_DATE('17-OCT-1995', '%d-%M-%Y'),'ST_CLERK',3500,NULL,124,50);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(142,'Curtis','Davies','CDAVIES','650.121.2994',STR_TO_DATE('29-JAN-1997', '%d-%M-%Y'),'ST_CLERK',3100,NULL,124,50);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(143,'Randall','Matos','RMATOS','650.121.2874',STR_TO_DATE('15-MAR-1998', '%d-%M-%Y'),'ST_CLERK',2600,NULL,124,50);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(144,'Peter','Vargas','PVARGAS','650.121.2004',STR_TO_DATE('09-JUL-1998', '%d-%M-%Y'),'ST_CLERK',2500,NULL,124,50);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(145,'John','Russell','JRUSSEL','011.44.1344.429268',STR_TO_DATE('01-OCT-1996', '%d-%M-%Y'),'SA_MAN',14000,.4,100,80);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(146,'Karen','Partners','KPARTNER','011.44.1344.467268',STR_TO_DATE('05-JAN-1997', '%d-%M-%Y'),'SA_MAN',13500,.3,100,80);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(147,'Alberto','Errazuriz','AERRAZUR','011.44.1344.429278',STR_TO_DATE('10-MAR-1997', '%d-%M-%Y'),'SA_MAN',12000,.3,100,80);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(148,'Gerald','Cambrault','GCAMBRAU','011.44.1344.619268',STR_TO_DATE('15-OCT-1999', '%d-%M-%Y'),'SA_MAN',11000,.3,100,80);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(149,'Eleni','Zlotkey','EZLOTKEY','011.44.1344.429018',STR_TO_DATE('29-JAN-2000', '%d-%M-%Y'),'SA_MAN',10500,.2,100,80);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(150,'Peter','Tucker','PTUCKER','011.44.1344.129268',STR_TO_DATE('30-JAN-1997', '%d-%M-%Y'),'SA_REP',10000,.3,145,80);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(151,'David','Bernstein','DBERNSTE','011.44.1344.345268',STR_TO_DATE('24-MAR-1997', '%d-%M-%Y'),'SA_REP',9500,.25,145,80);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(152,'Peter','Hall','PHALL','011.44.1344.478968',STR_TO_DATE('20-AUG-1997', '%d-%M-%Y'),'SA_REP',9000,.25,145,80);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(153,'Christopher','Olsen','COLSEN','011.44.1344.498718',STR_TO_DATE('30-MAR-1998', '%d-%M-%Y'),'SA_REP',8000,.2,145,80);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(154,'Nanette','Cambrault','NCAMBRAU','011.44.1344.987668',STR_TO_DATE('09-DEC-1998', '%d-%M-%Y'),'SA_REP',7500,.2,145,80);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(155,'Oliver','Tuvault','OTUVAULT','011.44.1344.486508',STR_TO_DATE('23-NOV-1999', '%d-%M-%Y'),'SA_REP',7000,.15,145,80);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(156,'Janette','King','JKING','011.44.1345.429268',STR_TO_DATE('30-JAN-1996', '%d-%M-%Y'),'SA_REP',10000,.35,146,80);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(157,'Patrick','Sully','PSULLY','011.44.1345.929268',STR_TO_DATE('04-MAR-1996', '%d-%M-%Y'),'SA_REP',9500,.35,146,80);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(158,'Allan','McEwen','AMCEWEN','011.44.1345.829268',STR_TO_DATE('01-AUG-1996', '%d-%M-%Y'),'SA_REP',9000,.35,146,80);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(159,'Lindsey','Smith','LSMITH','011.44.1345.729268',STR_TO_DATE('10-MAR-1997', '%d-%M-%Y'),'SA_REP',8000,.3,146,80);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(160,'Louise','Doran','LDORAN','011.44.1345.629268',STR_TO_DATE('15-DEC-1997', '%d-%M-%Y'),'SA_REP',7500,.3,146,80);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(161,'Sarath','Sewall','SSEWALL','011.44.1345.529268',STR_TO_DATE('03-NOV-1998', '%d-%M-%Y'),'SA_REP',7000,.25,146,80);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(162,'Clara','Vishney','CVISHNEY','011.44.1346.129268',STR_TO_DATE('11-NOV-1997', '%d-%M-%Y'),'SA_REP',10500,.25,147,80);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(163,'Danielle','Greene','DGREENE','011.44.1346.229268',STR_TO_DATE('19-MAR-1999', '%d-%M-%Y'),'SA_REP',9500,.15,147,80);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(164,'Mattea','Marvins','MMARVINS','011.44.1346.329268',STR_TO_DATE('24-JAN-2000', '%d-%M-%Y'),'SA_REP',7200,.10,147,80);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(165,'David','Lee','DLEE','011.44.1346.529268',STR_TO_DATE('23-FEB-2000', '%d-%M-%Y'),'SA_REP',6800,.1,147,80);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(166,'Sundar','Ande','SANDE','011.44.1346.629268',STR_TO_DATE('24-MAR-2000', '%d-%M-%Y'),'SA_REP',6400,.10,147,80);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(167,'Amit','Banda','ABANDA','011.44.1346.729268',STR_TO_DATE('21-APR-2000', '%d-%M-%Y'),'SA_REP',6200,.10,147,80);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(168,'Lisa','Ozer','LOZER','011.44.1343.929268',STR_TO_DATE('11-MAR-1997', '%d-%M-%Y'),'SA_REP',11500,.25,148,80);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(169,'Harrison','Bloom','HBLOOM','011.44.1343.829268',STR_TO_DATE('23-MAR-1998', '%d-%M-%Y'),'SA_REP',10000,.20,148,80);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(170,'Tayler','Fox','TFOX','011.44.1343.729268',STR_TO_DATE('24-JAN-1998', '%d-%M-%Y'),'SA_REP',9600,.20,148,80);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(171,'William','Smith','WSMITH','011.44.1343.629268',STR_TO_DATE('23-FEB-1999', '%d-%M-%Y'),'SA_REP',7400,.15,148,80);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F01AB790-E382-7876-D25C-6CE02D2AAF8C}"/>
              </a:ext>
            </a:extLst>
          </p:cNvPr>
          <p:cNvSpPr txBox="1">
            <a:spLocks/>
          </p:cNvSpPr>
          <p:nvPr/>
        </p:nvSpPr>
        <p:spPr>
          <a:xfrm>
            <a:off x="8097907" y="619758"/>
            <a:ext cx="4022863" cy="610171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(172,'Elizabeth','Bates','EBATES','011.44.1343.529268',STR_TO_DATE('24-MAR-1999', '%d-%M-%Y'),'SA_REP',7300,.15,148,80);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(173,'Sundita','Kumar','SKUMAR','011.44.1343.329268',STR_TO_DATE('21-APR-2000', '%d-%M-%Y'),'SA_REP',6100,.10,148,80);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(174,'Ellen','Abel','EABEL','011.44.1644.429267',STR_TO_DATE('11-MAY-1996', '%d-%M-%Y'),'SA_REP',11000,.30,149,80);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(175,'Alyssa','Hutton','AHUTTON','011.44.1644.429266',STR_TO_DATE('19-MAR-1997', '%d-%M-%Y'),'SA_REP',8800,.25,149,80);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(176,'Jonathon','Taylor','JTAYLOR','011.44.1644.429265',STR_TO_DATE('24-MAR-1998', '%d-%M-%Y'),'SA_REP',8600,.20,149,80);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(177,'Jack','Livingston','JLIVINGS','011.44.1644.429264',STR_TO_DATE('23-APR-1998', '%d-%M-%Y'),'SA_REP',8400,.20,149,80);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(178,'Kimberely','Grant','KGRANT','011.44.1644.429263',STR_TO_DATE('24-MAY-1999', '%d-%M-%Y'),'SA_REP',7000,.15,149,NULL);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(179,'Charles','Johnson','CJOHNSON','011.44.1644.429262',STR_TO_DATE('04-JAN-2000', '%d-%M-%Y'),'SA_REP',6200,.10,149,80);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(180,'Winston','Taylor','WTAYLOR','650.507.9876',STR_TO_DATE('24-JAN-1998', '%d-%M-%Y'),'SH_CLERK',3200,NULL,120,50);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(181,'Jean','Fleaur','JFLEAUR','650.507.9877',STR_TO_DATE('23-FEB-1998', '%d-%M-%Y'),'SH_CLERK',3100,NULL,120,50);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(182,'Martha','Sullivan','MSULLIVA','650.507.9878',STR_TO_DATE('21-JUN-1999', '%d-%M-%Y'),'SH_CLERK',2500,NULL,120,50);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(183,'Girard','Geoni','GGEONI','650.507.9879',STR_TO_DATE('03-FEB-2000', '%d-%M-%Y'),'SH_CLERK',2800,NULL,120,50);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(184,'Nandita','Sarchand','NSARCHAN','650.509.1876',STR_TO_DATE('27-JAN-1996', '%d-%M-%Y'),'SH_CLERK',4200,NULL,121,50);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(185,'Alexis','Bull','ABULL','650.509.2876',STR_TO_DATE('20-FEB-1997', '%d-%M-%Y'),'SH_CLERK',4100,NULL,121,50);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(186,'Julia','Dellinger','JDELLING','650.509.3876',STR_TO_DATE('24-JUN-1998', '%d-%M-%Y'),'SH_CLERK',3400,NULL,121,50);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(187,'Anthony','Cabrio','ACABRIO','650.509.4876',STR_TO_DATE('07-FEB-1999', '%d-%M-%Y'),'SH_CLERK',3000,NULL,121,50);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(188,'Kelly','Chung','KCHUNG','650.505.1876',STR_TO_DATE('14-JUN-1997', '%d-%M-%Y'),'SH_CLERK',3800,NULL,122,50);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(189,'Jennifer','Dilly','JDILLY','650.505.2876',STR_TO_DATE('13-AUG-1997', '%d-%M-%Y'),'SH_CLERK',3600,NULL,122,50);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(190,'Timothy','Gates','TGATES','650.505.3876',STR_TO_DATE('11-JUL-1998', '%d-%M-%Y'),'SH_CLERK',2900,NULL,122,50);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(191,'Randall','Perkins','RPERKINS','650.505.4876',STR_TO_DATE('19-DEC-1999', '%d-%M-%Y'),'SH_CLERK',2500,NULL,122,50);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(192,'Sarah','Bell','SBELL','650.501.1876',STR_TO_DATE('04-FEB-1996', '%d-%M-%Y'),'SH_CLERK',4000,NULL,123,50);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(193,'Britney','Everett','BEVERETT','650.501.2876',STR_TO_DATE('03-MAR-1997', '%d-%M-%Y'),'SH_CLERK',3900,NULL,123,50);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(194,'Samuel','McCain','SMCCAIN','650.501.3876',STR_TO_DATE('01-JUL-1998', '%d-%M-%Y'),'SH_CLERK',3200,NULL,123,50);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(195,'Vance','Jones','VJONES','650.501.4876',STR_TO_DATE('17-MAR-1999', '%d-%M-%Y'),'SH_CLERK',2800,NULL,123,50);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(196,'Alana','Walsh','AWALSH','650.507.9811',STR_TO_DATE('24-APR-1998', '%d-%M-%Y'),'SH_CLERK',3100,NULL,124,50);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(197,'Kevin','Feeney','KFEENEY','650.507.9822',STR_TO_DATE('23-MAY-1998', '%d-%M-%Y'),'SH_CLERK',3000,NULL,124,50);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(198,'Donald','OConnell','DOCONNEL','650.507.9833',STR_TO_DATE('21-JUN-1999', '%d-%M-%Y'),'SH_CLERK',2600,NULL,124,50);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(199,'Douglas','Grant','DGRANT','650.507.9844',STR_TO_DATE('13-JAN-2000', '%d-%M-%Y'),'SH_CLERK',2600,NULL,124,50);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(200,'Jennifer','Whalen','JWHALEN','515.123.4444',STR_TO_DATE('17-SEP-1987', '%d-%M-%Y'),'AD_ASST',4400,NULL,101,10);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(201,'Michael','Hartstein','MHARTSTE','515.123.5555',STR_TO_DATE('17-FEB-1996', '%d-%M-%Y'),'MK_MAN',13000,NULL,100,20);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(202,'Pat','Fay','PFAY','603.123.6666',STR_TO_DATE('17-AUG-1997', '%d-%M-%Y'),'MK_REP',6000,NULL,201,20);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(203,'Susan','Mavris','SMAVRIS','515.123.7777',STR_TO_DATE('07-JUN-1994', '%d-%M-%Y'),'HR_REP',6500,NULL,101,40);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(204,'Hermann','Baer','HBAER','515.123.8888',STR_TO_DATE('07-JUN-1994', '%d-%M-%Y'),'PR_REP',10000,NULL,101,70);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(205,'Shelley','Higgins','SHIGGINS','515.123.8080',STR_TO_DATE('07-JUN-1994', '%d-%M-%Y'),'AC_MGR',12000,NULL,101,110);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INSERT INTO employees VALUES (206,'William','Gietz','WGIETZ','51hr5.123.8181',STR_TO_DATE('07-JUN-1994', '%d-%M-%Y'),'AC_ACCOUNT',8300,NULL,205,110);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5612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3CA04-8777-C2BC-A9C8-9C191EE43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D9AAF7-4BD6-9A1F-0C4F-EC58964635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Now, we need to add foreign keys </a:t>
            </a:r>
            <a:br>
              <a:rPr lang="en-US" dirty="0"/>
            </a:br>
            <a:r>
              <a:rPr lang="en-US" dirty="0"/>
              <a:t>to tables departments and employees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222A448D-BA6C-F1EE-5F34-7DF506CE12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ALTER TABLE departments ADD FOREIGN KEY (</a:t>
            </a:r>
            <a:r>
              <a:rPr lang="en-US" dirty="0" err="1"/>
              <a:t>location_id</a:t>
            </a:r>
            <a:r>
              <a:rPr lang="en-US" dirty="0"/>
              <a:t>) REFERENCES locations(</a:t>
            </a:r>
            <a:r>
              <a:rPr lang="en-US" dirty="0" err="1"/>
              <a:t>location_id</a:t>
            </a:r>
            <a:r>
              <a:rPr lang="en-US" dirty="0"/>
              <a:t>);</a:t>
            </a:r>
          </a:p>
          <a:p>
            <a:r>
              <a:rPr lang="en-US" dirty="0"/>
              <a:t>ALTER TABLE employees ADD FOREIGN KEY (</a:t>
            </a:r>
            <a:r>
              <a:rPr lang="en-US" dirty="0" err="1"/>
              <a:t>department_id</a:t>
            </a:r>
            <a:r>
              <a:rPr lang="en-US" dirty="0"/>
              <a:t>) REFERENCES departments(</a:t>
            </a:r>
            <a:r>
              <a:rPr lang="en-US" dirty="0" err="1"/>
              <a:t>department_id</a:t>
            </a:r>
            <a:r>
              <a:rPr lang="en-US" dirty="0"/>
              <a:t>);</a:t>
            </a:r>
          </a:p>
          <a:p>
            <a:r>
              <a:rPr lang="en-US" dirty="0"/>
              <a:t>ALTER TABLE employees ADD FOREIGN KEY (</a:t>
            </a:r>
            <a:r>
              <a:rPr lang="en-US" dirty="0" err="1"/>
              <a:t>manager_id</a:t>
            </a:r>
            <a:r>
              <a:rPr lang="en-US" dirty="0"/>
              <a:t>) REFERENCES employees(</a:t>
            </a:r>
            <a:r>
              <a:rPr lang="en-US" dirty="0" err="1"/>
              <a:t>employee_id</a:t>
            </a:r>
            <a:r>
              <a:rPr lang="en-US" dirty="0"/>
              <a:t>);</a:t>
            </a:r>
          </a:p>
          <a:p>
            <a:r>
              <a:rPr lang="en-US" dirty="0"/>
              <a:t>ALTER TABLE departments ADD FOREIGN KEY (</a:t>
            </a:r>
            <a:r>
              <a:rPr lang="en-US" dirty="0" err="1"/>
              <a:t>manager_id</a:t>
            </a:r>
            <a:r>
              <a:rPr lang="en-US" dirty="0"/>
              <a:t>) REFERENCES employees (</a:t>
            </a:r>
            <a:r>
              <a:rPr lang="en-US" dirty="0" err="1"/>
              <a:t>employee_id</a:t>
            </a:r>
            <a:r>
              <a:rPr lang="en-US" dirty="0"/>
              <a:t>);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7B90C2-8420-797E-23F0-C3A31F7EC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191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8BACA-236B-269D-F13D-2D41CB172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75FC685-0160-48D8-9312-750C90A0B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136525"/>
            <a:ext cx="11830050" cy="48323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en-US" sz="2800" dirty="0"/>
              <a:t>Here, our tables with records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51A2A40-BE5A-71A6-A008-71C0850FF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450" y="619760"/>
            <a:ext cx="11830050" cy="6101715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marR="0" indent="0" algn="just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select * from locations;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06B90E-816C-F54F-2D53-4618BC2FE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10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E2B6F0A-D521-606A-30EA-2F25687F8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0756" y="1102995"/>
            <a:ext cx="9121949" cy="458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780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42BE9-8CEC-4A07-B631-5EFDE0A61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4D0AD86-1230-96F7-17DE-30C3F520C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136525"/>
            <a:ext cx="11830050" cy="48323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en-US" sz="2800" dirty="0"/>
              <a:t>Here, our tables with records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3FD93BE-2B1C-9448-AE5E-1012D7B80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450" y="619760"/>
            <a:ext cx="11830050" cy="6101715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marR="0" indent="0" algn="just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select * from departments;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EB250A-8B0C-4A81-8160-F0C201225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11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355A0C-832E-A5A0-C5E1-16739A2CA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1" y="352579"/>
            <a:ext cx="5705060" cy="6152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160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18AB0-CDFA-42B7-D37A-D056ACCD7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9232FB0-5F8A-C6ED-AD41-FEF829E9F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136525"/>
            <a:ext cx="11830050" cy="48323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en-US" sz="2800" dirty="0"/>
              <a:t>Here, our tables with records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36FD05D-A4E8-CA11-1538-7E889A9F1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450" y="619760"/>
            <a:ext cx="11830050" cy="6101715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marR="0" indent="0" algn="just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select * from employees;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9932D9-5EEA-D471-28B2-3CE75C793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12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7CBAF3-F356-F452-B162-98CEF52AB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9096" y="619760"/>
            <a:ext cx="7772400" cy="37935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F2572D3-3A4C-CED1-4015-34286C8FA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8843" y="3581309"/>
            <a:ext cx="7772400" cy="314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2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766B10A-21E0-5FA2-C45E-8B3C33C3F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Subqueries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BCBB4-90A1-3D3F-7BE5-2BB882268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708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B2BF5-6891-46E3-B7E2-1DD03999E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Subqueries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E4A4A-2507-4138-BFC7-21CE164E4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b="1" dirty="0">
                <a:solidFill>
                  <a:srgbClr val="830E3E"/>
                </a:solidFill>
              </a:rPr>
              <a:t>Nested query</a:t>
            </a:r>
          </a:p>
          <a:p>
            <a:pPr lvl="1"/>
            <a:r>
              <a:rPr lang="en-MY" dirty="0"/>
              <a:t>Contains outer &amp; inner </a:t>
            </a:r>
            <a:r>
              <a:rPr lang="en-MY" b="1" dirty="0">
                <a:solidFill>
                  <a:srgbClr val="0070C0"/>
                </a:solidFill>
              </a:rPr>
              <a:t>SELECT</a:t>
            </a:r>
            <a:r>
              <a:rPr lang="en-MY" dirty="0"/>
              <a:t> statements.</a:t>
            </a:r>
          </a:p>
          <a:p>
            <a:pPr lvl="1"/>
            <a:r>
              <a:rPr lang="en-MY" dirty="0"/>
              <a:t>The result of inner </a:t>
            </a:r>
            <a:r>
              <a:rPr lang="en-MY" b="1" dirty="0">
                <a:solidFill>
                  <a:srgbClr val="0070C0"/>
                </a:solidFill>
              </a:rPr>
              <a:t>SELECT</a:t>
            </a:r>
            <a:r>
              <a:rPr lang="en-MY" dirty="0"/>
              <a:t> (subquery) is used by the outer query to determine the final output.</a:t>
            </a:r>
          </a:p>
          <a:p>
            <a:pPr lvl="1"/>
            <a:r>
              <a:rPr lang="en-MY" dirty="0"/>
              <a:t>Subqueries written at:</a:t>
            </a:r>
          </a:p>
          <a:p>
            <a:pPr lvl="2"/>
            <a:r>
              <a:rPr lang="en-MY" b="1" dirty="0">
                <a:solidFill>
                  <a:srgbClr val="0070C0"/>
                </a:solidFill>
              </a:rPr>
              <a:t>WHERE</a:t>
            </a:r>
            <a:r>
              <a:rPr lang="en-MY" dirty="0"/>
              <a:t> or </a:t>
            </a:r>
            <a:r>
              <a:rPr lang="en-MY" b="1" dirty="0">
                <a:solidFill>
                  <a:srgbClr val="0070C0"/>
                </a:solidFill>
              </a:rPr>
              <a:t>HAVING</a:t>
            </a:r>
            <a:r>
              <a:rPr lang="en-MY" dirty="0"/>
              <a:t> clause</a:t>
            </a:r>
          </a:p>
          <a:p>
            <a:pPr lvl="2"/>
            <a:r>
              <a:rPr lang="en-MY" b="1" dirty="0">
                <a:solidFill>
                  <a:srgbClr val="0070C0"/>
                </a:solidFill>
              </a:rPr>
              <a:t>SELECT</a:t>
            </a:r>
            <a:r>
              <a:rPr lang="en-MY" dirty="0"/>
              <a:t> or </a:t>
            </a:r>
            <a:r>
              <a:rPr lang="en-MY" b="1" dirty="0">
                <a:solidFill>
                  <a:srgbClr val="0070C0"/>
                </a:solidFill>
              </a:rPr>
              <a:t>FROM</a:t>
            </a:r>
            <a:r>
              <a:rPr lang="en-MY" dirty="0"/>
              <a:t> clause</a:t>
            </a:r>
          </a:p>
          <a:p>
            <a:pPr lvl="1"/>
            <a:r>
              <a:rPr lang="en-MY" dirty="0"/>
              <a:t>When subquery written at </a:t>
            </a:r>
            <a:r>
              <a:rPr lang="en-MY" b="1" dirty="0">
                <a:solidFill>
                  <a:srgbClr val="0070C0"/>
                </a:solidFill>
              </a:rPr>
              <a:t>SELECT</a:t>
            </a:r>
            <a:r>
              <a:rPr lang="en-MY" dirty="0"/>
              <a:t> clause, the subquery output is a single value.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287B36-9A82-4B0C-A8D5-0E232F921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07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31EEB42-43AA-4B37-A49B-943B0429B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Example 1:</a:t>
            </a:r>
          </a:p>
          <a:p>
            <a:pPr lvl="1"/>
            <a:r>
              <a:rPr lang="en-MY" dirty="0"/>
              <a:t>List employee id and salary of all</a:t>
            </a:r>
            <a:br>
              <a:rPr lang="en-MY" dirty="0"/>
            </a:br>
            <a:r>
              <a:rPr lang="en-MY" dirty="0"/>
              <a:t>employees who are working in the</a:t>
            </a:r>
            <a:br>
              <a:rPr lang="en-MY" dirty="0"/>
            </a:br>
            <a:r>
              <a:rPr lang="en-MY" dirty="0"/>
              <a:t>sales department.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57BCC3-A6B3-4C01-B6D8-9C0DAF297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Subqueries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06C2B9-65D9-428B-AED2-55EB2A03E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7F4A1D-9E6B-47D1-A73D-3E8D7926BA7C}"/>
              </a:ext>
            </a:extLst>
          </p:cNvPr>
          <p:cNvSpPr txBox="1"/>
          <p:nvPr/>
        </p:nvSpPr>
        <p:spPr>
          <a:xfrm>
            <a:off x="1759520" y="3472095"/>
            <a:ext cx="4941773" cy="1754326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MY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employee_id, salary</a:t>
            </a:r>
          </a:p>
          <a:p>
            <a:r>
              <a:rPr lang="en-MY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</a:t>
            </a:r>
          </a:p>
          <a:p>
            <a:r>
              <a:rPr lang="en-MY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WHERE</a:t>
            </a:r>
            <a:r>
              <a:rPr lang="en-MY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department_id =</a:t>
            </a:r>
            <a:r>
              <a:rPr lang="en-MY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MY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(</a:t>
            </a:r>
            <a:r>
              <a:rPr lang="en-MY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department_id</a:t>
            </a:r>
          </a:p>
          <a:p>
            <a:r>
              <a:rPr lang="en-MY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 </a:t>
            </a:r>
            <a:r>
              <a:rPr lang="en-MY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</a:t>
            </a:r>
          </a:p>
          <a:p>
            <a:r>
              <a:rPr lang="en-MY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 </a:t>
            </a:r>
            <a:r>
              <a:rPr lang="en-MY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WHERE</a:t>
            </a:r>
            <a:r>
              <a:rPr lang="en-MY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department_name</a:t>
            </a:r>
            <a:r>
              <a:rPr lang="en-MY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=</a:t>
            </a:r>
            <a:r>
              <a:rPr lang="en-MY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'</a:t>
            </a:r>
            <a:r>
              <a:rPr lang="en-MY" dirty="0">
                <a:solidFill>
                  <a:srgbClr val="00B05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Sales</a:t>
            </a:r>
            <a:r>
              <a:rPr lang="en-MY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' </a:t>
            </a:r>
            <a:r>
              <a:rPr lang="en-MY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);</a:t>
            </a:r>
            <a:r>
              <a:rPr lang="en-MY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</a:p>
        </p:txBody>
      </p:sp>
      <p:pic>
        <p:nvPicPr>
          <p:cNvPr id="11" name="Content Placeholder 6">
            <a:extLst>
              <a:ext uri="{FF2B5EF4-FFF2-40B4-BE49-F238E27FC236}">
                <a16:creationId xmlns:a16="http://schemas.microsoft.com/office/drawing/2014/main" id="{F4661968-212E-46F0-AD64-1BCCB0D2E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985906" y="1509712"/>
            <a:ext cx="4024994" cy="3830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1451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5698C-794C-4A11-B5EB-1CA9EB87F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Subqueries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8864B-2FC1-4F8E-B7DD-357ECB002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if we want also to display the department name in the result? How should the statement be written?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Will this query execute correctly???</a:t>
            </a:r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C501EB-A783-41C3-B6F6-10C24484E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F8F2E6-E57C-4881-9D24-EA6A00690745}"/>
              </a:ext>
            </a:extLst>
          </p:cNvPr>
          <p:cNvSpPr txBox="1"/>
          <p:nvPr/>
        </p:nvSpPr>
        <p:spPr>
          <a:xfrm>
            <a:off x="2888881" y="2796766"/>
            <a:ext cx="6414237" cy="1754326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MY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employee_id, salary, department_name</a:t>
            </a:r>
          </a:p>
          <a:p>
            <a:r>
              <a:rPr lang="en-MY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</a:t>
            </a:r>
          </a:p>
          <a:p>
            <a:r>
              <a:rPr lang="en-MY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WHERE</a:t>
            </a:r>
            <a:r>
              <a:rPr lang="en-MY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department_id =</a:t>
            </a:r>
            <a:r>
              <a:rPr lang="en-MY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MY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(</a:t>
            </a:r>
            <a:r>
              <a:rPr lang="en-MY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department_id</a:t>
            </a:r>
          </a:p>
          <a:p>
            <a:r>
              <a:rPr lang="en-MY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 </a:t>
            </a:r>
            <a:r>
              <a:rPr lang="en-MY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</a:t>
            </a:r>
          </a:p>
          <a:p>
            <a:r>
              <a:rPr lang="en-MY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 </a:t>
            </a:r>
            <a:r>
              <a:rPr lang="en-MY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WHERE</a:t>
            </a:r>
            <a:r>
              <a:rPr lang="en-MY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department_name</a:t>
            </a:r>
            <a:r>
              <a:rPr lang="en-MY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=</a:t>
            </a:r>
            <a:r>
              <a:rPr lang="en-MY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'</a:t>
            </a:r>
            <a:r>
              <a:rPr lang="en-MY" dirty="0">
                <a:solidFill>
                  <a:srgbClr val="00B05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Sales</a:t>
            </a:r>
            <a:r>
              <a:rPr lang="en-MY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'</a:t>
            </a:r>
            <a:r>
              <a:rPr lang="en-MY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)</a:t>
            </a:r>
            <a:r>
              <a:rPr lang="en-MY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;</a:t>
            </a:r>
          </a:p>
        </p:txBody>
      </p:sp>
    </p:spTree>
    <p:extLst>
      <p:ext uri="{BB962C8B-B14F-4D97-AF65-F5344CB8AC3E}">
        <p14:creationId xmlns:p14="http://schemas.microsoft.com/office/powerpoint/2010/main" val="94904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5C24F-9A8E-3EB5-616E-415FBCA2A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1A1F4-6065-7867-C757-617771415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Subqueries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3C198-268E-4BFA-34BF-9C24EB002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if we want also to display the department name in the result? How should the statement be written?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Will this query execute correctly???</a:t>
            </a:r>
            <a:r>
              <a:rPr lang="en-MY" dirty="0"/>
              <a:t> </a:t>
            </a:r>
            <a:r>
              <a:rPr lang="en-MY" dirty="0">
                <a:solidFill>
                  <a:srgbClr val="FF0000"/>
                </a:solidFill>
              </a:rPr>
              <a:t>No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3DEAF4-ABE7-65FA-8530-1B6331D30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F423DE-AA52-0178-F9A2-E7E4ABF94949}"/>
              </a:ext>
            </a:extLst>
          </p:cNvPr>
          <p:cNvSpPr txBox="1"/>
          <p:nvPr/>
        </p:nvSpPr>
        <p:spPr>
          <a:xfrm>
            <a:off x="2888881" y="2796766"/>
            <a:ext cx="6414237" cy="1754326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MY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employee_id, salary, department_name</a:t>
            </a:r>
          </a:p>
          <a:p>
            <a:r>
              <a:rPr lang="en-MY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</a:t>
            </a:r>
          </a:p>
          <a:p>
            <a:r>
              <a:rPr lang="en-MY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WHERE</a:t>
            </a:r>
            <a:r>
              <a:rPr lang="en-MY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department_id =</a:t>
            </a:r>
            <a:r>
              <a:rPr lang="en-MY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MY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(</a:t>
            </a:r>
            <a:r>
              <a:rPr lang="en-MY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department_id</a:t>
            </a:r>
          </a:p>
          <a:p>
            <a:r>
              <a:rPr lang="en-MY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 </a:t>
            </a:r>
            <a:r>
              <a:rPr lang="en-MY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</a:t>
            </a:r>
          </a:p>
          <a:p>
            <a:r>
              <a:rPr lang="en-MY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 </a:t>
            </a:r>
            <a:r>
              <a:rPr lang="en-MY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WHERE</a:t>
            </a:r>
            <a:r>
              <a:rPr lang="en-MY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department_name</a:t>
            </a:r>
            <a:r>
              <a:rPr lang="en-MY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=</a:t>
            </a:r>
            <a:r>
              <a:rPr lang="en-MY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'</a:t>
            </a:r>
            <a:r>
              <a:rPr lang="en-MY" dirty="0">
                <a:solidFill>
                  <a:srgbClr val="00B05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Sales</a:t>
            </a:r>
            <a:r>
              <a:rPr lang="en-MY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'</a:t>
            </a:r>
            <a:r>
              <a:rPr lang="en-MY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)</a:t>
            </a:r>
            <a:r>
              <a:rPr lang="en-MY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;</a:t>
            </a:r>
          </a:p>
        </p:txBody>
      </p:sp>
    </p:spTree>
    <p:extLst>
      <p:ext uri="{BB962C8B-B14F-4D97-AF65-F5344CB8AC3E}">
        <p14:creationId xmlns:p14="http://schemas.microsoft.com/office/powerpoint/2010/main" val="33506799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116EC-1EA3-FE00-5BB5-A385BF8AB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2003BC2-7B3F-DADF-FD70-954338923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8B2B3-04AF-4A26-4C16-BEA8ACB81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2057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8071-8A1E-42C6-84C9-DE179E7E6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Obtaining Data From Multiple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17885-8E2C-4F01-838D-301D22D2E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Sometimes you need to use and display  data from more than one table. </a:t>
            </a:r>
          </a:p>
          <a:p>
            <a:pPr lvl="1"/>
            <a:r>
              <a:rPr lang="en-US" dirty="0"/>
              <a:t>Employee IDs exist in the EMPLOYEES table.</a:t>
            </a:r>
          </a:p>
          <a:p>
            <a:pPr lvl="1"/>
            <a:r>
              <a:rPr lang="en-US" dirty="0"/>
              <a:t>Department IDs exist in both the EMPLOYEES and DEPARTMENTS tables.</a:t>
            </a:r>
          </a:p>
          <a:p>
            <a:pPr lvl="1"/>
            <a:r>
              <a:rPr lang="en-US" dirty="0"/>
              <a:t>Department names exist in the DEPARTMENTS table.</a:t>
            </a:r>
          </a:p>
          <a:p>
            <a:r>
              <a:rPr lang="en-US" dirty="0"/>
              <a:t>To produce the report, you need to </a:t>
            </a:r>
            <a:r>
              <a:rPr lang="en-US" b="1" dirty="0">
                <a:solidFill>
                  <a:srgbClr val="C00000"/>
                </a:solidFill>
              </a:rPr>
              <a:t>join</a:t>
            </a:r>
            <a:r>
              <a:rPr lang="en-US" dirty="0"/>
              <a:t> the EMPLOYEES and DEPARTMENTS tables, and access data from </a:t>
            </a:r>
            <a:r>
              <a:rPr lang="en-US" b="1" dirty="0">
                <a:solidFill>
                  <a:srgbClr val="C00000"/>
                </a:solidFill>
              </a:rPr>
              <a:t>both of them</a:t>
            </a:r>
            <a:r>
              <a:rPr lang="en-US" dirty="0"/>
              <a:t>.</a:t>
            </a:r>
          </a:p>
          <a:p>
            <a:pPr lvl="1"/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586A96-0976-48C7-A1C6-6EEB87555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0591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8071-8A1E-42C6-84C9-DE179E7E6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Obtaining Data From Multiple Tables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586A96-0976-48C7-A1C6-6EEB87555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F861C3-B43A-4A40-A23C-290E41C77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1" y="1509713"/>
            <a:ext cx="7573551" cy="4333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0670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5DF00-6604-4DB6-AD9E-C1D0A8B13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Simple Join / Traditional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6D36B-C750-4876-8059-55C342276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 b="1" dirty="0"/>
              <a:t>Query 1:</a:t>
            </a:r>
          </a:p>
          <a:p>
            <a:r>
              <a:rPr lang="en-US" dirty="0"/>
              <a:t>List the employee first name, last name and employee salary for the SALES department.</a:t>
            </a:r>
            <a:r>
              <a:rPr lang="en-MY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4CECFE-3699-418D-9665-2ED6FADC2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596016-3278-4FC0-9400-1172764CFC80}"/>
              </a:ext>
            </a:extLst>
          </p:cNvPr>
          <p:cNvSpPr txBox="1"/>
          <p:nvPr/>
        </p:nvSpPr>
        <p:spPr>
          <a:xfrm>
            <a:off x="2475140" y="3182756"/>
            <a:ext cx="7526110" cy="1077218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MY" sz="16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sz="16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6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first_name</a:t>
            </a:r>
            <a:r>
              <a:rPr lang="en-MY" sz="16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16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last_name</a:t>
            </a:r>
            <a:r>
              <a:rPr lang="en-MY" sz="16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salary</a:t>
            </a:r>
          </a:p>
          <a:p>
            <a:r>
              <a:rPr lang="en-MY" sz="16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sz="16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6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employees, departments</a:t>
            </a:r>
          </a:p>
          <a:p>
            <a:r>
              <a:rPr lang="en-MY" sz="16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WHERE</a:t>
            </a:r>
            <a:r>
              <a:rPr lang="en-MY" sz="16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6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employees.department_id</a:t>
            </a:r>
            <a:r>
              <a:rPr lang="en-MY" sz="16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= </a:t>
            </a:r>
            <a:r>
              <a:rPr lang="en-MY" sz="16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departments.department_id</a:t>
            </a:r>
            <a:endParaRPr lang="en-MY" sz="1600" dirty="0">
              <a:solidFill>
                <a:srgbClr val="C00000"/>
              </a:solidFill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  <a:p>
            <a:r>
              <a:rPr lang="en-MY" sz="16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AND</a:t>
            </a:r>
            <a:r>
              <a:rPr lang="en-MY" sz="16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6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departments.department_name</a:t>
            </a:r>
            <a:r>
              <a:rPr lang="en-MY" sz="16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= 'Sales';</a:t>
            </a:r>
            <a:endParaRPr lang="en-MY" sz="1600" dirty="0"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50E4BD-1C0F-43F7-8F0B-59A02BFC4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0101" y="4679698"/>
            <a:ext cx="3816760" cy="187481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CF90403-6F7C-498F-BC30-AD96D858ECC3}"/>
              </a:ext>
            </a:extLst>
          </p:cNvPr>
          <p:cNvSpPr/>
          <p:nvPr/>
        </p:nvSpPr>
        <p:spPr>
          <a:xfrm>
            <a:off x="3209969" y="4818778"/>
            <a:ext cx="210638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This is a simple join</a:t>
            </a:r>
          </a:p>
          <a:p>
            <a:r>
              <a:rPr lang="en-US" dirty="0">
                <a:solidFill>
                  <a:srgbClr val="000000"/>
                </a:solidFill>
              </a:rPr>
              <a:t>*without the use of any </a:t>
            </a:r>
            <a:r>
              <a:rPr lang="en-US" b="1" dirty="0">
                <a:solidFill>
                  <a:srgbClr val="C00000"/>
                </a:solidFill>
              </a:rPr>
              <a:t>special syntax </a:t>
            </a:r>
            <a:r>
              <a:rPr lang="en-US" dirty="0">
                <a:solidFill>
                  <a:srgbClr val="000000"/>
                </a:solidFill>
              </a:rPr>
              <a:t>in SQL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6927683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5DF00-6604-4DB6-AD9E-C1D0A8B13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Simple Join / Traditional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6D36B-C750-4876-8059-55C342276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 b="1" dirty="0"/>
              <a:t>Query 2:</a:t>
            </a:r>
          </a:p>
          <a:p>
            <a:r>
              <a:rPr lang="en-US" dirty="0"/>
              <a:t>List all employees id, first name, last name and department name.</a:t>
            </a:r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4CECFE-3699-418D-9665-2ED6FADC2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596016-3278-4FC0-9400-1172764CFC80}"/>
              </a:ext>
            </a:extLst>
          </p:cNvPr>
          <p:cNvSpPr txBox="1"/>
          <p:nvPr/>
        </p:nvSpPr>
        <p:spPr>
          <a:xfrm>
            <a:off x="2475140" y="3001781"/>
            <a:ext cx="7241721" cy="83099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MY" sz="16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sz="16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6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employee_id, </a:t>
            </a:r>
            <a:r>
              <a:rPr lang="en-MY" sz="16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first_name</a:t>
            </a:r>
            <a:r>
              <a:rPr lang="en-MY" sz="16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16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last_name</a:t>
            </a:r>
            <a:r>
              <a:rPr lang="en-MY" sz="16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department_name</a:t>
            </a:r>
          </a:p>
          <a:p>
            <a:r>
              <a:rPr lang="en-MY" sz="16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sz="16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6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employees, departments</a:t>
            </a:r>
          </a:p>
          <a:p>
            <a:r>
              <a:rPr lang="en-MY" sz="16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WHERE</a:t>
            </a:r>
            <a:r>
              <a:rPr lang="en-MY" sz="16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6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employees.department_id</a:t>
            </a:r>
            <a:r>
              <a:rPr lang="en-MY" sz="16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= </a:t>
            </a:r>
            <a:r>
              <a:rPr lang="en-MY" sz="16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departments.department_id</a:t>
            </a:r>
            <a:r>
              <a:rPr lang="en-MY" sz="16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;</a:t>
            </a:r>
            <a:endParaRPr lang="en-MY" sz="1600" dirty="0"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596E214-B8DA-48E6-95CA-AAB80F89F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778" y="4039379"/>
            <a:ext cx="3855435" cy="213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8120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5DF00-6604-4DB6-AD9E-C1D0A8B13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Simple Join / Traditional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6D36B-C750-4876-8059-55C342276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 b="1" dirty="0"/>
              <a:t>Query 3:</a:t>
            </a:r>
          </a:p>
          <a:p>
            <a:r>
              <a:rPr lang="en-US" dirty="0"/>
              <a:t>List all employee id, first name, last name, department id and department name.</a:t>
            </a:r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4CECFE-3699-418D-9665-2ED6FADC2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596016-3278-4FC0-9400-1172764CFC80}"/>
              </a:ext>
            </a:extLst>
          </p:cNvPr>
          <p:cNvSpPr txBox="1"/>
          <p:nvPr/>
        </p:nvSpPr>
        <p:spPr>
          <a:xfrm>
            <a:off x="1103541" y="3299190"/>
            <a:ext cx="7886700" cy="738664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employee_id,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first_name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last_name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department_name, department_id</a:t>
            </a: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employees, departments</a:t>
            </a: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WHERE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employees.department_id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=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departments.department_id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;</a:t>
            </a:r>
            <a:endParaRPr lang="en-MY" sz="1400" dirty="0"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E96C4E-3410-4543-A31D-4985D69AB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6891" y="4257411"/>
            <a:ext cx="3906913" cy="119973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A6181FD-7A6B-4B4A-A422-E0A035E1BC1C}"/>
              </a:ext>
            </a:extLst>
          </p:cNvPr>
          <p:cNvSpPr/>
          <p:nvPr/>
        </p:nvSpPr>
        <p:spPr>
          <a:xfrm>
            <a:off x="5571445" y="5457150"/>
            <a:ext cx="45822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MY" dirty="0">
                <a:solidFill>
                  <a:srgbClr val="FF0000"/>
                </a:solidFill>
                <a:latin typeface="Lucida Sans Unicode" panose="020B0602030504020204" pitchFamily="34" charset="0"/>
              </a:rPr>
              <a:t>Why error occur?</a:t>
            </a:r>
          </a:p>
          <a:p>
            <a:r>
              <a:rPr lang="en-US" dirty="0">
                <a:solidFill>
                  <a:srgbClr val="FF0000"/>
                </a:solidFill>
                <a:latin typeface="Lucida Sans Unicode" panose="020B0602030504020204" pitchFamily="34" charset="0"/>
              </a:rPr>
              <a:t>How to correct the error?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6234917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5DF00-6604-4DB6-AD9E-C1D0A8B13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Simple Join / Traditional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6D36B-C750-4876-8059-55C342276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 b="1" dirty="0"/>
              <a:t>Query 3:</a:t>
            </a:r>
          </a:p>
          <a:p>
            <a:r>
              <a:rPr lang="en-US" dirty="0"/>
              <a:t>List all employee id, first name, last name, department id and department name.</a:t>
            </a:r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4CECFE-3699-418D-9665-2ED6FADC2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596016-3278-4FC0-9400-1172764CFC80}"/>
              </a:ext>
            </a:extLst>
          </p:cNvPr>
          <p:cNvSpPr txBox="1"/>
          <p:nvPr/>
        </p:nvSpPr>
        <p:spPr>
          <a:xfrm>
            <a:off x="1827440" y="3295528"/>
            <a:ext cx="7886700" cy="738664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employee_id,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first_name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last_name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department_name, </a:t>
            </a:r>
            <a:r>
              <a:rPr lang="en-MY" sz="1400" dirty="0" err="1">
                <a:solidFill>
                  <a:srgbClr val="C00000"/>
                </a:solidFill>
                <a:highlight>
                  <a:srgbClr val="00FFFF"/>
                </a:highlight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employees.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department_id</a:t>
            </a:r>
            <a:endParaRPr lang="en-MY" sz="1400" dirty="0">
              <a:solidFill>
                <a:srgbClr val="C00000"/>
              </a:solidFill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employees, departments</a:t>
            </a: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WHERE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employees.department_id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=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departments.department_id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;</a:t>
            </a:r>
            <a:endParaRPr lang="en-MY" sz="1400" dirty="0"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7F91CD-2AF6-44F7-A61B-1AEB3B2EFCC0}"/>
              </a:ext>
            </a:extLst>
          </p:cNvPr>
          <p:cNvSpPr/>
          <p:nvPr/>
        </p:nvSpPr>
        <p:spPr>
          <a:xfrm>
            <a:off x="7132862" y="5082011"/>
            <a:ext cx="42209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To solve the ambiguous column issue, </a:t>
            </a:r>
          </a:p>
          <a:p>
            <a:r>
              <a:rPr lang="en-US" dirty="0">
                <a:solidFill>
                  <a:srgbClr val="000000"/>
                </a:solidFill>
              </a:rPr>
              <a:t>use </a:t>
            </a:r>
            <a:r>
              <a:rPr lang="en-US" b="1" dirty="0">
                <a:solidFill>
                  <a:srgbClr val="C00000"/>
                </a:solidFill>
              </a:rPr>
              <a:t>Table prefix </a:t>
            </a:r>
            <a:r>
              <a:rPr lang="en-US" dirty="0">
                <a:solidFill>
                  <a:srgbClr val="000000"/>
                </a:solidFill>
              </a:rPr>
              <a:t>to correct the error</a:t>
            </a:r>
            <a:endParaRPr lang="en-MY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A5AEBDA-7A06-43B4-8EF0-415CE779B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5420" y="4437046"/>
            <a:ext cx="4917442" cy="2031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4103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5DD5C-32BC-48B3-B552-95F861612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Joining Tables Using SQL:1999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79BA7-3A2B-4D86-95E4-CE0159B7F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0814" y="1613582"/>
            <a:ext cx="7886700" cy="4530725"/>
          </a:xfrm>
        </p:spPr>
        <p:txBody>
          <a:bodyPr/>
          <a:lstStyle/>
          <a:p>
            <a:r>
              <a:rPr lang="en-US" dirty="0"/>
              <a:t>Use a join to query data from more than one table:</a:t>
            </a:r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4EC5D5-A723-4958-A90E-86B007574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3FBBC6-0B00-425C-85AA-5CCB5CEFE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415" y="2128325"/>
            <a:ext cx="7413171" cy="28043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F115287-4317-4198-8D3F-5C71655AF47C}"/>
              </a:ext>
            </a:extLst>
          </p:cNvPr>
          <p:cNvSpPr txBox="1"/>
          <p:nvPr/>
        </p:nvSpPr>
        <p:spPr>
          <a:xfrm>
            <a:off x="8423105" y="4984515"/>
            <a:ext cx="1379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[ ] = optional</a:t>
            </a:r>
          </a:p>
        </p:txBody>
      </p:sp>
    </p:spTree>
    <p:extLst>
      <p:ext uri="{BB962C8B-B14F-4D97-AF65-F5344CB8AC3E}">
        <p14:creationId xmlns:p14="http://schemas.microsoft.com/office/powerpoint/2010/main" val="10068266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18D81-F141-447E-8B78-971398C31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Equijoins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82AB4-9518-414B-820A-0775869F2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That is where a column (or multiple columns) in two or more tables match</a:t>
            </a:r>
          </a:p>
          <a:p>
            <a:r>
              <a:rPr lang="en-MY" dirty="0"/>
              <a:t>Can write using:</a:t>
            </a:r>
          </a:p>
          <a:p>
            <a:pPr lvl="1"/>
            <a:r>
              <a:rPr lang="en-MY" dirty="0"/>
              <a:t>Simple join:</a:t>
            </a:r>
          </a:p>
          <a:p>
            <a:pPr lvl="2"/>
            <a:r>
              <a:rPr lang="en-MY" b="1" dirty="0">
                <a:solidFill>
                  <a:srgbClr val="4472C4"/>
                </a:solidFill>
              </a:rPr>
              <a:t>SELECT…FROM…WHERE</a:t>
            </a:r>
          </a:p>
          <a:p>
            <a:pPr lvl="1"/>
            <a:r>
              <a:rPr lang="en-MY" dirty="0"/>
              <a:t>ANSI syntax:</a:t>
            </a:r>
          </a:p>
          <a:p>
            <a:pPr lvl="2"/>
            <a:r>
              <a:rPr lang="en-MY" b="1" dirty="0">
                <a:solidFill>
                  <a:srgbClr val="4472C4"/>
                </a:solidFill>
              </a:rPr>
              <a:t>NATURAL JOIN</a:t>
            </a:r>
          </a:p>
          <a:p>
            <a:pPr lvl="2"/>
            <a:r>
              <a:rPr lang="en-MY" b="1" dirty="0">
                <a:solidFill>
                  <a:srgbClr val="4472C4"/>
                </a:solidFill>
              </a:rPr>
              <a:t>JOIN…USING</a:t>
            </a:r>
          </a:p>
          <a:p>
            <a:pPr lvl="2"/>
            <a:r>
              <a:rPr lang="en-MY" b="1" dirty="0">
                <a:solidFill>
                  <a:srgbClr val="4472C4"/>
                </a:solidFill>
              </a:rPr>
              <a:t>JOIN…ON</a:t>
            </a:r>
          </a:p>
          <a:p>
            <a:pPr lvl="2"/>
            <a:r>
              <a:rPr lang="en-MY" b="1" dirty="0">
                <a:solidFill>
                  <a:srgbClr val="4472C4"/>
                </a:solidFill>
              </a:rPr>
              <a:t>INNER JOIN…ON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0E83A7-8F4C-4C84-BAB6-0ECCEF90E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92B5F1-C0CB-43A2-B075-02AAC8E6F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094" y="2680914"/>
            <a:ext cx="3540784" cy="246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5148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BA862-5A87-73A7-008D-047A26E8E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6C2EC22-44BB-9A52-93C7-D5E181BB1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Natural Join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F67DAF-1322-CD3A-7946-CC1E8192A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597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6683A-BE6C-475D-BF47-0C69C7374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Using </a:t>
            </a:r>
            <a:r>
              <a:rPr lang="en-MY" dirty="0">
                <a:solidFill>
                  <a:srgbClr val="0070C0"/>
                </a:solidFill>
              </a:rPr>
              <a:t>NATURAL JOIN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D9B40-5FF7-4048-828B-7EC04129B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4472C4"/>
                </a:solidFill>
              </a:rPr>
              <a:t>NATURAL JOIN </a:t>
            </a:r>
            <a:r>
              <a:rPr lang="en-US" dirty="0"/>
              <a:t>clause is based on all columns in the two tables that have the </a:t>
            </a:r>
            <a:r>
              <a:rPr lang="en-US" b="1" dirty="0"/>
              <a:t>same name</a:t>
            </a:r>
            <a:r>
              <a:rPr lang="en-US" dirty="0"/>
              <a:t>.</a:t>
            </a:r>
          </a:p>
          <a:p>
            <a:r>
              <a:rPr lang="en-US" dirty="0"/>
              <a:t>It selects rows from the two tables that have </a:t>
            </a:r>
            <a:r>
              <a:rPr lang="en-US" b="1" dirty="0"/>
              <a:t>equal values </a:t>
            </a:r>
            <a:r>
              <a:rPr lang="en-US" dirty="0"/>
              <a:t>in all matched columns.</a:t>
            </a:r>
          </a:p>
          <a:p>
            <a:r>
              <a:rPr lang="en-US" dirty="0"/>
              <a:t>If the columns having the same names have different data types, an error is returned.</a:t>
            </a:r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0A6442-2881-41A0-9C0E-AB5B54A40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7454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6390A-D182-4EDA-BBBF-D516235E6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Using </a:t>
            </a:r>
            <a:r>
              <a:rPr lang="en-MY" dirty="0">
                <a:solidFill>
                  <a:srgbClr val="0070C0"/>
                </a:solidFill>
              </a:rPr>
              <a:t>NATURAL JOIN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FA5CE-9CB1-4F52-AB7F-2A8CD6C19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 b="1" dirty="0"/>
              <a:t>Query 2:</a:t>
            </a:r>
          </a:p>
          <a:p>
            <a:r>
              <a:rPr lang="en-US" dirty="0"/>
              <a:t>List all employees id, first name, last name and department name.</a:t>
            </a:r>
            <a:endParaRPr lang="en-MY" dirty="0"/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229BA5-81C3-49EE-AEE5-783C3E10D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153DB4-2C48-492E-9C86-52FCA8943D5F}"/>
              </a:ext>
            </a:extLst>
          </p:cNvPr>
          <p:cNvSpPr txBox="1"/>
          <p:nvPr/>
        </p:nvSpPr>
        <p:spPr>
          <a:xfrm>
            <a:off x="2475140" y="3001781"/>
            <a:ext cx="7241721" cy="83099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MY" sz="16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sz="16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6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employee_id, </a:t>
            </a:r>
            <a:r>
              <a:rPr lang="en-MY" sz="16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first_name</a:t>
            </a:r>
            <a:r>
              <a:rPr lang="en-MY" sz="16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16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last_name</a:t>
            </a:r>
            <a:r>
              <a:rPr lang="en-MY" sz="16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department_name</a:t>
            </a:r>
          </a:p>
          <a:p>
            <a:r>
              <a:rPr lang="en-MY" sz="16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sz="16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6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</a:t>
            </a:r>
          </a:p>
          <a:p>
            <a:r>
              <a:rPr lang="en-MY" sz="16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NATURAL JOIN</a:t>
            </a:r>
            <a:r>
              <a:rPr lang="en-MY" sz="16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6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departments;</a:t>
            </a:r>
            <a:endParaRPr lang="en-MY" sz="1600" dirty="0"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778E45-3912-4CCD-B417-1576413A6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0963" y="3969119"/>
            <a:ext cx="4052942" cy="236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4506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B5F7E-DA02-4ED6-A528-060D8EEDC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Using </a:t>
            </a:r>
            <a:r>
              <a:rPr lang="en-MY" dirty="0">
                <a:solidFill>
                  <a:srgbClr val="0070C0"/>
                </a:solidFill>
              </a:rPr>
              <a:t>NATURAL JOIN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5A7B5-A71C-4743-8302-695BE27EA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 b="1" dirty="0"/>
              <a:t>Query 3:</a:t>
            </a:r>
          </a:p>
          <a:p>
            <a:r>
              <a:rPr lang="en-US" dirty="0"/>
              <a:t>List all employee id, first name, last name, department id and department name.</a:t>
            </a:r>
            <a:endParaRPr lang="en-MY" dirty="0"/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6B8F5B-CC4D-48C8-A2B2-6AE374C17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2480CF-FD1D-49BE-9B10-8EC4F897EED3}"/>
              </a:ext>
            </a:extLst>
          </p:cNvPr>
          <p:cNvSpPr txBox="1"/>
          <p:nvPr/>
        </p:nvSpPr>
        <p:spPr>
          <a:xfrm>
            <a:off x="2341790" y="3224062"/>
            <a:ext cx="7886700" cy="738664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employee_id,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first_name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last_name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department_name, department_id</a:t>
            </a: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</a:t>
            </a: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NATURAL JOIN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departments;</a:t>
            </a:r>
            <a:endParaRPr lang="en-MY" sz="1400" dirty="0"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0E8BCC-71F1-4079-ADBA-C2A9AC91C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409" y="4142113"/>
            <a:ext cx="4845182" cy="2214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23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B5F7E-DA02-4ED6-A528-060D8EEDC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Using </a:t>
            </a:r>
            <a:r>
              <a:rPr lang="en-MY" dirty="0">
                <a:solidFill>
                  <a:srgbClr val="0070C0"/>
                </a:solidFill>
              </a:rPr>
              <a:t>NATURAL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5A7B5-A71C-4743-8302-695BE27EA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 b="1" dirty="0"/>
              <a:t>Query 4:</a:t>
            </a:r>
          </a:p>
          <a:p>
            <a:r>
              <a:rPr lang="en-US" dirty="0"/>
              <a:t>List all employee id, first name, last name, department name and department location id.</a:t>
            </a:r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6B8F5B-CC4D-48C8-A2B2-6AE374C17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2480CF-FD1D-49BE-9B10-8EC4F897EED3}"/>
              </a:ext>
            </a:extLst>
          </p:cNvPr>
          <p:cNvSpPr txBox="1"/>
          <p:nvPr/>
        </p:nvSpPr>
        <p:spPr>
          <a:xfrm>
            <a:off x="2379890" y="3163781"/>
            <a:ext cx="7886700" cy="738664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employee_id,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first_name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last_name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department_name, location_id</a:t>
            </a: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</a:t>
            </a: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NATURAL JOIN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departments;</a:t>
            </a:r>
            <a:endParaRPr lang="en-MY" sz="1400" dirty="0"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3DB80F-9538-4745-AEEE-B2A58D635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374" y="4339245"/>
            <a:ext cx="4661252" cy="2153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2533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B5F7E-DA02-4ED6-A528-060D8EEDC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Using </a:t>
            </a:r>
            <a:r>
              <a:rPr lang="en-MY" dirty="0">
                <a:solidFill>
                  <a:srgbClr val="0070C0"/>
                </a:solidFill>
              </a:rPr>
              <a:t>NATURAL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5A7B5-A71C-4743-8302-695BE27EA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7136" y="1642913"/>
            <a:ext cx="7886700" cy="4530725"/>
          </a:xfrm>
        </p:spPr>
        <p:txBody>
          <a:bodyPr/>
          <a:lstStyle/>
          <a:p>
            <a:pPr marL="0" indent="0">
              <a:buNone/>
            </a:pPr>
            <a:r>
              <a:rPr lang="en-MY" b="1" dirty="0"/>
              <a:t>Query 4b:</a:t>
            </a:r>
          </a:p>
          <a:p>
            <a:r>
              <a:rPr lang="en-US" dirty="0"/>
              <a:t>List all employee id, first name, last name, department name and city.</a:t>
            </a:r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6B8F5B-CC4D-48C8-A2B2-6AE374C17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2480CF-FD1D-49BE-9B10-8EC4F897EED3}"/>
              </a:ext>
            </a:extLst>
          </p:cNvPr>
          <p:cNvSpPr txBox="1"/>
          <p:nvPr/>
        </p:nvSpPr>
        <p:spPr>
          <a:xfrm>
            <a:off x="2360840" y="2984804"/>
            <a:ext cx="7886700" cy="95410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employee_id,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first_name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last_name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department_name, city</a:t>
            </a: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</a:t>
            </a: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NATURAL JOIN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</a:t>
            </a: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NATURAL JOIN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locations;</a:t>
            </a:r>
            <a:endParaRPr lang="en-MY" sz="1400" dirty="0"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1FC81C-7CB5-404E-B501-CE685B6A6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544" y="4075435"/>
            <a:ext cx="4835549" cy="205980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6EC12F5-5755-46C2-8B47-9E8AD4899255}"/>
              </a:ext>
            </a:extLst>
          </p:cNvPr>
          <p:cNvSpPr/>
          <p:nvPr/>
        </p:nvSpPr>
        <p:spPr>
          <a:xfrm>
            <a:off x="8508581" y="4001260"/>
            <a:ext cx="2068804" cy="646331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Natural join with multiple tables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0306046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C0A51-A6CA-6214-5A1A-357916B26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9E4B6E1-4B6A-B9CC-D4E8-FADE2999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4974" y="2766218"/>
            <a:ext cx="10515600" cy="2720182"/>
          </a:xfrm>
        </p:spPr>
        <p:txBody>
          <a:bodyPr/>
          <a:lstStyle/>
          <a:p>
            <a:r>
              <a:rPr lang="en-US" dirty="0"/>
              <a:t>Join … Using</a:t>
            </a:r>
            <a:br>
              <a:rPr lang="en-US" dirty="0"/>
            </a:br>
            <a:br>
              <a:rPr lang="en-US" dirty="0"/>
            </a:br>
            <a:r>
              <a:rPr lang="en-US" dirty="0"/>
              <a:t>Join … 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FB5462-03B8-1131-011B-D203A4C46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1237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62486-414D-48C7-83BF-D599A1903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Using </a:t>
            </a:r>
            <a:r>
              <a:rPr lang="en-MY" dirty="0">
                <a:solidFill>
                  <a:srgbClr val="4472C4"/>
                </a:solidFill>
              </a:rPr>
              <a:t>JOIN…USING </a:t>
            </a:r>
            <a:r>
              <a:rPr lang="en-MY" dirty="0"/>
              <a:t>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F21CC-59A0-40C6-A2CD-C0C237C92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several columns have the same names but the data types do not match, use the </a:t>
            </a:r>
            <a:r>
              <a:rPr lang="en-US" b="1" dirty="0">
                <a:solidFill>
                  <a:srgbClr val="4472C4"/>
                </a:solidFill>
              </a:rPr>
              <a:t>USING</a:t>
            </a:r>
            <a:r>
              <a:rPr lang="en-US" dirty="0"/>
              <a:t> clause to </a:t>
            </a:r>
            <a:r>
              <a:rPr lang="en-US" dirty="0">
                <a:solidFill>
                  <a:srgbClr val="C00000"/>
                </a:solidFill>
              </a:rPr>
              <a:t>specify the columns </a:t>
            </a:r>
            <a:r>
              <a:rPr lang="en-US" dirty="0"/>
              <a:t>for the equijoin.</a:t>
            </a:r>
          </a:p>
          <a:p>
            <a:r>
              <a:rPr lang="en-US" dirty="0"/>
              <a:t>Use the </a:t>
            </a:r>
            <a:r>
              <a:rPr lang="en-US" b="1" dirty="0">
                <a:solidFill>
                  <a:srgbClr val="4472C4"/>
                </a:solidFill>
              </a:rPr>
              <a:t>USING</a:t>
            </a:r>
            <a:r>
              <a:rPr lang="en-US" dirty="0"/>
              <a:t> clause to </a:t>
            </a:r>
            <a:r>
              <a:rPr lang="en-US" dirty="0">
                <a:solidFill>
                  <a:srgbClr val="C00000"/>
                </a:solidFill>
              </a:rPr>
              <a:t>match only one column </a:t>
            </a:r>
            <a:r>
              <a:rPr lang="en-US" dirty="0"/>
              <a:t>when more than one column matches.</a:t>
            </a:r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AECF66-0EB3-4588-8077-668850E66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0193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3D443-CF69-4479-BBA3-228EBF6B7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Using </a:t>
            </a:r>
            <a:r>
              <a:rPr lang="en-MY" dirty="0">
                <a:solidFill>
                  <a:srgbClr val="4472C4"/>
                </a:solidFill>
              </a:rPr>
              <a:t>JOIN…USING </a:t>
            </a:r>
            <a:r>
              <a:rPr lang="en-MY" dirty="0"/>
              <a:t>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2CB32-849A-44E7-8B77-4BF0D492E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 b="1" dirty="0"/>
              <a:t>Query 3:</a:t>
            </a:r>
          </a:p>
          <a:p>
            <a:r>
              <a:rPr lang="en-US" dirty="0"/>
              <a:t>List all employee id, first name, last name, department id and department name.</a:t>
            </a:r>
            <a:endParaRPr lang="en-MY" dirty="0"/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A7B560-2853-4112-8210-D13C34308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961BEC-9EF6-414F-AF95-B7D95526029C}"/>
              </a:ext>
            </a:extLst>
          </p:cNvPr>
          <p:cNvSpPr txBox="1"/>
          <p:nvPr/>
        </p:nvSpPr>
        <p:spPr>
          <a:xfrm>
            <a:off x="2618446" y="3098475"/>
            <a:ext cx="7886700" cy="95410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employee_id,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first_name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last_name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department_id, department_name</a:t>
            </a: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</a:t>
            </a: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JOIN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</a:t>
            </a: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USING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(department_id);</a:t>
            </a:r>
            <a:endParaRPr lang="en-MY" sz="1400" dirty="0"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F1D700-31F0-461C-8AFA-D59FCA1A6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086" y="4231969"/>
            <a:ext cx="4831514" cy="212438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D00773-1C07-4367-ABCE-DDC94130EA1B}"/>
              </a:ext>
            </a:extLst>
          </p:cNvPr>
          <p:cNvSpPr/>
          <p:nvPr/>
        </p:nvSpPr>
        <p:spPr>
          <a:xfrm>
            <a:off x="1886341" y="4402102"/>
            <a:ext cx="1832327" cy="92333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Join based on the </a:t>
            </a:r>
            <a:r>
              <a:rPr lang="en-US" b="1" dirty="0">
                <a:solidFill>
                  <a:srgbClr val="000000"/>
                </a:solidFill>
              </a:rPr>
              <a:t>department_id </a:t>
            </a:r>
            <a:r>
              <a:rPr lang="en-US" dirty="0">
                <a:solidFill>
                  <a:srgbClr val="000000"/>
                </a:solidFill>
              </a:rPr>
              <a:t>attribute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5679619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7E25A-A7AD-4C99-8CED-B2EC82E88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Using </a:t>
            </a:r>
            <a:r>
              <a:rPr lang="en-MY" dirty="0">
                <a:solidFill>
                  <a:srgbClr val="0070C0"/>
                </a:solidFill>
              </a:rPr>
              <a:t>JOIN…ON </a:t>
            </a:r>
            <a:r>
              <a:rPr lang="en-MY" dirty="0"/>
              <a:t>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9AA4A-EE0C-4674-8233-C886C0D58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4472C4"/>
                </a:solidFill>
              </a:rPr>
              <a:t>JOIN</a:t>
            </a:r>
            <a:r>
              <a:rPr lang="en-US" dirty="0"/>
              <a:t> condition for the </a:t>
            </a:r>
            <a:r>
              <a:rPr lang="en-US" b="1" dirty="0">
                <a:solidFill>
                  <a:srgbClr val="4472C4"/>
                </a:solidFill>
              </a:rPr>
              <a:t>NATURAL JOIN </a:t>
            </a:r>
            <a:r>
              <a:rPr lang="en-US" dirty="0"/>
              <a:t>is basically an equijoin of all columns with the same name.</a:t>
            </a:r>
          </a:p>
          <a:p>
            <a:r>
              <a:rPr lang="en-US" dirty="0"/>
              <a:t>Use the </a:t>
            </a:r>
            <a:r>
              <a:rPr lang="en-US" b="1" dirty="0">
                <a:solidFill>
                  <a:srgbClr val="4472C4"/>
                </a:solidFill>
              </a:rPr>
              <a:t>ON</a:t>
            </a:r>
            <a:r>
              <a:rPr lang="en-US" dirty="0"/>
              <a:t> clause to specify </a:t>
            </a:r>
            <a:r>
              <a:rPr lang="en-US" dirty="0">
                <a:solidFill>
                  <a:srgbClr val="C00000"/>
                </a:solidFill>
              </a:rPr>
              <a:t>arbitrary conditions </a:t>
            </a:r>
            <a:r>
              <a:rPr lang="en-US" dirty="0"/>
              <a:t>or specify columns to join.</a:t>
            </a:r>
          </a:p>
          <a:p>
            <a:r>
              <a:rPr lang="en-US" dirty="0"/>
              <a:t>The join condition is separated from other search conditions.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4472C4"/>
                </a:solidFill>
              </a:rPr>
              <a:t>ON</a:t>
            </a:r>
            <a:r>
              <a:rPr lang="en-US" dirty="0"/>
              <a:t> clause makes code easy to understand.</a:t>
            </a:r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13396-833F-43C6-B00E-12CB4D30A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8945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52385-7F32-4EE9-9212-6F827020F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Using </a:t>
            </a:r>
            <a:r>
              <a:rPr lang="en-MY" dirty="0">
                <a:solidFill>
                  <a:srgbClr val="0070C0"/>
                </a:solidFill>
              </a:rPr>
              <a:t>JOIN…ON </a:t>
            </a:r>
            <a:r>
              <a:rPr lang="en-MY" dirty="0"/>
              <a:t>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519ED-6762-4DCF-BEB3-30ABC94BC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 b="1" dirty="0"/>
              <a:t>Query 3:</a:t>
            </a:r>
          </a:p>
          <a:p>
            <a:r>
              <a:rPr lang="en-US" dirty="0"/>
              <a:t>List all employee id, first name, last name, department id and department name.</a:t>
            </a:r>
            <a:endParaRPr lang="en-MY" dirty="0"/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A48AF-8AEC-42DB-B8A5-921D25C22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5F89E3-6197-4D08-B7FC-4CDB545DFF5B}"/>
              </a:ext>
            </a:extLst>
          </p:cNvPr>
          <p:cNvSpPr txBox="1"/>
          <p:nvPr/>
        </p:nvSpPr>
        <p:spPr>
          <a:xfrm>
            <a:off x="2341790" y="3303890"/>
            <a:ext cx="7886700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employee_id,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first_name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last_name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1400" dirty="0" err="1">
                <a:solidFill>
                  <a:srgbClr val="C00000"/>
                </a:solidFill>
                <a:highlight>
                  <a:srgbClr val="FFFF00"/>
                </a:highlight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employees.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department_name</a:t>
            </a: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</a:t>
            </a: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JOIN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</a:t>
            </a: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ON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(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employees.department_id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=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departments.department_id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);</a:t>
            </a:r>
            <a:endParaRPr lang="en-MY" sz="1400" dirty="0"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F56998-4719-467A-B5EA-BA7D3717D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1" y="4437384"/>
            <a:ext cx="4779539" cy="210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8751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4CF5F-DFE5-4102-9BC2-EF1191DFD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Using </a:t>
            </a:r>
            <a:r>
              <a:rPr lang="en-MY" dirty="0">
                <a:solidFill>
                  <a:srgbClr val="0070C0"/>
                </a:solidFill>
              </a:rPr>
              <a:t>JOIN…ON </a:t>
            </a:r>
            <a:r>
              <a:rPr lang="en-MY" dirty="0"/>
              <a:t>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C2C63-D75B-4FEC-BB46-B046C2948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 b="1" dirty="0"/>
              <a:t>Query 4:</a:t>
            </a:r>
          </a:p>
          <a:p>
            <a:r>
              <a:rPr lang="en-US" dirty="0"/>
              <a:t>List all employee id, first name, last name, department name and department location id.</a:t>
            </a:r>
            <a:endParaRPr lang="en-MY" dirty="0"/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1F56FA-E637-40D2-AA79-C02096EA8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686FD5-CFD0-4926-A9A2-0CF744E0EA4B}"/>
              </a:ext>
            </a:extLst>
          </p:cNvPr>
          <p:cNvSpPr txBox="1"/>
          <p:nvPr/>
        </p:nvSpPr>
        <p:spPr>
          <a:xfrm>
            <a:off x="2379890" y="3199428"/>
            <a:ext cx="7886700" cy="95410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employee_id,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first_name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last_name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department_name, location_id</a:t>
            </a: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</a:t>
            </a:r>
          </a:p>
          <a:p>
            <a:r>
              <a:rPr lang="en-MY" sz="1400" b="1" dirty="0">
                <a:solidFill>
                  <a:srgbClr val="0070C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JOIN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departments</a:t>
            </a:r>
          </a:p>
          <a:p>
            <a:r>
              <a:rPr lang="en-MY" sz="1400" b="1" dirty="0">
                <a:solidFill>
                  <a:srgbClr val="0070C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ON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(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employees.department_id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=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departments.department_id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);</a:t>
            </a:r>
            <a:endParaRPr lang="en-MY" sz="1400" dirty="0"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3DDC34-C301-43A0-B294-DBB3BF716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1" y="4391347"/>
            <a:ext cx="4548484" cy="210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6935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22C45-C499-4532-88E8-97677B9D7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Using </a:t>
            </a:r>
            <a:r>
              <a:rPr lang="en-MY" dirty="0">
                <a:solidFill>
                  <a:srgbClr val="0070C0"/>
                </a:solidFill>
              </a:rPr>
              <a:t>JOIN…ON </a:t>
            </a:r>
            <a:r>
              <a:rPr lang="en-MY" dirty="0"/>
              <a:t>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FFB57-C014-4679-82A0-DAE0C4B9C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 b="1" dirty="0"/>
              <a:t>Query 4b:</a:t>
            </a:r>
          </a:p>
          <a:p>
            <a:r>
              <a:rPr lang="en-US" dirty="0"/>
              <a:t>List all employee id, first name, last name, department name and city.</a:t>
            </a:r>
            <a:endParaRPr lang="en-MY" dirty="0"/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55996B-D16B-499C-B934-D1F039871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1C84B8-D955-4BBB-B8FE-C9A34F1738F9}"/>
              </a:ext>
            </a:extLst>
          </p:cNvPr>
          <p:cNvSpPr txBox="1"/>
          <p:nvPr/>
        </p:nvSpPr>
        <p:spPr>
          <a:xfrm>
            <a:off x="2360840" y="2984804"/>
            <a:ext cx="7886700" cy="1384995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employee_id,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first_name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last_name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department_name, city</a:t>
            </a: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 e</a:t>
            </a: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JOIN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 d</a:t>
            </a:r>
          </a:p>
          <a:p>
            <a:r>
              <a:rPr lang="en-MY" sz="1400" b="1" dirty="0">
                <a:solidFill>
                  <a:srgbClr val="0070C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ON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e.department_id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=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d.department_id</a:t>
            </a:r>
            <a:endParaRPr lang="en-MY" sz="1400" dirty="0">
              <a:solidFill>
                <a:srgbClr val="C00000"/>
              </a:solidFill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JOIN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locations l</a:t>
            </a:r>
          </a:p>
          <a:p>
            <a:r>
              <a:rPr lang="en-MY" sz="1400" b="1" dirty="0">
                <a:solidFill>
                  <a:srgbClr val="0070C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ON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d.location_id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=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l.location_id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;</a:t>
            </a:r>
            <a:endParaRPr lang="en-MY" sz="1400" dirty="0"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293389-90E6-4380-A338-218108E1B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7456" y="4453369"/>
            <a:ext cx="4417088" cy="18815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16F62C4-EEEA-4F3F-A9A0-8E808A5A3103}"/>
              </a:ext>
            </a:extLst>
          </p:cNvPr>
          <p:cNvSpPr/>
          <p:nvPr/>
        </p:nvSpPr>
        <p:spPr>
          <a:xfrm>
            <a:off x="1846940" y="4506323"/>
            <a:ext cx="1832327" cy="92333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Using </a:t>
            </a:r>
            <a:r>
              <a:rPr lang="en-US" b="1" dirty="0">
                <a:solidFill>
                  <a:srgbClr val="0070C0"/>
                </a:solidFill>
              </a:rPr>
              <a:t>JOIN…ON </a:t>
            </a:r>
            <a:r>
              <a:rPr lang="en-US" dirty="0">
                <a:solidFill>
                  <a:srgbClr val="000000"/>
                </a:solidFill>
              </a:rPr>
              <a:t>with multiple tables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3058920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3A6A2-31E6-4982-815A-EE562FC4B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Applying Additional Conditions to a Join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4EC18-5575-44CD-AC32-D9924EC59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the </a:t>
            </a:r>
            <a:r>
              <a:rPr lang="en-US" b="1" dirty="0">
                <a:solidFill>
                  <a:srgbClr val="0070C0"/>
                </a:solidFill>
              </a:rPr>
              <a:t>AND</a:t>
            </a:r>
            <a:r>
              <a:rPr lang="en-US" dirty="0"/>
              <a:t> clause or the </a:t>
            </a:r>
            <a:r>
              <a:rPr lang="en-US" b="1" dirty="0">
                <a:solidFill>
                  <a:srgbClr val="0070C0"/>
                </a:solidFill>
              </a:rPr>
              <a:t>WHERE</a:t>
            </a:r>
            <a:r>
              <a:rPr lang="en-US" dirty="0"/>
              <a:t> clause to apply additional conditions:</a:t>
            </a:r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3BB7F0-D95E-4C09-B86F-8683F84B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43ED35-235B-5F71-92AA-8E03882C3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196" y="3067050"/>
            <a:ext cx="10940575" cy="29765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1811A7-E465-49F6-9993-45AE505B8C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399" y="2584133"/>
            <a:ext cx="6857595" cy="345948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C6181464-2067-C527-2D24-E26BAC21ED45}"/>
              </a:ext>
            </a:extLst>
          </p:cNvPr>
          <p:cNvGrpSpPr/>
          <p:nvPr/>
        </p:nvGrpSpPr>
        <p:grpSpPr>
          <a:xfrm>
            <a:off x="3744420" y="2614740"/>
            <a:ext cx="951840" cy="312120"/>
            <a:chOff x="3744420" y="2614740"/>
            <a:chExt cx="951840" cy="31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A4FE75A-F564-2E34-710F-E3A84850B7CA}"/>
                    </a:ext>
                  </a:extLst>
                </p14:cNvPr>
                <p14:cNvContentPartPr/>
                <p14:nvPr/>
              </p14:nvContentPartPr>
              <p14:xfrm>
                <a:off x="3809580" y="2614740"/>
                <a:ext cx="886680" cy="2858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A4FE75A-F564-2E34-710F-E3A84850B7C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800940" y="2605740"/>
                  <a:ext cx="90432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DB23A12-1D76-5FD5-C9F4-3F08E038AEB8}"/>
                    </a:ext>
                  </a:extLst>
                </p14:cNvPr>
                <p14:cNvContentPartPr/>
                <p14:nvPr/>
              </p14:nvContentPartPr>
              <p14:xfrm>
                <a:off x="3744420" y="2805180"/>
                <a:ext cx="268560" cy="1216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DB23A12-1D76-5FD5-C9F4-3F08E038AEB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735780" y="2796540"/>
                  <a:ext cx="286200" cy="13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9C28C4D-345B-B1D0-022E-2DC25A2451D4}"/>
                  </a:ext>
                </a:extLst>
              </p14:cNvPr>
              <p14:cNvContentPartPr/>
              <p14:nvPr/>
            </p14:nvContentPartPr>
            <p14:xfrm>
              <a:off x="3726420" y="6083700"/>
              <a:ext cx="1282680" cy="2923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9C28C4D-345B-B1D0-022E-2DC25A2451D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717420" y="6075060"/>
                <a:ext cx="1300320" cy="309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30955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585C4-F27A-4857-B9FA-98A954439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Self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9D1B0-BDB4-4604-AB39-B92F27346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self join is a special form of equijoin or </a:t>
            </a:r>
            <a:r>
              <a:rPr lang="en-US" b="1" dirty="0">
                <a:solidFill>
                  <a:srgbClr val="0070C0"/>
                </a:solidFill>
              </a:rPr>
              <a:t>INNER JOIN </a:t>
            </a:r>
            <a:r>
              <a:rPr lang="en-US" dirty="0"/>
              <a:t>where a table is </a:t>
            </a:r>
            <a:r>
              <a:rPr lang="en-US" b="1" dirty="0"/>
              <a:t>joined against itself</a:t>
            </a:r>
            <a:r>
              <a:rPr lang="en-US" dirty="0"/>
              <a:t>.</a:t>
            </a:r>
          </a:p>
          <a:p>
            <a:r>
              <a:rPr lang="en-US" dirty="0"/>
              <a:t>This means that the table </a:t>
            </a:r>
            <a:r>
              <a:rPr lang="en-US" b="1" dirty="0"/>
              <a:t>must exists two times </a:t>
            </a:r>
            <a:r>
              <a:rPr lang="en-US" dirty="0"/>
              <a:t>in the </a:t>
            </a:r>
            <a:r>
              <a:rPr lang="en-US" b="1" dirty="0">
                <a:solidFill>
                  <a:srgbClr val="0070C0"/>
                </a:solidFill>
              </a:rPr>
              <a:t>FROM</a:t>
            </a:r>
            <a:r>
              <a:rPr lang="en-US" dirty="0"/>
              <a:t> clause of the SQL query.</a:t>
            </a:r>
          </a:p>
          <a:p>
            <a:r>
              <a:rPr lang="en-US" dirty="0"/>
              <a:t>Note that when joining a table to itself </a:t>
            </a:r>
            <a:r>
              <a:rPr lang="en-US" b="1" dirty="0">
                <a:solidFill>
                  <a:srgbClr val="C00000"/>
                </a:solidFill>
              </a:rPr>
              <a:t>an alias must be used</a:t>
            </a:r>
            <a:r>
              <a:rPr lang="en-US" dirty="0"/>
              <a:t> for each of the tables in the </a:t>
            </a:r>
            <a:r>
              <a:rPr lang="en-US" b="1" dirty="0">
                <a:solidFill>
                  <a:srgbClr val="0070C0"/>
                </a:solidFill>
              </a:rPr>
              <a:t>FROM</a:t>
            </a:r>
            <a:r>
              <a:rPr lang="en-US" dirty="0"/>
              <a:t> clause and then also used in the select list and </a:t>
            </a:r>
            <a:r>
              <a:rPr lang="en-US" b="1" dirty="0">
                <a:solidFill>
                  <a:srgbClr val="0070C0"/>
                </a:solidFill>
              </a:rPr>
              <a:t>WHERE</a:t>
            </a:r>
            <a:r>
              <a:rPr lang="en-US" dirty="0"/>
              <a:t> clause</a:t>
            </a:r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CF36E-B8D2-4E8E-AFE4-0AE6E1B54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63492D-0E61-4CA9-8575-086D4A36D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54" y="4334667"/>
            <a:ext cx="3048413" cy="2000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5983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E4F45-5749-0116-BCBD-6C71388CF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7517465-C771-F61A-B9B0-C2EE5F4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4974" y="2766218"/>
            <a:ext cx="10515600" cy="2720182"/>
          </a:xfrm>
        </p:spPr>
        <p:txBody>
          <a:bodyPr/>
          <a:lstStyle/>
          <a:p>
            <a:r>
              <a:rPr lang="en-US" dirty="0"/>
              <a:t>Inner Join … 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60EBD-462F-B61C-778A-7CC044A9A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8172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56175-B3AB-4F9B-8D0D-FCB6403A2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Self join using </a:t>
            </a:r>
            <a:r>
              <a:rPr lang="en-MY" dirty="0">
                <a:solidFill>
                  <a:srgbClr val="0070C0"/>
                </a:solidFill>
              </a:rPr>
              <a:t>INNER JOIN…ON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AC16-F791-48A4-A24F-82C47F4D5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 b="1" dirty="0"/>
              <a:t>Query 5:</a:t>
            </a:r>
          </a:p>
          <a:p>
            <a:r>
              <a:rPr lang="en-US" dirty="0"/>
              <a:t>List all employee id, first name, last name and their manager’s id and first name, last name.</a:t>
            </a:r>
            <a:endParaRPr lang="en-MY" dirty="0"/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3D2C46-3424-4EB1-BB20-EBB4A99B0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26E0AD-5D99-4CFD-B820-F81CD937E307}"/>
              </a:ext>
            </a:extLst>
          </p:cNvPr>
          <p:cNvSpPr txBox="1"/>
          <p:nvPr/>
        </p:nvSpPr>
        <p:spPr>
          <a:xfrm>
            <a:off x="733424" y="3223926"/>
            <a:ext cx="11029950" cy="95410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marL="746125" indent="-746125"/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e.employee_id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e.first_name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e.last_name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m.employee_id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MANAGER_ID,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m.first_name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MANAGER_FNAME,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m.last_name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MANAGER_LNAME</a:t>
            </a: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 e</a:t>
            </a: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INNER JOIN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 m</a:t>
            </a:r>
          </a:p>
          <a:p>
            <a:r>
              <a:rPr lang="en-MY" sz="1400" b="1" dirty="0">
                <a:solidFill>
                  <a:srgbClr val="0070C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ON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e.manager_id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=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m.employee_id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;</a:t>
            </a:r>
            <a:endParaRPr lang="en-MY" sz="1400" dirty="0"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6D1F63-3765-4CD7-A830-647D822C4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602" y="4516754"/>
            <a:ext cx="5443595" cy="186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9559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56175-B3AB-4F9B-8D0D-FCB6403A2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Self join using </a:t>
            </a:r>
            <a:r>
              <a:rPr lang="en-MY" dirty="0">
                <a:solidFill>
                  <a:srgbClr val="0070C0"/>
                </a:solidFill>
              </a:rPr>
              <a:t>INNER JOIN…ON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AC16-F791-48A4-A24F-82C47F4D5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 b="1" dirty="0"/>
              <a:t>Query 5:</a:t>
            </a:r>
          </a:p>
          <a:p>
            <a:r>
              <a:rPr lang="en-US" dirty="0"/>
              <a:t>List all employee id, first name, last name and their manager’s id and first name, last name.</a:t>
            </a:r>
            <a:endParaRPr lang="en-MY" dirty="0"/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3D2C46-3424-4EB1-BB20-EBB4A99B0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26E0AD-5D99-4CFD-B820-F81CD937E307}"/>
              </a:ext>
            </a:extLst>
          </p:cNvPr>
          <p:cNvSpPr txBox="1"/>
          <p:nvPr/>
        </p:nvSpPr>
        <p:spPr>
          <a:xfrm>
            <a:off x="838200" y="3356856"/>
            <a:ext cx="11087100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746125" indent="-746125"/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e.employee_id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e.first_name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e.last_name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m.employee_id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MANAGER_ID,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m.first_name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MANAGER_FNAME,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m.last_name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MANAGER_LNAME</a:t>
            </a: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 e</a:t>
            </a:r>
          </a:p>
          <a:p>
            <a:r>
              <a:rPr lang="en-MY" sz="1400" b="1" dirty="0">
                <a:solidFill>
                  <a:srgbClr val="4472C4"/>
                </a:solidFill>
                <a:highlight>
                  <a:srgbClr val="FFFF00"/>
                </a:highlight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JOIN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 m</a:t>
            </a:r>
          </a:p>
          <a:p>
            <a:r>
              <a:rPr lang="en-MY" sz="1400" b="1" dirty="0">
                <a:solidFill>
                  <a:srgbClr val="0070C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ON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e.manager_id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=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m.employee_id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;</a:t>
            </a:r>
            <a:endParaRPr lang="en-MY" sz="1400" dirty="0"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6D1F63-3765-4CD7-A830-647D822C4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1" y="4626875"/>
            <a:ext cx="5443595" cy="1866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4259893-0FA9-49E2-B07C-FCF56545947C}"/>
              </a:ext>
            </a:extLst>
          </p:cNvPr>
          <p:cNvSpPr/>
          <p:nvPr/>
        </p:nvSpPr>
        <p:spPr>
          <a:xfrm>
            <a:off x="1333303" y="4944202"/>
            <a:ext cx="1752996" cy="738664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</a:rPr>
              <a:t>JOIN </a:t>
            </a:r>
            <a:r>
              <a:rPr lang="en-US" sz="1400" dirty="0"/>
              <a:t>and</a:t>
            </a:r>
            <a:r>
              <a:rPr lang="en-US" sz="1400" b="1" dirty="0">
                <a:solidFill>
                  <a:srgbClr val="0070C0"/>
                </a:solidFill>
              </a:rPr>
              <a:t> INNER JOIN </a:t>
            </a:r>
            <a:r>
              <a:rPr lang="en-US" sz="1400" dirty="0"/>
              <a:t>are functionally equivalent</a:t>
            </a:r>
            <a:endParaRPr lang="en-MY" sz="1400" dirty="0"/>
          </a:p>
        </p:txBody>
      </p:sp>
    </p:spTree>
    <p:extLst>
      <p:ext uri="{BB962C8B-B14F-4D97-AF65-F5344CB8AC3E}">
        <p14:creationId xmlns:p14="http://schemas.microsoft.com/office/powerpoint/2010/main" val="2795153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E3B98-857F-47B2-AE06-60D18D088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Self join using </a:t>
            </a:r>
            <a:r>
              <a:rPr lang="en-MY" dirty="0">
                <a:solidFill>
                  <a:srgbClr val="0070C0"/>
                </a:solidFill>
              </a:rPr>
              <a:t>INNER JOIN…ON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39D66-5C47-4EEE-9A4C-892963B66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 b="1" dirty="0"/>
              <a:t>Query 6:</a:t>
            </a:r>
          </a:p>
          <a:p>
            <a:r>
              <a:rPr lang="en-US" dirty="0"/>
              <a:t>List all employee </a:t>
            </a:r>
            <a:r>
              <a:rPr lang="en-MY" dirty="0"/>
              <a:t>who are the manager.</a:t>
            </a:r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9CA867-22A7-4891-A93D-2C5C08C54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395C7D-80E4-4B1B-85EB-FD3B180CC543}"/>
              </a:ext>
            </a:extLst>
          </p:cNvPr>
          <p:cNvSpPr txBox="1"/>
          <p:nvPr/>
        </p:nvSpPr>
        <p:spPr>
          <a:xfrm>
            <a:off x="2358266" y="2951946"/>
            <a:ext cx="7886700" cy="95410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marL="746125" indent="-746125"/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 DISTINCT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e.manager_id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m.first_name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m.last_name</a:t>
            </a:r>
            <a:endParaRPr lang="en-MY" sz="1400" dirty="0">
              <a:solidFill>
                <a:srgbClr val="C00000"/>
              </a:solidFill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 e</a:t>
            </a: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INNER JOIN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 m</a:t>
            </a:r>
          </a:p>
          <a:p>
            <a:r>
              <a:rPr lang="en-MY" sz="1400" b="1" dirty="0">
                <a:solidFill>
                  <a:srgbClr val="0070C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ON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e.manager_id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=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m.employee_id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;</a:t>
            </a:r>
            <a:endParaRPr lang="en-MY" sz="1400" dirty="0"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478463-A327-4871-85D4-2FD393C81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852" y="4227512"/>
            <a:ext cx="3072296" cy="2265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2690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3DEB5-64AC-4546-9193-F84418404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Using </a:t>
            </a:r>
            <a:r>
              <a:rPr lang="en-MY" dirty="0">
                <a:solidFill>
                  <a:srgbClr val="0070C0"/>
                </a:solidFill>
              </a:rPr>
              <a:t>INNER JOIN…ON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93751-04A9-4626-ACD7-26A679467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 b="1" dirty="0"/>
              <a:t>Query 3:</a:t>
            </a:r>
          </a:p>
          <a:p>
            <a:r>
              <a:rPr lang="en-US" dirty="0"/>
              <a:t>List all employee id, first name, last name, department id and department name.</a:t>
            </a:r>
            <a:endParaRPr lang="en-MY" dirty="0"/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63B46D-70EE-4BD2-BE88-22945F03A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0D123F-B400-4D09-9439-7490EDF9BF33}"/>
              </a:ext>
            </a:extLst>
          </p:cNvPr>
          <p:cNvSpPr txBox="1"/>
          <p:nvPr/>
        </p:nvSpPr>
        <p:spPr>
          <a:xfrm>
            <a:off x="1713140" y="3303467"/>
            <a:ext cx="7886700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employee_id,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first_name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last_name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1400" dirty="0" err="1">
                <a:solidFill>
                  <a:srgbClr val="C00000"/>
                </a:solidFill>
                <a:highlight>
                  <a:srgbClr val="FFFF00"/>
                </a:highlight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employees.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department_name</a:t>
            </a: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</a:t>
            </a: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INNER JOIN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</a:t>
            </a: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ON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(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employees.department_id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=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departments.department_id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);</a:t>
            </a:r>
            <a:endParaRPr lang="en-MY" sz="1400" dirty="0"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288C26-E33D-49C4-86AD-013E1D0E4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6401" y="4436961"/>
            <a:ext cx="4675799" cy="205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4005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3DEB5-64AC-4546-9193-F84418404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Using </a:t>
            </a:r>
            <a:r>
              <a:rPr lang="en-MY" dirty="0">
                <a:solidFill>
                  <a:srgbClr val="0070C0"/>
                </a:solidFill>
              </a:rPr>
              <a:t>INNER JOIN…ON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93751-04A9-4626-ACD7-26A679467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 b="1" dirty="0"/>
              <a:t>Query 4:</a:t>
            </a:r>
          </a:p>
          <a:p>
            <a:r>
              <a:rPr lang="en-US" dirty="0"/>
              <a:t>List all employee id, first name, last name, department name and department location id.</a:t>
            </a:r>
            <a:endParaRPr lang="en-MY" dirty="0"/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63B46D-70EE-4BD2-BE88-22945F03A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47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65F2D5-DE96-4599-A1A7-332831312F9B}"/>
              </a:ext>
            </a:extLst>
          </p:cNvPr>
          <p:cNvSpPr txBox="1"/>
          <p:nvPr/>
        </p:nvSpPr>
        <p:spPr>
          <a:xfrm>
            <a:off x="2341790" y="3131669"/>
            <a:ext cx="7886700" cy="95410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employee_id,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first_name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last_name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department_name, location_id</a:t>
            </a: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</a:t>
            </a:r>
          </a:p>
          <a:p>
            <a:r>
              <a:rPr lang="en-MY" sz="1400" b="1" dirty="0">
                <a:solidFill>
                  <a:srgbClr val="0070C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INNER JOIN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departments</a:t>
            </a:r>
          </a:p>
          <a:p>
            <a:r>
              <a:rPr lang="en-MY" sz="1400" b="1" dirty="0">
                <a:solidFill>
                  <a:srgbClr val="0070C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ON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(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employees.department_id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=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departments.department_id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);</a:t>
            </a:r>
            <a:endParaRPr lang="en-MY" sz="1400" dirty="0"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AA2628E-835C-4ADB-B344-B74B79FA7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5835" y="4401688"/>
            <a:ext cx="4526102" cy="2091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7307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B8AC6-9EAC-FA94-ABDE-C50533CAF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E42DA0C-0C74-2224-B5BF-F02A6B455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4974" y="2766218"/>
            <a:ext cx="10515600" cy="2720182"/>
          </a:xfrm>
        </p:spPr>
        <p:txBody>
          <a:bodyPr/>
          <a:lstStyle/>
          <a:p>
            <a:r>
              <a:rPr lang="en-US" dirty="0"/>
              <a:t>Outer Join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613B9-2D06-C5B3-B40E-01FB7AAEB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7521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48357-C452-45CF-B64D-F2F75DD4E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OUTER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604AB-57AB-44E7-BE63-044D9F596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Often times we need to return rows from one table even if there are no matching rows that are produced through a join condition. For this situation, we use outer joins.</a:t>
            </a:r>
          </a:p>
          <a:p>
            <a:r>
              <a:rPr lang="en-US" dirty="0"/>
              <a:t>Outer joins: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LEFT OUTER JOIN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RIGHT OUTER JOIN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FULL OUTER JOIN</a:t>
            </a:r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4FF8E4-19CF-40E3-8822-B0CCB0B6D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17060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BC6B3-F8CA-4A98-934F-732F41044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LEFT OUTER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302C5-B7F6-4C70-9785-97001255A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left outer join is where the table, on the left of a </a:t>
            </a:r>
            <a:r>
              <a:rPr lang="en-US" b="1" dirty="0">
                <a:solidFill>
                  <a:srgbClr val="0070C0"/>
                </a:solidFill>
              </a:rPr>
              <a:t>FROM</a:t>
            </a:r>
            <a:r>
              <a:rPr lang="en-US" dirty="0"/>
              <a:t> clause is required to </a:t>
            </a:r>
            <a:r>
              <a:rPr lang="en-US" b="1" dirty="0">
                <a:solidFill>
                  <a:srgbClr val="C00000"/>
                </a:solidFill>
              </a:rPr>
              <a:t>return all of its rows </a:t>
            </a:r>
            <a:r>
              <a:rPr lang="en-US" dirty="0"/>
              <a:t>regardless of having matching rows from the table it is being joined on.</a:t>
            </a:r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BE9881-7DCA-4F70-BB52-36B4AA889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50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C103C-8273-46F1-8FFE-4C4226413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923" y="3295135"/>
            <a:ext cx="3048413" cy="212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499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FC4F7-0C41-4DCD-BD65-DF96CC106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Using </a:t>
            </a:r>
            <a:r>
              <a:rPr lang="en-MY" dirty="0">
                <a:solidFill>
                  <a:srgbClr val="0070C0"/>
                </a:solidFill>
              </a:rPr>
              <a:t>LEFT OUTER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10CD5-A660-4E91-8583-BC04432D8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 b="1" dirty="0"/>
              <a:t>Query 7:</a:t>
            </a:r>
          </a:p>
          <a:p>
            <a:r>
              <a:rPr lang="en-US" dirty="0"/>
              <a:t>List all department with all its employees, including all department without employee.</a:t>
            </a:r>
            <a:endParaRPr lang="en-MY" dirty="0"/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FC1954-3AFE-43B0-8CD5-B1C9E4601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51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133AEE-ED84-4E3D-8978-D9A339FD3E1C}"/>
              </a:ext>
            </a:extLst>
          </p:cNvPr>
          <p:cNvSpPr txBox="1"/>
          <p:nvPr/>
        </p:nvSpPr>
        <p:spPr>
          <a:xfrm>
            <a:off x="1884590" y="3251504"/>
            <a:ext cx="7886700" cy="95410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department_name,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first_name</a:t>
            </a:r>
            <a:endParaRPr lang="en-MY" sz="1400" dirty="0">
              <a:solidFill>
                <a:srgbClr val="C00000"/>
              </a:solidFill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</a:t>
            </a:r>
          </a:p>
          <a:p>
            <a:r>
              <a:rPr lang="en-MY" sz="1400" b="1" dirty="0">
                <a:solidFill>
                  <a:srgbClr val="0070C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LEFT OUTER JOIN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</a:t>
            </a:r>
          </a:p>
          <a:p>
            <a:r>
              <a:rPr lang="en-MY" sz="1400" b="1" dirty="0">
                <a:solidFill>
                  <a:srgbClr val="0070C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ON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(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departments.department_id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=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employees.department_id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);</a:t>
            </a:r>
            <a:endParaRPr lang="en-MY" sz="1400" dirty="0"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37B574-380A-4FC7-809D-DC71F90C4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672" y="4384998"/>
            <a:ext cx="4004411" cy="217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2176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BC6B3-F8CA-4A98-934F-732F41044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RIGHT OUTER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302C5-B7F6-4C70-9785-97001255A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right outer join is just the opposite of a left outer join. It states that you would like all rows from the right table in the </a:t>
            </a:r>
            <a:r>
              <a:rPr lang="en-US" b="1" dirty="0">
                <a:solidFill>
                  <a:srgbClr val="0070C0"/>
                </a:solidFill>
              </a:rPr>
              <a:t>FROM</a:t>
            </a:r>
            <a:r>
              <a:rPr lang="en-US" dirty="0"/>
              <a:t> clause to be returned regardless of having a true match defined in the WHERE clause against the left side table in the FROM clause.</a:t>
            </a:r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BE9881-7DCA-4F70-BB52-36B4AA889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52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6BC5DF-F3E9-46EF-B263-685A79E50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794" y="3739980"/>
            <a:ext cx="3048413" cy="1989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1826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8476B-6E55-4B8B-A26B-8294463CA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Using </a:t>
            </a:r>
            <a:r>
              <a:rPr lang="en-MY" dirty="0">
                <a:solidFill>
                  <a:srgbClr val="0070C0"/>
                </a:solidFill>
              </a:rPr>
              <a:t>RIGHT OUTER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415BA-EE2F-45B3-A4A5-C4BC9D615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 b="1" dirty="0"/>
              <a:t>Query 8:</a:t>
            </a:r>
          </a:p>
          <a:p>
            <a:r>
              <a:rPr lang="en-US" dirty="0"/>
              <a:t>List all employees with their departments, including all employees without department.</a:t>
            </a:r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2ADD0A-00A4-4E6C-9AE1-CDDCD3355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53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35533F-6D49-47B8-9293-E28E715A1815}"/>
              </a:ext>
            </a:extLst>
          </p:cNvPr>
          <p:cNvSpPr txBox="1"/>
          <p:nvPr/>
        </p:nvSpPr>
        <p:spPr>
          <a:xfrm>
            <a:off x="2322740" y="3174097"/>
            <a:ext cx="7886700" cy="95410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department_name,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first_name</a:t>
            </a:r>
            <a:endParaRPr lang="en-MY" sz="1400" dirty="0">
              <a:solidFill>
                <a:srgbClr val="C00000"/>
              </a:solidFill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</a:t>
            </a:r>
          </a:p>
          <a:p>
            <a:r>
              <a:rPr lang="en-MY" sz="1400" b="1" dirty="0">
                <a:solidFill>
                  <a:srgbClr val="0070C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RIGHT OUTER JOIN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</a:t>
            </a:r>
          </a:p>
          <a:p>
            <a:r>
              <a:rPr lang="en-MY" sz="1400" b="1" dirty="0">
                <a:solidFill>
                  <a:srgbClr val="0070C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ON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(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departments.department_id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=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employees.department_id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);</a:t>
            </a:r>
            <a:endParaRPr lang="en-MY" sz="1400" dirty="0"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B1FE6B-59FC-456D-957F-96E3BCCD1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965" y="4595732"/>
            <a:ext cx="3459043" cy="194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7734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BF591-1F3E-47E9-A5EE-39F6D7C00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FULL OUTER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50857-2E98-4665-AAA8-2C096CBE48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Return both left and right sides of a query regardless of having a match.</a:t>
            </a:r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C8AD98-4EEF-4BFD-9C2C-E5C01BAA0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54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4A0144-E0EA-404C-963B-7174A41C6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186" y="2853722"/>
            <a:ext cx="3050432" cy="22951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EC00254-F522-A97A-0A57-1884421A5098}"/>
              </a:ext>
            </a:extLst>
          </p:cNvPr>
          <p:cNvSpPr txBox="1"/>
          <p:nvPr/>
        </p:nvSpPr>
        <p:spPr>
          <a:xfrm>
            <a:off x="5229226" y="3486944"/>
            <a:ext cx="66575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rgbClr val="C00000"/>
                </a:solidFill>
                <a:effectLst/>
                <a:latin typeface="-webkit-standard"/>
              </a:rPr>
              <a:t>Note:</a:t>
            </a:r>
          </a:p>
          <a:p>
            <a:r>
              <a:rPr lang="en-US" b="0" i="0" u="none" strike="noStrike" dirty="0">
                <a:solidFill>
                  <a:srgbClr val="C00000"/>
                </a:solidFill>
                <a:effectLst/>
                <a:latin typeface="-webkit-standard"/>
              </a:rPr>
              <a:t>MySQL does not directly support a </a:t>
            </a:r>
            <a:r>
              <a:rPr lang="en-US" dirty="0">
                <a:solidFill>
                  <a:srgbClr val="C00000"/>
                </a:solidFill>
              </a:rPr>
              <a:t>FULL OUTER JOIN</a:t>
            </a:r>
            <a:r>
              <a:rPr lang="en-US" b="0" i="0" u="none" strike="noStrike" dirty="0">
                <a:solidFill>
                  <a:srgbClr val="C00000"/>
                </a:solidFill>
                <a:effectLst/>
                <a:latin typeface="-webkit-standard"/>
              </a:rPr>
              <a:t>. </a:t>
            </a:r>
          </a:p>
          <a:p>
            <a:r>
              <a:rPr lang="en-US" b="0" i="0" u="none" strike="noStrike" dirty="0">
                <a:solidFill>
                  <a:srgbClr val="C00000"/>
                </a:solidFill>
                <a:effectLst/>
                <a:latin typeface="-webkit-standard"/>
              </a:rPr>
              <a:t>However, you can achieve the same result </a:t>
            </a:r>
          </a:p>
          <a:p>
            <a:r>
              <a:rPr lang="en-US" b="0" i="0" u="none" strike="noStrike" dirty="0">
                <a:solidFill>
                  <a:srgbClr val="C00000"/>
                </a:solidFill>
                <a:effectLst/>
                <a:latin typeface="-webkit-standard"/>
              </a:rPr>
              <a:t>by combining a </a:t>
            </a:r>
            <a:r>
              <a:rPr lang="en-US" dirty="0">
                <a:solidFill>
                  <a:srgbClr val="C00000"/>
                </a:solidFill>
              </a:rPr>
              <a:t>LEFT JOIN</a:t>
            </a:r>
            <a:r>
              <a:rPr lang="en-US" b="0" i="0" u="none" strike="noStrike" dirty="0">
                <a:solidFill>
                  <a:srgbClr val="C00000"/>
                </a:solidFill>
                <a:effectLst/>
                <a:latin typeface="-webkit-standard"/>
              </a:rPr>
              <a:t> and a </a:t>
            </a:r>
            <a:r>
              <a:rPr lang="en-US" dirty="0">
                <a:solidFill>
                  <a:srgbClr val="C00000"/>
                </a:solidFill>
              </a:rPr>
              <a:t>RIGHT JOIN</a:t>
            </a:r>
            <a:r>
              <a:rPr lang="en-US" b="0" i="0" u="none" strike="noStrike" dirty="0">
                <a:solidFill>
                  <a:srgbClr val="C00000"/>
                </a:solidFill>
                <a:effectLst/>
                <a:latin typeface="-webkit-standard"/>
              </a:rPr>
              <a:t> with a </a:t>
            </a:r>
            <a:r>
              <a:rPr lang="en-US" dirty="0">
                <a:solidFill>
                  <a:srgbClr val="C00000"/>
                </a:solidFill>
              </a:rPr>
              <a:t>UNION</a:t>
            </a:r>
            <a:r>
              <a:rPr lang="en-US" b="0" i="0" u="none" strike="noStrike" dirty="0">
                <a:solidFill>
                  <a:srgbClr val="C00000"/>
                </a:solidFill>
                <a:effectLst/>
                <a:latin typeface="-webkit-standard"/>
              </a:rPr>
              <a:t> operator.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587496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3864-A1C0-4324-A83A-9585DA7C7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872611" cy="1325563"/>
          </a:xfrm>
        </p:spPr>
        <p:txBody>
          <a:bodyPr/>
          <a:lstStyle/>
          <a:p>
            <a:r>
              <a:rPr lang="en-MY" dirty="0"/>
              <a:t>Using </a:t>
            </a:r>
            <a:r>
              <a:rPr lang="en-MY" dirty="0">
                <a:solidFill>
                  <a:srgbClr val="0070C0"/>
                </a:solidFill>
              </a:rPr>
              <a:t>FULL OUTER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7E1BB-7E9F-41BD-B94A-061FCC3A3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708" y="1388669"/>
            <a:ext cx="7922054" cy="4530725"/>
          </a:xfrm>
        </p:spPr>
        <p:txBody>
          <a:bodyPr>
            <a:normAutofit/>
          </a:bodyPr>
          <a:lstStyle/>
          <a:p>
            <a:r>
              <a:rPr lang="en-US" sz="2400" dirty="0"/>
              <a:t>How can we get the records for all employees AND all departments whether they are missing data or not?</a:t>
            </a:r>
          </a:p>
          <a:p>
            <a:endParaRPr lang="en-MY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53048-0132-4C99-AB98-68C540BE3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55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93358C-2AE4-4F4B-B61A-AC179C6204D0}"/>
              </a:ext>
            </a:extLst>
          </p:cNvPr>
          <p:cNvSpPr txBox="1"/>
          <p:nvPr/>
        </p:nvSpPr>
        <p:spPr>
          <a:xfrm>
            <a:off x="1113052" y="2129456"/>
            <a:ext cx="6322906" cy="11695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MY" sz="1400" b="1" u="sng" dirty="0">
                <a:solidFill>
                  <a:srgbClr val="00B05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ORACLE:</a:t>
            </a:r>
            <a:b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</a:br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SELECT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departments.department_name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,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employees.first_name</a:t>
            </a:r>
            <a:endParaRPr lang="en-MY" sz="1400" dirty="0">
              <a:solidFill>
                <a:srgbClr val="C00000"/>
              </a:solidFill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  <a:p>
            <a:r>
              <a:rPr lang="en-MY" sz="1400" b="1" dirty="0">
                <a:solidFill>
                  <a:srgbClr val="4472C4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FROM</a:t>
            </a:r>
            <a:r>
              <a:rPr lang="en-MY" sz="1400" dirty="0"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</a:t>
            </a:r>
          </a:p>
          <a:p>
            <a:r>
              <a:rPr lang="en-MY" sz="1400" b="1" dirty="0">
                <a:solidFill>
                  <a:srgbClr val="0070C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FULL OUTER JOIN 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</a:t>
            </a:r>
          </a:p>
          <a:p>
            <a:r>
              <a:rPr lang="en-MY" sz="1400" b="1" dirty="0">
                <a:solidFill>
                  <a:srgbClr val="0070C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ON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(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departments.department_id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 = </a:t>
            </a:r>
            <a:r>
              <a:rPr lang="en-MY" sz="1400" dirty="0" err="1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employees.department_id</a:t>
            </a:r>
            <a:r>
              <a:rPr lang="en-MY" sz="1400" dirty="0">
                <a:solidFill>
                  <a:srgbClr val="C00000"/>
                </a:solidFill>
                <a:latin typeface="Cascadia Code" panose="020B0509020204030204" pitchFamily="49" charset="0"/>
                <a:ea typeface="Fira Code Light" panose="020B0409050000020004" pitchFamily="49" charset="0"/>
                <a:cs typeface="Courier New" panose="02070309020205020404" pitchFamily="49" charset="0"/>
              </a:rPr>
              <a:t>);</a:t>
            </a:r>
            <a:endParaRPr lang="en-MY" sz="1400" dirty="0">
              <a:latin typeface="Cascadia Code" panose="020B0509020204030204" pitchFamily="49" charset="0"/>
              <a:ea typeface="Fira Code Light" panose="020B04090500000200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1BFD0C-04E5-4BB9-8CFC-98DD5615F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7150" y="802540"/>
            <a:ext cx="2224177" cy="563390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5B0E7A1-51A8-4306-83FB-8CC944827E84}"/>
              </a:ext>
            </a:extLst>
          </p:cNvPr>
          <p:cNvSpPr/>
          <p:nvPr/>
        </p:nvSpPr>
        <p:spPr>
          <a:xfrm>
            <a:off x="9157149" y="1405067"/>
            <a:ext cx="1727094" cy="2410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C06140-E6B3-4EC0-B6BD-DB7B5E117CAA}"/>
              </a:ext>
            </a:extLst>
          </p:cNvPr>
          <p:cNvSpPr/>
          <p:nvPr/>
        </p:nvSpPr>
        <p:spPr>
          <a:xfrm>
            <a:off x="9157149" y="5402347"/>
            <a:ext cx="1727094" cy="10340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CCA8D5-FEC0-85F6-DE73-8711BA504921}"/>
              </a:ext>
            </a:extLst>
          </p:cNvPr>
          <p:cNvSpPr txBox="1"/>
          <p:nvPr/>
        </p:nvSpPr>
        <p:spPr>
          <a:xfrm>
            <a:off x="487707" y="3676590"/>
            <a:ext cx="819988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MySQL:</a:t>
            </a:r>
          </a:p>
          <a:p>
            <a:r>
              <a:rPr lang="en-US" dirty="0">
                <a:solidFill>
                  <a:srgbClr val="0070C0"/>
                </a:solidFill>
              </a:rPr>
              <a:t>SELECT</a:t>
            </a:r>
            <a:r>
              <a:rPr lang="en-US" dirty="0"/>
              <a:t> </a:t>
            </a:r>
            <a:r>
              <a:rPr lang="en-US" dirty="0" err="1">
                <a:solidFill>
                  <a:srgbClr val="C00000"/>
                </a:solidFill>
              </a:rPr>
              <a:t>departments.department_name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dirty="0" err="1">
                <a:solidFill>
                  <a:srgbClr val="C00000"/>
                </a:solidFill>
              </a:rPr>
              <a:t>employees.first_name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FROM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departments</a:t>
            </a:r>
          </a:p>
          <a:p>
            <a:r>
              <a:rPr lang="en-US" dirty="0">
                <a:solidFill>
                  <a:srgbClr val="0070C0"/>
                </a:solidFill>
                <a:highlight>
                  <a:srgbClr val="FFFF00"/>
                </a:highlight>
              </a:rPr>
              <a:t>LEFT JOIN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employees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ON</a:t>
            </a:r>
            <a:r>
              <a:rPr lang="en-US" dirty="0"/>
              <a:t> </a:t>
            </a:r>
            <a:r>
              <a:rPr lang="en-US" dirty="0" err="1">
                <a:solidFill>
                  <a:srgbClr val="C00000"/>
                </a:solidFill>
              </a:rPr>
              <a:t>departments.department_id</a:t>
            </a:r>
            <a:r>
              <a:rPr lang="en-US" dirty="0">
                <a:solidFill>
                  <a:srgbClr val="C00000"/>
                </a:solidFill>
              </a:rPr>
              <a:t> = </a:t>
            </a:r>
            <a:r>
              <a:rPr lang="en-US" dirty="0" err="1">
                <a:solidFill>
                  <a:srgbClr val="C00000"/>
                </a:solidFill>
              </a:rPr>
              <a:t>employees.department_id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0070C0"/>
                </a:solidFill>
                <a:highlight>
                  <a:srgbClr val="FFFF00"/>
                </a:highlight>
              </a:rPr>
              <a:t>UNION</a:t>
            </a:r>
          </a:p>
          <a:p>
            <a:r>
              <a:rPr lang="en-US" dirty="0">
                <a:solidFill>
                  <a:srgbClr val="0070C0"/>
                </a:solidFill>
              </a:rPr>
              <a:t>SELECT</a:t>
            </a:r>
            <a:r>
              <a:rPr lang="en-US" dirty="0"/>
              <a:t> </a:t>
            </a:r>
            <a:r>
              <a:rPr lang="en-US" dirty="0" err="1">
                <a:solidFill>
                  <a:srgbClr val="C00000"/>
                </a:solidFill>
              </a:rPr>
              <a:t>departments.department_name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dirty="0" err="1">
                <a:solidFill>
                  <a:srgbClr val="C00000"/>
                </a:solidFill>
              </a:rPr>
              <a:t>employees.first_name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FROM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departments</a:t>
            </a:r>
          </a:p>
          <a:p>
            <a:r>
              <a:rPr lang="en-US" dirty="0">
                <a:solidFill>
                  <a:srgbClr val="0070C0"/>
                </a:solidFill>
                <a:highlight>
                  <a:srgbClr val="FFFF00"/>
                </a:highlight>
              </a:rPr>
              <a:t>RIGHT JOIN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employees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ON</a:t>
            </a:r>
            <a:r>
              <a:rPr lang="en-US" dirty="0"/>
              <a:t> </a:t>
            </a:r>
            <a:r>
              <a:rPr lang="en-US" dirty="0" err="1">
                <a:solidFill>
                  <a:srgbClr val="C00000"/>
                </a:solidFill>
              </a:rPr>
              <a:t>departments.department_id</a:t>
            </a:r>
            <a:r>
              <a:rPr lang="en-US" dirty="0">
                <a:solidFill>
                  <a:srgbClr val="C00000"/>
                </a:solidFill>
              </a:rPr>
              <a:t> = </a:t>
            </a:r>
            <a:r>
              <a:rPr lang="en-US" dirty="0" err="1">
                <a:solidFill>
                  <a:srgbClr val="C00000"/>
                </a:solidFill>
              </a:rPr>
              <a:t>employees.department_id</a:t>
            </a:r>
            <a:r>
              <a:rPr lang="en-US" dirty="0">
                <a:solidFill>
                  <a:srgbClr val="C00000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53072374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9832A7B-17DE-A49A-0D98-B17264451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4BE87F-5B1E-B127-DCFD-1E4D482175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56</a:t>
            </a:fld>
            <a:endParaRPr lang="en-MY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1EC0F348-2D30-7AC1-3CE0-4197AE9882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188" y="3429000"/>
            <a:ext cx="5327003" cy="400892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851558A9-F831-677E-BB04-1C0F9AD971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5089" y="2894401"/>
            <a:ext cx="5327003" cy="400892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FCCD5C17-9FCF-9090-0510-5284D0FCF1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563" y="2684422"/>
            <a:ext cx="3612283" cy="122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775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6C1D35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6C3636"/>
      </a:accent6>
      <a:hlink>
        <a:srgbClr val="CC9900"/>
      </a:hlink>
      <a:folHlink>
        <a:srgbClr val="96A9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9245</TotalTime>
  <Words>7919</Words>
  <Application>Microsoft Macintosh PowerPoint</Application>
  <PresentationFormat>Widescreen</PresentationFormat>
  <Paragraphs>526</Paragraphs>
  <Slides>56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4" baseType="lpstr">
      <vt:lpstr>-webkit-standard</vt:lpstr>
      <vt:lpstr>Cascadia Code</vt:lpstr>
      <vt:lpstr>Montserrat Semi</vt:lpstr>
      <vt:lpstr>Aptos</vt:lpstr>
      <vt:lpstr>Arial</vt:lpstr>
      <vt:lpstr>Calibri</vt:lpstr>
      <vt:lpstr>Lucida Sans Unicode</vt:lpstr>
      <vt:lpstr>Office Theme</vt:lpstr>
      <vt:lpstr>PowerPoint Presentation</vt:lpstr>
      <vt:lpstr>LECTURE LEARNING OUTCOME</vt:lpstr>
      <vt:lpstr>PowerPoint Presentation</vt:lpstr>
      <vt:lpstr>Before we continue this DML 3,</vt:lpstr>
      <vt:lpstr>Create a database to create tables for employees, departments, and locations</vt:lpstr>
      <vt:lpstr>Insert into locations with the following values (23 records)</vt:lpstr>
      <vt:lpstr>Insert into departments with the following values (27 records)</vt:lpstr>
      <vt:lpstr>Insert into employees with the following values (107 records)</vt:lpstr>
      <vt:lpstr>Now, we need to add foreign keys  to tables departments and employees</vt:lpstr>
      <vt:lpstr>Here, our tables with records</vt:lpstr>
      <vt:lpstr>Here, our tables with records</vt:lpstr>
      <vt:lpstr>Here, our tables with records</vt:lpstr>
      <vt:lpstr>Subqueries</vt:lpstr>
      <vt:lpstr>Subqueries</vt:lpstr>
      <vt:lpstr>Subqueries</vt:lpstr>
      <vt:lpstr>Subqueries</vt:lpstr>
      <vt:lpstr>Subqueries</vt:lpstr>
      <vt:lpstr>Join</vt:lpstr>
      <vt:lpstr>Obtaining Data From Multiple Tables</vt:lpstr>
      <vt:lpstr>Obtaining Data From Multiple Tables</vt:lpstr>
      <vt:lpstr>Simple Join / Traditional Method</vt:lpstr>
      <vt:lpstr>Simple Join / Traditional Method</vt:lpstr>
      <vt:lpstr>Simple Join / Traditional Method</vt:lpstr>
      <vt:lpstr>Simple Join / Traditional Method</vt:lpstr>
      <vt:lpstr>Joining Tables Using SQL:1999 syntax</vt:lpstr>
      <vt:lpstr>Equijoins</vt:lpstr>
      <vt:lpstr>Natural Join</vt:lpstr>
      <vt:lpstr>Using NATURAL JOIN</vt:lpstr>
      <vt:lpstr>Using NATURAL JOIN</vt:lpstr>
      <vt:lpstr>Using NATURAL JOIN</vt:lpstr>
      <vt:lpstr>Using NATURAL JOIN</vt:lpstr>
      <vt:lpstr>Using NATURAL JOIN</vt:lpstr>
      <vt:lpstr>Join … Using  Join … On</vt:lpstr>
      <vt:lpstr>Using JOIN…USING clause</vt:lpstr>
      <vt:lpstr>Using JOIN…USING clause</vt:lpstr>
      <vt:lpstr>Using JOIN…ON clause</vt:lpstr>
      <vt:lpstr>Using JOIN…ON clause</vt:lpstr>
      <vt:lpstr>Using JOIN…ON clause</vt:lpstr>
      <vt:lpstr>Using JOIN…ON clause</vt:lpstr>
      <vt:lpstr>Applying Additional Conditions to a Join</vt:lpstr>
      <vt:lpstr>Self Join</vt:lpstr>
      <vt:lpstr>Inner Join … On</vt:lpstr>
      <vt:lpstr>Self join using INNER JOIN…ON</vt:lpstr>
      <vt:lpstr>Self join using INNER JOIN…ON</vt:lpstr>
      <vt:lpstr>Self join using INNER JOIN…ON</vt:lpstr>
      <vt:lpstr>Using INNER JOIN…ON</vt:lpstr>
      <vt:lpstr>Using INNER JOIN…ON</vt:lpstr>
      <vt:lpstr>Outer Join</vt:lpstr>
      <vt:lpstr>OUTER JOIN</vt:lpstr>
      <vt:lpstr>LEFT OUTER JOIN</vt:lpstr>
      <vt:lpstr>Using LEFT OUTER JOIN</vt:lpstr>
      <vt:lpstr>RIGHT OUTER JOIN</vt:lpstr>
      <vt:lpstr>Using RIGHT OUTER JOIN</vt:lpstr>
      <vt:lpstr>FULL OUTER JOIN</vt:lpstr>
      <vt:lpstr>Using FULL OUTER JOIN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NUR AMALINA BINTI HAMIDI</dc:creator>
  <cp:lastModifiedBy>NIES HUI WEN</cp:lastModifiedBy>
  <cp:revision>47</cp:revision>
  <dcterms:created xsi:type="dcterms:W3CDTF">2023-12-31T03:09:43Z</dcterms:created>
  <dcterms:modified xsi:type="dcterms:W3CDTF">2025-01-04T16:07:46Z</dcterms:modified>
</cp:coreProperties>
</file>