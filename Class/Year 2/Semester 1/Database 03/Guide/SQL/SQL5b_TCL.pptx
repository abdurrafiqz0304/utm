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15" r:id="rId2"/>
    <p:sldId id="275" r:id="rId3"/>
    <p:sldId id="262" r:id="rId4"/>
    <p:sldId id="321" r:id="rId5"/>
    <p:sldId id="332" r:id="rId6"/>
    <p:sldId id="333" r:id="rId7"/>
    <p:sldId id="334" r:id="rId8"/>
    <p:sldId id="322" r:id="rId9"/>
    <p:sldId id="367" r:id="rId10"/>
    <p:sldId id="354" r:id="rId11"/>
    <p:sldId id="258" r:id="rId12"/>
    <p:sldId id="362" r:id="rId13"/>
    <p:sldId id="361" r:id="rId14"/>
    <p:sldId id="360" r:id="rId15"/>
    <p:sldId id="336" r:id="rId16"/>
    <p:sldId id="259" r:id="rId17"/>
    <p:sldId id="363" r:id="rId18"/>
    <p:sldId id="364" r:id="rId19"/>
    <p:sldId id="335" r:id="rId20"/>
    <p:sldId id="365" r:id="rId21"/>
    <p:sldId id="366" r:id="rId22"/>
    <p:sldId id="368" r:id="rId23"/>
    <p:sldId id="369" r:id="rId24"/>
    <p:sldId id="370" r:id="rId25"/>
    <p:sldId id="31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2D1F"/>
    <a:srgbClr val="6C1D35"/>
    <a:srgbClr val="956251"/>
    <a:srgbClr val="F2F2F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EBBBC8-D840-4D46-94FD-7973726976AC}" v="32" dt="2025-01-11T07:37:23.4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48" autoAdjust="0"/>
    <p:restoredTop sz="95982" autoAdjust="0"/>
  </p:normalViewPr>
  <p:slideViewPr>
    <p:cSldViewPr snapToGrid="0">
      <p:cViewPr varScale="1">
        <p:scale>
          <a:sx n="58" d="100"/>
          <a:sy n="58" d="100"/>
        </p:scale>
        <p:origin x="232" y="13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ES HUI WEN" userId="3541b9e0-606d-4c51-a83e-60dbee75d3cd" providerId="ADAL" clId="{76EBBBC8-D840-4D46-94FD-7973726976AC}"/>
    <pc:docChg chg="undo custSel addSld delSld modSld sldOrd">
      <pc:chgData name="NIES HUI WEN" userId="3541b9e0-606d-4c51-a83e-60dbee75d3cd" providerId="ADAL" clId="{76EBBBC8-D840-4D46-94FD-7973726976AC}" dt="2025-01-11T07:37:32.325" v="2280" actId="1076"/>
      <pc:docMkLst>
        <pc:docMk/>
      </pc:docMkLst>
      <pc:sldChg chg="delSp modSp mod ord">
        <pc:chgData name="NIES HUI WEN" userId="3541b9e0-606d-4c51-a83e-60dbee75d3cd" providerId="ADAL" clId="{76EBBBC8-D840-4D46-94FD-7973726976AC}" dt="2025-01-11T04:52:35.158" v="528"/>
        <pc:sldMkLst>
          <pc:docMk/>
          <pc:sldMk cId="254307884" sldId="258"/>
        </pc:sldMkLst>
        <pc:spChg chg="mod">
          <ac:chgData name="NIES HUI WEN" userId="3541b9e0-606d-4c51-a83e-60dbee75d3cd" providerId="ADAL" clId="{76EBBBC8-D840-4D46-94FD-7973726976AC}" dt="2025-01-11T04:35:28.610" v="390" actId="207"/>
          <ac:spMkLst>
            <pc:docMk/>
            <pc:sldMk cId="254307884" sldId="258"/>
            <ac:spMk id="2" creationId="{9BFB2BF5-6891-46E3-B7E2-1DD03999E31C}"/>
          </ac:spMkLst>
        </pc:spChg>
        <pc:spChg chg="mod">
          <ac:chgData name="NIES HUI WEN" userId="3541b9e0-606d-4c51-a83e-60dbee75d3cd" providerId="ADAL" clId="{76EBBBC8-D840-4D46-94FD-7973726976AC}" dt="2025-01-11T04:52:35.158" v="528"/>
          <ac:spMkLst>
            <pc:docMk/>
            <pc:sldMk cId="254307884" sldId="258"/>
            <ac:spMk id="3" creationId="{180E4A4A-2507-4138-BFC7-21CE164E4F78}"/>
          </ac:spMkLst>
        </pc:spChg>
        <pc:spChg chg="del">
          <ac:chgData name="NIES HUI WEN" userId="3541b9e0-606d-4c51-a83e-60dbee75d3cd" providerId="ADAL" clId="{76EBBBC8-D840-4D46-94FD-7973726976AC}" dt="2025-01-11T04:03:25.507" v="22" actId="478"/>
          <ac:spMkLst>
            <pc:docMk/>
            <pc:sldMk cId="254307884" sldId="258"/>
            <ac:spMk id="4" creationId="{FF799B2A-ED19-4481-2F5B-33AE89C85BCA}"/>
          </ac:spMkLst>
        </pc:spChg>
        <pc:spChg chg="mod">
          <ac:chgData name="NIES HUI WEN" userId="3541b9e0-606d-4c51-a83e-60dbee75d3cd" providerId="ADAL" clId="{76EBBBC8-D840-4D46-94FD-7973726976AC}" dt="2025-01-11T04:35:28.610" v="390" actId="207"/>
          <ac:spMkLst>
            <pc:docMk/>
            <pc:sldMk cId="254307884" sldId="258"/>
            <ac:spMk id="5" creationId="{DD287B36-9A82-4B0C-A8D5-0E232F9218E3}"/>
          </ac:spMkLst>
        </pc:spChg>
      </pc:sldChg>
      <pc:sldChg chg="addSp delSp modSp mod">
        <pc:chgData name="NIES HUI WEN" userId="3541b9e0-606d-4c51-a83e-60dbee75d3cd" providerId="ADAL" clId="{76EBBBC8-D840-4D46-94FD-7973726976AC}" dt="2025-01-11T06:55:07.921" v="1632" actId="14100"/>
        <pc:sldMkLst>
          <pc:docMk/>
          <pc:sldMk cId="2681451088" sldId="259"/>
        </pc:sldMkLst>
        <pc:spChg chg="mod">
          <ac:chgData name="NIES HUI WEN" userId="3541b9e0-606d-4c51-a83e-60dbee75d3cd" providerId="ADAL" clId="{76EBBBC8-D840-4D46-94FD-7973726976AC}" dt="2025-01-11T05:00:46.754" v="584"/>
          <ac:spMkLst>
            <pc:docMk/>
            <pc:sldMk cId="2681451088" sldId="259"/>
            <ac:spMk id="2" creationId="{7B57BCC3-A6B3-4C01-B6D8-9C0DAF297780}"/>
          </ac:spMkLst>
        </pc:spChg>
        <pc:spChg chg="del">
          <ac:chgData name="NIES HUI WEN" userId="3541b9e0-606d-4c51-a83e-60dbee75d3cd" providerId="ADAL" clId="{76EBBBC8-D840-4D46-94FD-7973726976AC}" dt="2025-01-11T05:04:32.751" v="643" actId="478"/>
          <ac:spMkLst>
            <pc:docMk/>
            <pc:sldMk cId="2681451088" sldId="259"/>
            <ac:spMk id="3" creationId="{7186F034-E560-4FFA-D7EC-1CD6114D50FC}"/>
          </ac:spMkLst>
        </pc:spChg>
        <pc:spChg chg="del">
          <ac:chgData name="NIES HUI WEN" userId="3541b9e0-606d-4c51-a83e-60dbee75d3cd" providerId="ADAL" clId="{76EBBBC8-D840-4D46-94FD-7973726976AC}" dt="2025-01-11T05:02:45.817" v="601" actId="478"/>
          <ac:spMkLst>
            <pc:docMk/>
            <pc:sldMk cId="2681451088" sldId="259"/>
            <ac:spMk id="6" creationId="{FA2AB0D6-D1E8-0445-90EF-2CA3B0F75BBB}"/>
          </ac:spMkLst>
        </pc:spChg>
        <pc:spChg chg="mod">
          <ac:chgData name="NIES HUI WEN" userId="3541b9e0-606d-4c51-a83e-60dbee75d3cd" providerId="ADAL" clId="{76EBBBC8-D840-4D46-94FD-7973726976AC}" dt="2025-01-11T05:18:41.726" v="828" actId="1036"/>
          <ac:spMkLst>
            <pc:docMk/>
            <pc:sldMk cId="2681451088" sldId="259"/>
            <ac:spMk id="8" creationId="{9C7F4A1D-9E6B-47D1-A73D-3E8D7926BA7C}"/>
          </ac:spMkLst>
        </pc:spChg>
        <pc:spChg chg="mod">
          <ac:chgData name="NIES HUI WEN" userId="3541b9e0-606d-4c51-a83e-60dbee75d3cd" providerId="ADAL" clId="{76EBBBC8-D840-4D46-94FD-7973726976AC}" dt="2025-01-11T06:54:47.766" v="1629" actId="20577"/>
          <ac:spMkLst>
            <pc:docMk/>
            <pc:sldMk cId="2681451088" sldId="259"/>
            <ac:spMk id="10" creationId="{D31EEB42-43AA-4B37-A49B-943B0429BB81}"/>
          </ac:spMkLst>
        </pc:spChg>
        <pc:spChg chg="add del mod">
          <ac:chgData name="NIES HUI WEN" userId="3541b9e0-606d-4c51-a83e-60dbee75d3cd" providerId="ADAL" clId="{76EBBBC8-D840-4D46-94FD-7973726976AC}" dt="2025-01-11T06:54:45.852" v="1628" actId="478"/>
          <ac:spMkLst>
            <pc:docMk/>
            <pc:sldMk cId="2681451088" sldId="259"/>
            <ac:spMk id="11" creationId="{9182FB98-9251-26CC-37EC-038E2E832DDC}"/>
          </ac:spMkLst>
        </pc:spChg>
        <pc:spChg chg="mod">
          <ac:chgData name="NIES HUI WEN" userId="3541b9e0-606d-4c51-a83e-60dbee75d3cd" providerId="ADAL" clId="{76EBBBC8-D840-4D46-94FD-7973726976AC}" dt="2025-01-11T05:47:16.163" v="1071" actId="20577"/>
          <ac:spMkLst>
            <pc:docMk/>
            <pc:sldMk cId="2681451088" sldId="259"/>
            <ac:spMk id="19" creationId="{5EA8F85E-F46A-820C-B147-A1E8178C1548}"/>
          </ac:spMkLst>
        </pc:spChg>
        <pc:grpChg chg="del">
          <ac:chgData name="NIES HUI WEN" userId="3541b9e0-606d-4c51-a83e-60dbee75d3cd" providerId="ADAL" clId="{76EBBBC8-D840-4D46-94FD-7973726976AC}" dt="2025-01-11T05:02:48.578" v="603" actId="478"/>
          <ac:grpSpMkLst>
            <pc:docMk/>
            <pc:sldMk cId="2681451088" sldId="259"/>
            <ac:grpSpMk id="17" creationId="{CB420835-2BC7-8A31-CBA9-938BC676B48B}"/>
          </ac:grpSpMkLst>
        </pc:grpChg>
        <pc:picChg chg="del">
          <ac:chgData name="NIES HUI WEN" userId="3541b9e0-606d-4c51-a83e-60dbee75d3cd" providerId="ADAL" clId="{76EBBBC8-D840-4D46-94FD-7973726976AC}" dt="2025-01-11T05:02:44.791" v="600" actId="478"/>
          <ac:picMkLst>
            <pc:docMk/>
            <pc:sldMk cId="2681451088" sldId="259"/>
            <ac:picMk id="4" creationId="{2523024F-9216-52DC-58A7-F905F8A5664F}"/>
          </ac:picMkLst>
        </pc:picChg>
        <pc:picChg chg="del">
          <ac:chgData name="NIES HUI WEN" userId="3541b9e0-606d-4c51-a83e-60dbee75d3cd" providerId="ADAL" clId="{76EBBBC8-D840-4D46-94FD-7973726976AC}" dt="2025-01-11T05:02:46.864" v="602" actId="478"/>
          <ac:picMkLst>
            <pc:docMk/>
            <pc:sldMk cId="2681451088" sldId="259"/>
            <ac:picMk id="7" creationId="{41E1F15E-9EE6-6B43-7ED7-DD96BB8ACD2C}"/>
          </ac:picMkLst>
        </pc:picChg>
        <pc:picChg chg="add mod">
          <ac:chgData name="NIES HUI WEN" userId="3541b9e0-606d-4c51-a83e-60dbee75d3cd" providerId="ADAL" clId="{76EBBBC8-D840-4D46-94FD-7973726976AC}" dt="2025-01-11T06:55:07.921" v="1632" actId="14100"/>
          <ac:picMkLst>
            <pc:docMk/>
            <pc:sldMk cId="2681451088" sldId="259"/>
            <ac:picMk id="13" creationId="{B822D3AB-8D55-7D7A-8DBE-7940B19247C7}"/>
          </ac:picMkLst>
        </pc:picChg>
      </pc:sldChg>
      <pc:sldChg chg="modSp mod">
        <pc:chgData name="NIES HUI WEN" userId="3541b9e0-606d-4c51-a83e-60dbee75d3cd" providerId="ADAL" clId="{76EBBBC8-D840-4D46-94FD-7973726976AC}" dt="2025-01-11T03:57:54.097" v="9"/>
        <pc:sldMkLst>
          <pc:docMk/>
          <pc:sldMk cId="2699332576" sldId="262"/>
        </pc:sldMkLst>
        <pc:spChg chg="mod">
          <ac:chgData name="NIES HUI WEN" userId="3541b9e0-606d-4c51-a83e-60dbee75d3cd" providerId="ADAL" clId="{76EBBBC8-D840-4D46-94FD-7973726976AC}" dt="2025-01-11T03:57:44.643" v="7"/>
          <ac:spMkLst>
            <pc:docMk/>
            <pc:sldMk cId="2699332576" sldId="262"/>
            <ac:spMk id="29" creationId="{B6E4D0E0-0363-7D00-9476-926580CC8B81}"/>
          </ac:spMkLst>
        </pc:spChg>
        <pc:spChg chg="mod">
          <ac:chgData name="NIES HUI WEN" userId="3541b9e0-606d-4c51-a83e-60dbee75d3cd" providerId="ADAL" clId="{76EBBBC8-D840-4D46-94FD-7973726976AC}" dt="2025-01-11T03:57:54.097" v="9"/>
          <ac:spMkLst>
            <pc:docMk/>
            <pc:sldMk cId="2699332576" sldId="262"/>
            <ac:spMk id="33" creationId="{9E4484E9-F589-F0D0-E711-BD1AD2477BB3}"/>
          </ac:spMkLst>
        </pc:spChg>
      </pc:sldChg>
      <pc:sldChg chg="modSp mod">
        <pc:chgData name="NIES HUI WEN" userId="3541b9e0-606d-4c51-a83e-60dbee75d3cd" providerId="ADAL" clId="{76EBBBC8-D840-4D46-94FD-7973726976AC}" dt="2025-01-11T03:53:43.608" v="5"/>
        <pc:sldMkLst>
          <pc:docMk/>
          <pc:sldMk cId="793206217" sldId="275"/>
        </pc:sldMkLst>
        <pc:spChg chg="mod">
          <ac:chgData name="NIES HUI WEN" userId="3541b9e0-606d-4c51-a83e-60dbee75d3cd" providerId="ADAL" clId="{76EBBBC8-D840-4D46-94FD-7973726976AC}" dt="2025-01-11T03:53:11.673" v="4"/>
          <ac:spMkLst>
            <pc:docMk/>
            <pc:sldMk cId="793206217" sldId="275"/>
            <ac:spMk id="15" creationId="{06D76F8F-9451-9946-9AC6-6A4DC9337D85}"/>
          </ac:spMkLst>
        </pc:spChg>
        <pc:spChg chg="mod">
          <ac:chgData name="NIES HUI WEN" userId="3541b9e0-606d-4c51-a83e-60dbee75d3cd" providerId="ADAL" clId="{76EBBBC8-D840-4D46-94FD-7973726976AC}" dt="2025-01-11T03:52:54.848" v="3" actId="20577"/>
          <ac:spMkLst>
            <pc:docMk/>
            <pc:sldMk cId="793206217" sldId="275"/>
            <ac:spMk id="16" creationId="{929E73F1-1DD6-8DC9-0B8E-AD1B04B34741}"/>
          </ac:spMkLst>
        </pc:spChg>
        <pc:spChg chg="mod">
          <ac:chgData name="NIES HUI WEN" userId="3541b9e0-606d-4c51-a83e-60dbee75d3cd" providerId="ADAL" clId="{76EBBBC8-D840-4D46-94FD-7973726976AC}" dt="2025-01-11T03:53:43.608" v="5"/>
          <ac:spMkLst>
            <pc:docMk/>
            <pc:sldMk cId="793206217" sldId="275"/>
            <ac:spMk id="23" creationId="{32C9E1B7-E84D-CFFF-E5B9-40004CBFE476}"/>
          </ac:spMkLst>
        </pc:spChg>
      </pc:sldChg>
      <pc:sldChg chg="modSp mod">
        <pc:chgData name="NIES HUI WEN" userId="3541b9e0-606d-4c51-a83e-60dbee75d3cd" providerId="ADAL" clId="{76EBBBC8-D840-4D46-94FD-7973726976AC}" dt="2025-01-11T03:52:07.915" v="0" actId="20577"/>
        <pc:sldMkLst>
          <pc:docMk/>
          <pc:sldMk cId="1793746909" sldId="315"/>
        </pc:sldMkLst>
        <pc:spChg chg="mod">
          <ac:chgData name="NIES HUI WEN" userId="3541b9e0-606d-4c51-a83e-60dbee75d3cd" providerId="ADAL" clId="{76EBBBC8-D840-4D46-94FD-7973726976AC}" dt="2025-01-11T03:52:07.915" v="0" actId="20577"/>
          <ac:spMkLst>
            <pc:docMk/>
            <pc:sldMk cId="1793746909" sldId="315"/>
            <ac:spMk id="4" creationId="{8DAD0E23-96B9-5B33-C4F6-4DBCE5F54F96}"/>
          </ac:spMkLst>
        </pc:spChg>
      </pc:sldChg>
      <pc:sldChg chg="modSp mod modNotesTx">
        <pc:chgData name="NIES HUI WEN" userId="3541b9e0-606d-4c51-a83e-60dbee75d3cd" providerId="ADAL" clId="{76EBBBC8-D840-4D46-94FD-7973726976AC}" dt="2025-01-11T06:39:07.906" v="1420"/>
        <pc:sldMkLst>
          <pc:docMk/>
          <pc:sldMk cId="3229002623" sldId="321"/>
        </pc:sldMkLst>
        <pc:spChg chg="mod">
          <ac:chgData name="NIES HUI WEN" userId="3541b9e0-606d-4c51-a83e-60dbee75d3cd" providerId="ADAL" clId="{76EBBBC8-D840-4D46-94FD-7973726976AC}" dt="2025-01-11T06:37:52.675" v="1388" actId="13926"/>
          <ac:spMkLst>
            <pc:docMk/>
            <pc:sldMk cId="3229002623" sldId="321"/>
            <ac:spMk id="6" creationId="{BB1C5938-9395-5E04-9B12-67B0A7FA3E6A}"/>
          </ac:spMkLst>
        </pc:spChg>
        <pc:spChg chg="mod">
          <ac:chgData name="NIES HUI WEN" userId="3541b9e0-606d-4c51-a83e-60dbee75d3cd" providerId="ADAL" clId="{76EBBBC8-D840-4D46-94FD-7973726976AC}" dt="2025-01-11T06:36:23.671" v="1350" actId="14100"/>
          <ac:spMkLst>
            <pc:docMk/>
            <pc:sldMk cId="3229002623" sldId="321"/>
            <ac:spMk id="7" creationId="{12033EB8-5EA6-F4B7-DE41-EFA963FF051E}"/>
          </ac:spMkLst>
        </pc:spChg>
      </pc:sldChg>
      <pc:sldChg chg="modSp mod">
        <pc:chgData name="NIES HUI WEN" userId="3541b9e0-606d-4c51-a83e-60dbee75d3cd" providerId="ADAL" clId="{76EBBBC8-D840-4D46-94FD-7973726976AC}" dt="2025-01-11T03:58:26.613" v="14" actId="20577"/>
        <pc:sldMkLst>
          <pc:docMk/>
          <pc:sldMk cId="2298335646" sldId="335"/>
        </pc:sldMkLst>
        <pc:spChg chg="mod">
          <ac:chgData name="NIES HUI WEN" userId="3541b9e0-606d-4c51-a83e-60dbee75d3cd" providerId="ADAL" clId="{76EBBBC8-D840-4D46-94FD-7973726976AC}" dt="2025-01-11T03:58:26.613" v="14" actId="20577"/>
          <ac:spMkLst>
            <pc:docMk/>
            <pc:sldMk cId="2298335646" sldId="335"/>
            <ac:spMk id="5" creationId="{58B572CD-9FD6-3858-22FA-9334D7E58C45}"/>
          </ac:spMkLst>
        </pc:spChg>
      </pc:sldChg>
      <pc:sldChg chg="addSp modSp mod">
        <pc:chgData name="NIES HUI WEN" userId="3541b9e0-606d-4c51-a83e-60dbee75d3cd" providerId="ADAL" clId="{76EBBBC8-D840-4D46-94FD-7973726976AC}" dt="2025-01-11T07:07:13.332" v="1798" actId="1076"/>
        <pc:sldMkLst>
          <pc:docMk/>
          <pc:sldMk cId="1094959597" sldId="336"/>
        </pc:sldMkLst>
        <pc:spChg chg="mod">
          <ac:chgData name="NIES HUI WEN" userId="3541b9e0-606d-4c51-a83e-60dbee75d3cd" providerId="ADAL" clId="{76EBBBC8-D840-4D46-94FD-7973726976AC}" dt="2025-01-11T06:03:01.615" v="1154" actId="14100"/>
          <ac:spMkLst>
            <pc:docMk/>
            <pc:sldMk cId="1094959597" sldId="336"/>
            <ac:spMk id="2" creationId="{8F450272-B77D-319A-7C77-3FE2A962C838}"/>
          </ac:spMkLst>
        </pc:spChg>
        <pc:spChg chg="mod">
          <ac:chgData name="NIES HUI WEN" userId="3541b9e0-606d-4c51-a83e-60dbee75d3cd" providerId="ADAL" clId="{76EBBBC8-D840-4D46-94FD-7973726976AC}" dt="2025-01-11T07:06:54.278" v="1790" actId="1076"/>
          <ac:spMkLst>
            <pc:docMk/>
            <pc:sldMk cId="1094959597" sldId="336"/>
            <ac:spMk id="3" creationId="{D1DDE41B-6429-D642-1333-F11B7301B594}"/>
          </ac:spMkLst>
        </pc:spChg>
        <pc:spChg chg="add mod">
          <ac:chgData name="NIES HUI WEN" userId="3541b9e0-606d-4c51-a83e-60dbee75d3cd" providerId="ADAL" clId="{76EBBBC8-D840-4D46-94FD-7973726976AC}" dt="2025-01-11T07:07:13.332" v="1798" actId="1076"/>
          <ac:spMkLst>
            <pc:docMk/>
            <pc:sldMk cId="1094959597" sldId="336"/>
            <ac:spMk id="4" creationId="{615A2690-546B-73CB-73A4-BF1664B00D93}"/>
          </ac:spMkLst>
        </pc:spChg>
        <pc:spChg chg="mod">
          <ac:chgData name="NIES HUI WEN" userId="3541b9e0-606d-4c51-a83e-60dbee75d3cd" providerId="ADAL" clId="{76EBBBC8-D840-4D46-94FD-7973726976AC}" dt="2025-01-11T04:53:37.390" v="531" actId="20577"/>
          <ac:spMkLst>
            <pc:docMk/>
            <pc:sldMk cId="1094959597" sldId="336"/>
            <ac:spMk id="11" creationId="{A9776007-1A74-F5FF-B042-8F6221AD1811}"/>
          </ac:spMkLst>
        </pc:spChg>
      </pc:sldChg>
      <pc:sldChg chg="del">
        <pc:chgData name="NIES HUI WEN" userId="3541b9e0-606d-4c51-a83e-60dbee75d3cd" providerId="ADAL" clId="{76EBBBC8-D840-4D46-94FD-7973726976AC}" dt="2025-01-11T06:02:36.948" v="1149" actId="2696"/>
        <pc:sldMkLst>
          <pc:docMk/>
          <pc:sldMk cId="4197629660" sldId="337"/>
        </pc:sldMkLst>
      </pc:sldChg>
      <pc:sldChg chg="del">
        <pc:chgData name="NIES HUI WEN" userId="3541b9e0-606d-4c51-a83e-60dbee75d3cd" providerId="ADAL" clId="{76EBBBC8-D840-4D46-94FD-7973726976AC}" dt="2025-01-11T06:02:39.271" v="1150" actId="2696"/>
        <pc:sldMkLst>
          <pc:docMk/>
          <pc:sldMk cId="3415921359" sldId="338"/>
        </pc:sldMkLst>
      </pc:sldChg>
      <pc:sldChg chg="del">
        <pc:chgData name="NIES HUI WEN" userId="3541b9e0-606d-4c51-a83e-60dbee75d3cd" providerId="ADAL" clId="{76EBBBC8-D840-4D46-94FD-7973726976AC}" dt="2025-01-11T06:02:41.562" v="1151" actId="2696"/>
        <pc:sldMkLst>
          <pc:docMk/>
          <pc:sldMk cId="343101909" sldId="340"/>
        </pc:sldMkLst>
      </pc:sldChg>
      <pc:sldChg chg="del">
        <pc:chgData name="NIES HUI WEN" userId="3541b9e0-606d-4c51-a83e-60dbee75d3cd" providerId="ADAL" clId="{76EBBBC8-D840-4D46-94FD-7973726976AC}" dt="2025-01-11T06:02:43.775" v="1152" actId="2696"/>
        <pc:sldMkLst>
          <pc:docMk/>
          <pc:sldMk cId="416914862" sldId="341"/>
        </pc:sldMkLst>
      </pc:sldChg>
      <pc:sldChg chg="del">
        <pc:chgData name="NIES HUI WEN" userId="3541b9e0-606d-4c51-a83e-60dbee75d3cd" providerId="ADAL" clId="{76EBBBC8-D840-4D46-94FD-7973726976AC}" dt="2025-01-11T06:02:47.132" v="1153" actId="2696"/>
        <pc:sldMkLst>
          <pc:docMk/>
          <pc:sldMk cId="3112348571" sldId="342"/>
        </pc:sldMkLst>
      </pc:sldChg>
      <pc:sldChg chg="del">
        <pc:chgData name="NIES HUI WEN" userId="3541b9e0-606d-4c51-a83e-60dbee75d3cd" providerId="ADAL" clId="{76EBBBC8-D840-4D46-94FD-7973726976AC}" dt="2025-01-11T07:23:29.192" v="2038" actId="2696"/>
        <pc:sldMkLst>
          <pc:docMk/>
          <pc:sldMk cId="1831275928" sldId="343"/>
        </pc:sldMkLst>
      </pc:sldChg>
      <pc:sldChg chg="del">
        <pc:chgData name="NIES HUI WEN" userId="3541b9e0-606d-4c51-a83e-60dbee75d3cd" providerId="ADAL" clId="{76EBBBC8-D840-4D46-94FD-7973726976AC}" dt="2025-01-11T07:23:29.194" v="2039" actId="2696"/>
        <pc:sldMkLst>
          <pc:docMk/>
          <pc:sldMk cId="4204558615" sldId="344"/>
        </pc:sldMkLst>
      </pc:sldChg>
      <pc:sldChg chg="del">
        <pc:chgData name="NIES HUI WEN" userId="3541b9e0-606d-4c51-a83e-60dbee75d3cd" providerId="ADAL" clId="{76EBBBC8-D840-4D46-94FD-7973726976AC}" dt="2025-01-11T07:23:29.197" v="2040" actId="2696"/>
        <pc:sldMkLst>
          <pc:docMk/>
          <pc:sldMk cId="534585843" sldId="345"/>
        </pc:sldMkLst>
      </pc:sldChg>
      <pc:sldChg chg="del">
        <pc:chgData name="NIES HUI WEN" userId="3541b9e0-606d-4c51-a83e-60dbee75d3cd" providerId="ADAL" clId="{76EBBBC8-D840-4D46-94FD-7973726976AC}" dt="2025-01-11T07:23:29.221" v="2045" actId="2696"/>
        <pc:sldMkLst>
          <pc:docMk/>
          <pc:sldMk cId="3886846978" sldId="346"/>
        </pc:sldMkLst>
      </pc:sldChg>
      <pc:sldChg chg="del">
        <pc:chgData name="NIES HUI WEN" userId="3541b9e0-606d-4c51-a83e-60dbee75d3cd" providerId="ADAL" clId="{76EBBBC8-D840-4D46-94FD-7973726976AC}" dt="2025-01-11T07:23:29.240" v="2048" actId="2696"/>
        <pc:sldMkLst>
          <pc:docMk/>
          <pc:sldMk cId="2369380472" sldId="347"/>
        </pc:sldMkLst>
      </pc:sldChg>
      <pc:sldChg chg="del">
        <pc:chgData name="NIES HUI WEN" userId="3541b9e0-606d-4c51-a83e-60dbee75d3cd" providerId="ADAL" clId="{76EBBBC8-D840-4D46-94FD-7973726976AC}" dt="2025-01-11T07:23:29.200" v="2041" actId="2696"/>
        <pc:sldMkLst>
          <pc:docMk/>
          <pc:sldMk cId="2910271829" sldId="348"/>
        </pc:sldMkLst>
      </pc:sldChg>
      <pc:sldChg chg="del">
        <pc:chgData name="NIES HUI WEN" userId="3541b9e0-606d-4c51-a83e-60dbee75d3cd" providerId="ADAL" clId="{76EBBBC8-D840-4D46-94FD-7973726976AC}" dt="2025-01-11T07:23:29.227" v="2047" actId="2696"/>
        <pc:sldMkLst>
          <pc:docMk/>
          <pc:sldMk cId="2964886774" sldId="349"/>
        </pc:sldMkLst>
      </pc:sldChg>
      <pc:sldChg chg="del">
        <pc:chgData name="NIES HUI WEN" userId="3541b9e0-606d-4c51-a83e-60dbee75d3cd" providerId="ADAL" clId="{76EBBBC8-D840-4D46-94FD-7973726976AC}" dt="2025-01-11T07:23:29.245" v="2051" actId="2696"/>
        <pc:sldMkLst>
          <pc:docMk/>
          <pc:sldMk cId="375765623" sldId="350"/>
        </pc:sldMkLst>
      </pc:sldChg>
      <pc:sldChg chg="del">
        <pc:chgData name="NIES HUI WEN" userId="3541b9e0-606d-4c51-a83e-60dbee75d3cd" providerId="ADAL" clId="{76EBBBC8-D840-4D46-94FD-7973726976AC}" dt="2025-01-11T07:23:29.245" v="2050" actId="2696"/>
        <pc:sldMkLst>
          <pc:docMk/>
          <pc:sldMk cId="3504648700" sldId="351"/>
        </pc:sldMkLst>
      </pc:sldChg>
      <pc:sldChg chg="del">
        <pc:chgData name="NIES HUI WEN" userId="3541b9e0-606d-4c51-a83e-60dbee75d3cd" providerId="ADAL" clId="{76EBBBC8-D840-4D46-94FD-7973726976AC}" dt="2025-01-11T07:23:29.207" v="2043" actId="2696"/>
        <pc:sldMkLst>
          <pc:docMk/>
          <pc:sldMk cId="1630696446" sldId="352"/>
        </pc:sldMkLst>
      </pc:sldChg>
      <pc:sldChg chg="del">
        <pc:chgData name="NIES HUI WEN" userId="3541b9e0-606d-4c51-a83e-60dbee75d3cd" providerId="ADAL" clId="{76EBBBC8-D840-4D46-94FD-7973726976AC}" dt="2025-01-11T07:23:29.208" v="2044" actId="2696"/>
        <pc:sldMkLst>
          <pc:docMk/>
          <pc:sldMk cId="574468439" sldId="353"/>
        </pc:sldMkLst>
      </pc:sldChg>
      <pc:sldChg chg="modSp mod">
        <pc:chgData name="NIES HUI WEN" userId="3541b9e0-606d-4c51-a83e-60dbee75d3cd" providerId="ADAL" clId="{76EBBBC8-D840-4D46-94FD-7973726976AC}" dt="2025-01-11T04:00:03.397" v="19"/>
        <pc:sldMkLst>
          <pc:docMk/>
          <pc:sldMk cId="1121855741" sldId="354"/>
        </pc:sldMkLst>
        <pc:spChg chg="mod">
          <ac:chgData name="NIES HUI WEN" userId="3541b9e0-606d-4c51-a83e-60dbee75d3cd" providerId="ADAL" clId="{76EBBBC8-D840-4D46-94FD-7973726976AC}" dt="2025-01-11T04:00:03.397" v="19"/>
          <ac:spMkLst>
            <pc:docMk/>
            <pc:sldMk cId="1121855741" sldId="354"/>
            <ac:spMk id="5" creationId="{8B250D95-9FEC-722B-65C0-98386817F924}"/>
          </ac:spMkLst>
        </pc:spChg>
      </pc:sldChg>
      <pc:sldChg chg="del">
        <pc:chgData name="NIES HUI WEN" userId="3541b9e0-606d-4c51-a83e-60dbee75d3cd" providerId="ADAL" clId="{76EBBBC8-D840-4D46-94FD-7973726976AC}" dt="2025-01-11T05:00:23.605" v="583" actId="2696"/>
        <pc:sldMkLst>
          <pc:docMk/>
          <pc:sldMk cId="3665453351" sldId="355"/>
        </pc:sldMkLst>
      </pc:sldChg>
      <pc:sldChg chg="del">
        <pc:chgData name="NIES HUI WEN" userId="3541b9e0-606d-4c51-a83e-60dbee75d3cd" providerId="ADAL" clId="{76EBBBC8-D840-4D46-94FD-7973726976AC}" dt="2025-01-11T07:23:29.251" v="2052" actId="2696"/>
        <pc:sldMkLst>
          <pc:docMk/>
          <pc:sldMk cId="4164605505" sldId="356"/>
        </pc:sldMkLst>
      </pc:sldChg>
      <pc:sldChg chg="del">
        <pc:chgData name="NIES HUI WEN" userId="3541b9e0-606d-4c51-a83e-60dbee75d3cd" providerId="ADAL" clId="{76EBBBC8-D840-4D46-94FD-7973726976AC}" dt="2025-01-11T07:23:29.243" v="2049" actId="2696"/>
        <pc:sldMkLst>
          <pc:docMk/>
          <pc:sldMk cId="2028526998" sldId="357"/>
        </pc:sldMkLst>
      </pc:sldChg>
      <pc:sldChg chg="del">
        <pc:chgData name="NIES HUI WEN" userId="3541b9e0-606d-4c51-a83e-60dbee75d3cd" providerId="ADAL" clId="{76EBBBC8-D840-4D46-94FD-7973726976AC}" dt="2025-01-11T07:23:29.206" v="2042" actId="2696"/>
        <pc:sldMkLst>
          <pc:docMk/>
          <pc:sldMk cId="1318379365" sldId="358"/>
        </pc:sldMkLst>
      </pc:sldChg>
      <pc:sldChg chg="del">
        <pc:chgData name="NIES HUI WEN" userId="3541b9e0-606d-4c51-a83e-60dbee75d3cd" providerId="ADAL" clId="{76EBBBC8-D840-4D46-94FD-7973726976AC}" dt="2025-01-11T07:23:29.225" v="2046" actId="2696"/>
        <pc:sldMkLst>
          <pc:docMk/>
          <pc:sldMk cId="1028027354" sldId="359"/>
        </pc:sldMkLst>
      </pc:sldChg>
      <pc:sldChg chg="add">
        <pc:chgData name="NIES HUI WEN" userId="3541b9e0-606d-4c51-a83e-60dbee75d3cd" providerId="ADAL" clId="{76EBBBC8-D840-4D46-94FD-7973726976AC}" dt="2025-01-11T03:59:59.063" v="18" actId="2890"/>
        <pc:sldMkLst>
          <pc:docMk/>
          <pc:sldMk cId="2553268547" sldId="360"/>
        </pc:sldMkLst>
      </pc:sldChg>
      <pc:sldChg chg="modSp add mod">
        <pc:chgData name="NIES HUI WEN" userId="3541b9e0-606d-4c51-a83e-60dbee75d3cd" providerId="ADAL" clId="{76EBBBC8-D840-4D46-94FD-7973726976AC}" dt="2025-01-11T04:29:17.176" v="268" actId="1037"/>
        <pc:sldMkLst>
          <pc:docMk/>
          <pc:sldMk cId="4268644979" sldId="361"/>
        </pc:sldMkLst>
        <pc:spChg chg="mod">
          <ac:chgData name="NIES HUI WEN" userId="3541b9e0-606d-4c51-a83e-60dbee75d3cd" providerId="ADAL" clId="{76EBBBC8-D840-4D46-94FD-7973726976AC}" dt="2025-01-11T04:29:17.176" v="268" actId="1037"/>
          <ac:spMkLst>
            <pc:docMk/>
            <pc:sldMk cId="4268644979" sldId="361"/>
            <ac:spMk id="3" creationId="{5197E188-6FA2-A8B3-20C6-398B881A3A12}"/>
          </ac:spMkLst>
        </pc:spChg>
      </pc:sldChg>
      <pc:sldChg chg="modSp add mod">
        <pc:chgData name="NIES HUI WEN" userId="3541b9e0-606d-4c51-a83e-60dbee75d3cd" providerId="ADAL" clId="{76EBBBC8-D840-4D46-94FD-7973726976AC}" dt="2025-01-11T04:29:45.791" v="270" actId="20577"/>
        <pc:sldMkLst>
          <pc:docMk/>
          <pc:sldMk cId="2884045579" sldId="362"/>
        </pc:sldMkLst>
        <pc:spChg chg="mod">
          <ac:chgData name="NIES HUI WEN" userId="3541b9e0-606d-4c51-a83e-60dbee75d3cd" providerId="ADAL" clId="{76EBBBC8-D840-4D46-94FD-7973726976AC}" dt="2025-01-11T04:29:45.791" v="270" actId="20577"/>
          <ac:spMkLst>
            <pc:docMk/>
            <pc:sldMk cId="2884045579" sldId="362"/>
            <ac:spMk id="3" creationId="{3210F84A-E991-DB17-B00A-787FD7333205}"/>
          </ac:spMkLst>
        </pc:spChg>
      </pc:sldChg>
      <pc:sldChg chg="addSp modSp add mod ord">
        <pc:chgData name="NIES HUI WEN" userId="3541b9e0-606d-4c51-a83e-60dbee75d3cd" providerId="ADAL" clId="{76EBBBC8-D840-4D46-94FD-7973726976AC}" dt="2025-01-11T07:27:42.154" v="2149" actId="207"/>
        <pc:sldMkLst>
          <pc:docMk/>
          <pc:sldMk cId="909672290" sldId="363"/>
        </pc:sldMkLst>
        <pc:spChg chg="mod">
          <ac:chgData name="NIES HUI WEN" userId="3541b9e0-606d-4c51-a83e-60dbee75d3cd" providerId="ADAL" clId="{76EBBBC8-D840-4D46-94FD-7973726976AC}" dt="2025-01-11T05:15:00.211" v="728" actId="20577"/>
          <ac:spMkLst>
            <pc:docMk/>
            <pc:sldMk cId="909672290" sldId="363"/>
            <ac:spMk id="2" creationId="{560B67F0-FFA0-65B4-FB98-78ABD2B6CF84}"/>
          </ac:spMkLst>
        </pc:spChg>
        <pc:spChg chg="mod">
          <ac:chgData name="NIES HUI WEN" userId="3541b9e0-606d-4c51-a83e-60dbee75d3cd" providerId="ADAL" clId="{76EBBBC8-D840-4D46-94FD-7973726976AC}" dt="2025-01-11T05:18:11.533" v="811" actId="20577"/>
          <ac:spMkLst>
            <pc:docMk/>
            <pc:sldMk cId="909672290" sldId="363"/>
            <ac:spMk id="8" creationId="{C3AD0146-48AF-EB73-0592-52D9AA61C291}"/>
          </ac:spMkLst>
        </pc:spChg>
        <pc:spChg chg="mod">
          <ac:chgData name="NIES HUI WEN" userId="3541b9e0-606d-4c51-a83e-60dbee75d3cd" providerId="ADAL" clId="{76EBBBC8-D840-4D46-94FD-7973726976AC}" dt="2025-01-11T07:27:42.154" v="2149" actId="207"/>
          <ac:spMkLst>
            <pc:docMk/>
            <pc:sldMk cId="909672290" sldId="363"/>
            <ac:spMk id="10" creationId="{4845BFB9-A809-28AE-00E7-ACD26519CC3C}"/>
          </ac:spMkLst>
        </pc:spChg>
        <pc:spChg chg="mod">
          <ac:chgData name="NIES HUI WEN" userId="3541b9e0-606d-4c51-a83e-60dbee75d3cd" providerId="ADAL" clId="{76EBBBC8-D840-4D46-94FD-7973726976AC}" dt="2025-01-11T05:47:44.207" v="1083" actId="20577"/>
          <ac:spMkLst>
            <pc:docMk/>
            <pc:sldMk cId="909672290" sldId="363"/>
            <ac:spMk id="19" creationId="{585C746B-73C5-69BA-67C8-F18B23473971}"/>
          </ac:spMkLst>
        </pc:spChg>
        <pc:picChg chg="add mod">
          <ac:chgData name="NIES HUI WEN" userId="3541b9e0-606d-4c51-a83e-60dbee75d3cd" providerId="ADAL" clId="{76EBBBC8-D840-4D46-94FD-7973726976AC}" dt="2025-01-11T06:55:26.776" v="1634" actId="1076"/>
          <ac:picMkLst>
            <pc:docMk/>
            <pc:sldMk cId="909672290" sldId="363"/>
            <ac:picMk id="3" creationId="{FD2CA573-8A41-1676-8BAE-741E2A350E47}"/>
          </ac:picMkLst>
        </pc:picChg>
      </pc:sldChg>
      <pc:sldChg chg="addSp delSp modSp add mod">
        <pc:chgData name="NIES HUI WEN" userId="3541b9e0-606d-4c51-a83e-60dbee75d3cd" providerId="ADAL" clId="{76EBBBC8-D840-4D46-94FD-7973726976AC}" dt="2025-01-11T07:12:09.832" v="1823" actId="1076"/>
        <pc:sldMkLst>
          <pc:docMk/>
          <pc:sldMk cId="87079810" sldId="364"/>
        </pc:sldMkLst>
        <pc:spChg chg="mod">
          <ac:chgData name="NIES HUI WEN" userId="3541b9e0-606d-4c51-a83e-60dbee75d3cd" providerId="ADAL" clId="{76EBBBC8-D840-4D46-94FD-7973726976AC}" dt="2025-01-11T05:37:02.402" v="970" actId="20577"/>
          <ac:spMkLst>
            <pc:docMk/>
            <pc:sldMk cId="87079810" sldId="364"/>
            <ac:spMk id="2" creationId="{4EDECF95-8371-2151-A39A-DA8B840759E5}"/>
          </ac:spMkLst>
        </pc:spChg>
        <pc:spChg chg="add mod">
          <ac:chgData name="NIES HUI WEN" userId="3541b9e0-606d-4c51-a83e-60dbee75d3cd" providerId="ADAL" clId="{76EBBBC8-D840-4D46-94FD-7973726976AC}" dt="2025-01-11T07:10:34.408" v="1813" actId="1076"/>
          <ac:spMkLst>
            <pc:docMk/>
            <pc:sldMk cId="87079810" sldId="364"/>
            <ac:spMk id="4" creationId="{5A857E6B-6042-1EA1-9456-D49BB22F2264}"/>
          </ac:spMkLst>
        </pc:spChg>
        <pc:spChg chg="add mod">
          <ac:chgData name="NIES HUI WEN" userId="3541b9e0-606d-4c51-a83e-60dbee75d3cd" providerId="ADAL" clId="{76EBBBC8-D840-4D46-94FD-7973726976AC}" dt="2025-01-11T07:10:03.616" v="1812"/>
          <ac:spMkLst>
            <pc:docMk/>
            <pc:sldMk cId="87079810" sldId="364"/>
            <ac:spMk id="6" creationId="{5F792EDA-3382-74D5-A842-46E81F7A9F6E}"/>
          </ac:spMkLst>
        </pc:spChg>
        <pc:spChg chg="mod">
          <ac:chgData name="NIES HUI WEN" userId="3541b9e0-606d-4c51-a83e-60dbee75d3cd" providerId="ADAL" clId="{76EBBBC8-D840-4D46-94FD-7973726976AC}" dt="2025-01-11T07:10:38.133" v="1814" actId="1076"/>
          <ac:spMkLst>
            <pc:docMk/>
            <pc:sldMk cId="87079810" sldId="364"/>
            <ac:spMk id="8" creationId="{BDB04F06-C4C5-3961-D7DA-5F12059A89E7}"/>
          </ac:spMkLst>
        </pc:spChg>
        <pc:spChg chg="mod">
          <ac:chgData name="NIES HUI WEN" userId="3541b9e0-606d-4c51-a83e-60dbee75d3cd" providerId="ADAL" clId="{76EBBBC8-D840-4D46-94FD-7973726976AC}" dt="2025-01-11T05:42:32.082" v="1013"/>
          <ac:spMkLst>
            <pc:docMk/>
            <pc:sldMk cId="87079810" sldId="364"/>
            <ac:spMk id="10" creationId="{26DA2C75-5369-B0DA-79E9-BB20C2BABA68}"/>
          </ac:spMkLst>
        </pc:spChg>
        <pc:spChg chg="mod">
          <ac:chgData name="NIES HUI WEN" userId="3541b9e0-606d-4c51-a83e-60dbee75d3cd" providerId="ADAL" clId="{76EBBBC8-D840-4D46-94FD-7973726976AC}" dt="2025-01-11T06:02:13.388" v="1148" actId="20577"/>
          <ac:spMkLst>
            <pc:docMk/>
            <pc:sldMk cId="87079810" sldId="364"/>
            <ac:spMk id="19" creationId="{280396FB-7BF7-9B84-4D98-A4BF3AD43849}"/>
          </ac:spMkLst>
        </pc:spChg>
        <pc:grpChg chg="del mod">
          <ac:chgData name="NIES HUI WEN" userId="3541b9e0-606d-4c51-a83e-60dbee75d3cd" providerId="ADAL" clId="{76EBBBC8-D840-4D46-94FD-7973726976AC}" dt="2025-01-11T07:10:45.610" v="1817"/>
          <ac:grpSpMkLst>
            <pc:docMk/>
            <pc:sldMk cId="87079810" sldId="364"/>
            <ac:grpSpMk id="11" creationId="{61AB19C0-3A03-8F5C-0255-066A642E3D3A}"/>
          </ac:grpSpMkLst>
        </pc:grpChg>
        <pc:grpChg chg="mod">
          <ac:chgData name="NIES HUI WEN" userId="3541b9e0-606d-4c51-a83e-60dbee75d3cd" providerId="ADAL" clId="{76EBBBC8-D840-4D46-94FD-7973726976AC}" dt="2025-01-11T07:10:45.610" v="1817"/>
          <ac:grpSpMkLst>
            <pc:docMk/>
            <pc:sldMk cId="87079810" sldId="364"/>
            <ac:grpSpMk id="12" creationId="{54624133-B90E-866C-39DE-7A4957A11D07}"/>
          </ac:grpSpMkLst>
        </pc:grpChg>
        <pc:picChg chg="add del mod">
          <ac:chgData name="NIES HUI WEN" userId="3541b9e0-606d-4c51-a83e-60dbee75d3cd" providerId="ADAL" clId="{76EBBBC8-D840-4D46-94FD-7973726976AC}" dt="2025-01-11T07:11:48.624" v="1821" actId="478"/>
          <ac:picMkLst>
            <pc:docMk/>
            <pc:sldMk cId="87079810" sldId="364"/>
            <ac:picMk id="14" creationId="{105F61FE-62AF-0EE5-DBE0-B42D5D50D3E8}"/>
          </ac:picMkLst>
        </pc:picChg>
        <pc:picChg chg="add mod">
          <ac:chgData name="NIES HUI WEN" userId="3541b9e0-606d-4c51-a83e-60dbee75d3cd" providerId="ADAL" clId="{76EBBBC8-D840-4D46-94FD-7973726976AC}" dt="2025-01-11T07:12:09.832" v="1823" actId="1076"/>
          <ac:picMkLst>
            <pc:docMk/>
            <pc:sldMk cId="87079810" sldId="364"/>
            <ac:picMk id="15" creationId="{DDC8066E-AC7C-305B-1DBF-2313229E1668}"/>
          </ac:picMkLst>
        </pc:picChg>
        <pc:inkChg chg="add mod">
          <ac:chgData name="NIES HUI WEN" userId="3541b9e0-606d-4c51-a83e-60dbee75d3cd" providerId="ADAL" clId="{76EBBBC8-D840-4D46-94FD-7973726976AC}" dt="2025-01-11T07:10:45.610" v="1817"/>
          <ac:inkMkLst>
            <pc:docMk/>
            <pc:sldMk cId="87079810" sldId="364"/>
            <ac:inkMk id="7" creationId="{48788AEA-F7F6-E63B-ABCC-D6F3139326A8}"/>
          </ac:inkMkLst>
        </pc:inkChg>
        <pc:inkChg chg="add mod">
          <ac:chgData name="NIES HUI WEN" userId="3541b9e0-606d-4c51-a83e-60dbee75d3cd" providerId="ADAL" clId="{76EBBBC8-D840-4D46-94FD-7973726976AC}" dt="2025-01-11T07:10:45.610" v="1817"/>
          <ac:inkMkLst>
            <pc:docMk/>
            <pc:sldMk cId="87079810" sldId="364"/>
            <ac:inkMk id="9" creationId="{C19C68E4-9A5A-B110-B83E-BDCDDD3237A1}"/>
          </ac:inkMkLst>
        </pc:inkChg>
        <pc:inkChg chg="add">
          <ac:chgData name="NIES HUI WEN" userId="3541b9e0-606d-4c51-a83e-60dbee75d3cd" providerId="ADAL" clId="{76EBBBC8-D840-4D46-94FD-7973726976AC}" dt="2025-01-11T07:10:48.080" v="1818" actId="9405"/>
          <ac:inkMkLst>
            <pc:docMk/>
            <pc:sldMk cId="87079810" sldId="364"/>
            <ac:inkMk id="13" creationId="{F3A154B5-6E2E-1DB9-5F7C-B5A2BAF936A0}"/>
          </ac:inkMkLst>
        </pc:inkChg>
      </pc:sldChg>
      <pc:sldChg chg="modSp add mod">
        <pc:chgData name="NIES HUI WEN" userId="3541b9e0-606d-4c51-a83e-60dbee75d3cd" providerId="ADAL" clId="{76EBBBC8-D840-4D46-94FD-7973726976AC}" dt="2025-01-11T07:22:59.300" v="2037"/>
        <pc:sldMkLst>
          <pc:docMk/>
          <pc:sldMk cId="790792609" sldId="365"/>
        </pc:sldMkLst>
        <pc:spChg chg="mod">
          <ac:chgData name="NIES HUI WEN" userId="3541b9e0-606d-4c51-a83e-60dbee75d3cd" providerId="ADAL" clId="{76EBBBC8-D840-4D46-94FD-7973726976AC}" dt="2025-01-11T06:03:16.726" v="1156"/>
          <ac:spMkLst>
            <pc:docMk/>
            <pc:sldMk cId="790792609" sldId="365"/>
            <ac:spMk id="2" creationId="{AD7B4B8F-5BCE-B2E9-CD3D-394AC1199EE7}"/>
          </ac:spMkLst>
        </pc:spChg>
        <pc:spChg chg="mod">
          <ac:chgData name="NIES HUI WEN" userId="3541b9e0-606d-4c51-a83e-60dbee75d3cd" providerId="ADAL" clId="{76EBBBC8-D840-4D46-94FD-7973726976AC}" dt="2025-01-11T07:22:59.300" v="2037"/>
          <ac:spMkLst>
            <pc:docMk/>
            <pc:sldMk cId="790792609" sldId="365"/>
            <ac:spMk id="3" creationId="{A2DFCBF3-458E-333C-3295-02F68DC34FF7}"/>
          </ac:spMkLst>
        </pc:spChg>
        <pc:spChg chg="mod">
          <ac:chgData name="NIES HUI WEN" userId="3541b9e0-606d-4c51-a83e-60dbee75d3cd" providerId="ADAL" clId="{76EBBBC8-D840-4D46-94FD-7973726976AC}" dt="2025-01-11T06:04:58.574" v="1211" actId="20577"/>
          <ac:spMkLst>
            <pc:docMk/>
            <pc:sldMk cId="790792609" sldId="365"/>
            <ac:spMk id="11" creationId="{F6BB1490-A24C-C1C5-D422-777C3C3A8E8D}"/>
          </ac:spMkLst>
        </pc:spChg>
      </pc:sldChg>
      <pc:sldChg chg="addSp delSp modSp add mod">
        <pc:chgData name="NIES HUI WEN" userId="3541b9e0-606d-4c51-a83e-60dbee75d3cd" providerId="ADAL" clId="{76EBBBC8-D840-4D46-94FD-7973726976AC}" dt="2025-01-11T07:19:34.656" v="2019"/>
        <pc:sldMkLst>
          <pc:docMk/>
          <pc:sldMk cId="1921321284" sldId="366"/>
        </pc:sldMkLst>
        <pc:spChg chg="mod">
          <ac:chgData name="NIES HUI WEN" userId="3541b9e0-606d-4c51-a83e-60dbee75d3cd" providerId="ADAL" clId="{76EBBBC8-D840-4D46-94FD-7973726976AC}" dt="2025-01-11T06:16:31.008" v="1304" actId="20577"/>
          <ac:spMkLst>
            <pc:docMk/>
            <pc:sldMk cId="1921321284" sldId="366"/>
            <ac:spMk id="2" creationId="{64EBEC01-064F-2CD8-E713-E90FC359F294}"/>
          </ac:spMkLst>
        </pc:spChg>
        <pc:spChg chg="del mod">
          <ac:chgData name="NIES HUI WEN" userId="3541b9e0-606d-4c51-a83e-60dbee75d3cd" providerId="ADAL" clId="{76EBBBC8-D840-4D46-94FD-7973726976AC}" dt="2025-01-11T06:17:13.869" v="1308"/>
          <ac:spMkLst>
            <pc:docMk/>
            <pc:sldMk cId="1921321284" sldId="366"/>
            <ac:spMk id="3" creationId="{53937F32-533D-2D0F-31B5-5167CDE5491D}"/>
          </ac:spMkLst>
        </pc:spChg>
        <pc:spChg chg="add mod">
          <ac:chgData name="NIES HUI WEN" userId="3541b9e0-606d-4c51-a83e-60dbee75d3cd" providerId="ADAL" clId="{76EBBBC8-D840-4D46-94FD-7973726976AC}" dt="2025-01-11T07:15:22.253" v="2016" actId="20577"/>
          <ac:spMkLst>
            <pc:docMk/>
            <pc:sldMk cId="1921321284" sldId="366"/>
            <ac:spMk id="7" creationId="{34311F7D-FBC5-3B4C-B6A5-9DD134E07C3C}"/>
          </ac:spMkLst>
        </pc:spChg>
        <pc:spChg chg="add del mod">
          <ac:chgData name="NIES HUI WEN" userId="3541b9e0-606d-4c51-a83e-60dbee75d3cd" providerId="ADAL" clId="{76EBBBC8-D840-4D46-94FD-7973726976AC}" dt="2025-01-11T07:19:34.656" v="2019"/>
          <ac:spMkLst>
            <pc:docMk/>
            <pc:sldMk cId="1921321284" sldId="366"/>
            <ac:spMk id="8" creationId="{47457948-AE19-36BB-2C36-4015873C41AB}"/>
          </ac:spMkLst>
        </pc:spChg>
        <pc:spChg chg="del">
          <ac:chgData name="NIES HUI WEN" userId="3541b9e0-606d-4c51-a83e-60dbee75d3cd" providerId="ADAL" clId="{76EBBBC8-D840-4D46-94FD-7973726976AC}" dt="2025-01-11T06:16:38.347" v="1306" actId="478"/>
          <ac:spMkLst>
            <pc:docMk/>
            <pc:sldMk cId="1921321284" sldId="366"/>
            <ac:spMk id="11" creationId="{1509CF63-A5A8-2FC8-974E-8DA145FFE981}"/>
          </ac:spMkLst>
        </pc:spChg>
        <pc:picChg chg="add mod">
          <ac:chgData name="NIES HUI WEN" userId="3541b9e0-606d-4c51-a83e-60dbee75d3cd" providerId="ADAL" clId="{76EBBBC8-D840-4D46-94FD-7973726976AC}" dt="2025-01-11T06:30:29.941" v="1315" actId="1037"/>
          <ac:picMkLst>
            <pc:docMk/>
            <pc:sldMk cId="1921321284" sldId="366"/>
            <ac:picMk id="4" creationId="{94635ED0-9787-EFEA-538C-04215316EECB}"/>
          </ac:picMkLst>
        </pc:picChg>
      </pc:sldChg>
      <pc:sldChg chg="new del">
        <pc:chgData name="NIES HUI WEN" userId="3541b9e0-606d-4c51-a83e-60dbee75d3cd" providerId="ADAL" clId="{76EBBBC8-D840-4D46-94FD-7973726976AC}" dt="2025-01-11T06:40:04.800" v="1422" actId="2696"/>
        <pc:sldMkLst>
          <pc:docMk/>
          <pc:sldMk cId="209344961" sldId="367"/>
        </pc:sldMkLst>
      </pc:sldChg>
      <pc:sldChg chg="addSp delSp modSp add mod">
        <pc:chgData name="NIES HUI WEN" userId="3541b9e0-606d-4c51-a83e-60dbee75d3cd" providerId="ADAL" clId="{76EBBBC8-D840-4D46-94FD-7973726976AC}" dt="2025-01-11T07:02:34.573" v="1763" actId="20577"/>
        <pc:sldMkLst>
          <pc:docMk/>
          <pc:sldMk cId="2339973668" sldId="367"/>
        </pc:sldMkLst>
        <pc:spChg chg="add mod">
          <ac:chgData name="NIES HUI WEN" userId="3541b9e0-606d-4c51-a83e-60dbee75d3cd" providerId="ADAL" clId="{76EBBBC8-D840-4D46-94FD-7973726976AC}" dt="2025-01-11T07:01:25.418" v="1714" actId="166"/>
          <ac:spMkLst>
            <pc:docMk/>
            <pc:sldMk cId="2339973668" sldId="367"/>
            <ac:spMk id="3" creationId="{22416997-6657-3B17-7520-8A808FD39583}"/>
          </ac:spMkLst>
        </pc:spChg>
        <pc:spChg chg="mod">
          <ac:chgData name="NIES HUI WEN" userId="3541b9e0-606d-4c51-a83e-60dbee75d3cd" providerId="ADAL" clId="{76EBBBC8-D840-4D46-94FD-7973726976AC}" dt="2025-01-11T07:02:34.573" v="1763" actId="20577"/>
          <ac:spMkLst>
            <pc:docMk/>
            <pc:sldMk cId="2339973668" sldId="367"/>
            <ac:spMk id="5" creationId="{6CAA56C7-4E31-C79B-31B4-C97D03DF9625}"/>
          </ac:spMkLst>
        </pc:spChg>
        <pc:spChg chg="add mod">
          <ac:chgData name="NIES HUI WEN" userId="3541b9e0-606d-4c51-a83e-60dbee75d3cd" providerId="ADAL" clId="{76EBBBC8-D840-4D46-94FD-7973726976AC}" dt="2025-01-11T07:01:45.904" v="1715" actId="166"/>
          <ac:spMkLst>
            <pc:docMk/>
            <pc:sldMk cId="2339973668" sldId="367"/>
            <ac:spMk id="8" creationId="{B4168D93-8824-D9A6-5B02-F035F8A0E6B6}"/>
          </ac:spMkLst>
        </pc:spChg>
        <pc:grpChg chg="del mod">
          <ac:chgData name="NIES HUI WEN" userId="3541b9e0-606d-4c51-a83e-60dbee75d3cd" providerId="ADAL" clId="{76EBBBC8-D840-4D46-94FD-7973726976AC}" dt="2025-01-11T07:00:19.220" v="1676"/>
          <ac:grpSpMkLst>
            <pc:docMk/>
            <pc:sldMk cId="2339973668" sldId="367"/>
            <ac:grpSpMk id="20" creationId="{6693E327-735E-AD7B-19E8-646D48DEAE43}"/>
          </ac:grpSpMkLst>
        </pc:grpChg>
        <pc:grpChg chg="del mod">
          <ac:chgData name="NIES HUI WEN" userId="3541b9e0-606d-4c51-a83e-60dbee75d3cd" providerId="ADAL" clId="{76EBBBC8-D840-4D46-94FD-7973726976AC}" dt="2025-01-11T07:00:20.861" v="1678"/>
          <ac:grpSpMkLst>
            <pc:docMk/>
            <pc:sldMk cId="2339973668" sldId="367"/>
            <ac:grpSpMk id="21" creationId="{413ECD20-F1B3-FCAB-1D42-98576442EF6F}"/>
          </ac:grpSpMkLst>
        </pc:grpChg>
        <pc:grpChg chg="del mod">
          <ac:chgData name="NIES HUI WEN" userId="3541b9e0-606d-4c51-a83e-60dbee75d3cd" providerId="ADAL" clId="{76EBBBC8-D840-4D46-94FD-7973726976AC}" dt="2025-01-11T07:00:20.861" v="1678"/>
          <ac:grpSpMkLst>
            <pc:docMk/>
            <pc:sldMk cId="2339973668" sldId="367"/>
            <ac:grpSpMk id="23" creationId="{EF4F4872-46B0-483A-B99E-CA86176EF27C}"/>
          </ac:grpSpMkLst>
        </pc:grpChg>
        <pc:grpChg chg="mod">
          <ac:chgData name="NIES HUI WEN" userId="3541b9e0-606d-4c51-a83e-60dbee75d3cd" providerId="ADAL" clId="{76EBBBC8-D840-4D46-94FD-7973726976AC}" dt="2025-01-11T07:00:20.861" v="1678"/>
          <ac:grpSpMkLst>
            <pc:docMk/>
            <pc:sldMk cId="2339973668" sldId="367"/>
            <ac:grpSpMk id="24" creationId="{6BC36B58-30BE-6261-C22F-7ACCF2709219}"/>
          </ac:grpSpMkLst>
        </pc:grpChg>
        <pc:picChg chg="add del mod">
          <ac:chgData name="NIES HUI WEN" userId="3541b9e0-606d-4c51-a83e-60dbee75d3cd" providerId="ADAL" clId="{76EBBBC8-D840-4D46-94FD-7973726976AC}" dt="2025-01-11T06:59:15.541" v="1653" actId="478"/>
          <ac:picMkLst>
            <pc:docMk/>
            <pc:sldMk cId="2339973668" sldId="367"/>
            <ac:picMk id="6" creationId="{B2A6276F-0CEC-B907-50C7-8377569E5086}"/>
          </ac:picMkLst>
        </pc:picChg>
        <pc:picChg chg="add mod">
          <ac:chgData name="NIES HUI WEN" userId="3541b9e0-606d-4c51-a83e-60dbee75d3cd" providerId="ADAL" clId="{76EBBBC8-D840-4D46-94FD-7973726976AC}" dt="2025-01-11T07:00:04.005" v="1667" actId="1035"/>
          <ac:picMkLst>
            <pc:docMk/>
            <pc:sldMk cId="2339973668" sldId="367"/>
            <ac:picMk id="9" creationId="{D7A9C283-2AF2-C824-FFFE-C9270484E970}"/>
          </ac:picMkLst>
        </pc:picChg>
        <pc:picChg chg="add mod">
          <ac:chgData name="NIES HUI WEN" userId="3541b9e0-606d-4c51-a83e-60dbee75d3cd" providerId="ADAL" clId="{76EBBBC8-D840-4D46-94FD-7973726976AC}" dt="2025-01-11T06:59:35.709" v="1656" actId="14100"/>
          <ac:picMkLst>
            <pc:docMk/>
            <pc:sldMk cId="2339973668" sldId="367"/>
            <ac:picMk id="11" creationId="{03254CB5-3CF2-BE9D-2582-56FD1A7807AD}"/>
          </ac:picMkLst>
        </pc:picChg>
        <pc:inkChg chg="add del">
          <ac:chgData name="NIES HUI WEN" userId="3541b9e0-606d-4c51-a83e-60dbee75d3cd" providerId="ADAL" clId="{76EBBBC8-D840-4D46-94FD-7973726976AC}" dt="2025-01-11T06:59:51.555" v="1659" actId="478"/>
          <ac:inkMkLst>
            <pc:docMk/>
            <pc:sldMk cId="2339973668" sldId="367"/>
            <ac:inkMk id="10" creationId="{AE04967D-60BF-F416-D199-0BCD01D7BA90}"/>
          </ac:inkMkLst>
        </pc:inkChg>
        <pc:inkChg chg="add">
          <ac:chgData name="NIES HUI WEN" userId="3541b9e0-606d-4c51-a83e-60dbee75d3cd" providerId="ADAL" clId="{76EBBBC8-D840-4D46-94FD-7973726976AC}" dt="2025-01-11T07:00:10.304" v="1668" actId="9405"/>
          <ac:inkMkLst>
            <pc:docMk/>
            <pc:sldMk cId="2339973668" sldId="367"/>
            <ac:inkMk id="12" creationId="{662291D9-BAC9-62A6-D801-BC3B64540388}"/>
          </ac:inkMkLst>
        </pc:inkChg>
        <pc:inkChg chg="add">
          <ac:chgData name="NIES HUI WEN" userId="3541b9e0-606d-4c51-a83e-60dbee75d3cd" providerId="ADAL" clId="{76EBBBC8-D840-4D46-94FD-7973726976AC}" dt="2025-01-11T07:00:11.728" v="1669" actId="9405"/>
          <ac:inkMkLst>
            <pc:docMk/>
            <pc:sldMk cId="2339973668" sldId="367"/>
            <ac:inkMk id="13" creationId="{8AB8EB76-D528-4C48-7618-5B3ED6A92C47}"/>
          </ac:inkMkLst>
        </pc:inkChg>
        <pc:inkChg chg="add">
          <ac:chgData name="NIES HUI WEN" userId="3541b9e0-606d-4c51-a83e-60dbee75d3cd" providerId="ADAL" clId="{76EBBBC8-D840-4D46-94FD-7973726976AC}" dt="2025-01-11T07:00:13.030" v="1670" actId="9405"/>
          <ac:inkMkLst>
            <pc:docMk/>
            <pc:sldMk cId="2339973668" sldId="367"/>
            <ac:inkMk id="14" creationId="{A5DDFB7D-D724-D692-7054-E53C1153DACD}"/>
          </ac:inkMkLst>
        </pc:inkChg>
        <pc:inkChg chg="add mod">
          <ac:chgData name="NIES HUI WEN" userId="3541b9e0-606d-4c51-a83e-60dbee75d3cd" providerId="ADAL" clId="{76EBBBC8-D840-4D46-94FD-7973726976AC}" dt="2025-01-11T07:00:20.861" v="1678"/>
          <ac:inkMkLst>
            <pc:docMk/>
            <pc:sldMk cId="2339973668" sldId="367"/>
            <ac:inkMk id="15" creationId="{7EF05833-505F-5781-167B-EC31D158B2D9}"/>
          </ac:inkMkLst>
        </pc:inkChg>
        <pc:inkChg chg="add mod">
          <ac:chgData name="NIES HUI WEN" userId="3541b9e0-606d-4c51-a83e-60dbee75d3cd" providerId="ADAL" clId="{76EBBBC8-D840-4D46-94FD-7973726976AC}" dt="2025-01-11T07:00:20.861" v="1678"/>
          <ac:inkMkLst>
            <pc:docMk/>
            <pc:sldMk cId="2339973668" sldId="367"/>
            <ac:inkMk id="16" creationId="{87FC97C0-A3EC-EAFF-23F7-1A6DD0FF5B2F}"/>
          </ac:inkMkLst>
        </pc:inkChg>
        <pc:inkChg chg="add mod">
          <ac:chgData name="NIES HUI WEN" userId="3541b9e0-606d-4c51-a83e-60dbee75d3cd" providerId="ADAL" clId="{76EBBBC8-D840-4D46-94FD-7973726976AC}" dt="2025-01-11T07:00:20.861" v="1678"/>
          <ac:inkMkLst>
            <pc:docMk/>
            <pc:sldMk cId="2339973668" sldId="367"/>
            <ac:inkMk id="17" creationId="{8E04C199-B771-4C94-C8C6-E888B1EA4A18}"/>
          </ac:inkMkLst>
        </pc:inkChg>
        <pc:inkChg chg="add mod">
          <ac:chgData name="NIES HUI WEN" userId="3541b9e0-606d-4c51-a83e-60dbee75d3cd" providerId="ADAL" clId="{76EBBBC8-D840-4D46-94FD-7973726976AC}" dt="2025-01-11T07:00:20.861" v="1678"/>
          <ac:inkMkLst>
            <pc:docMk/>
            <pc:sldMk cId="2339973668" sldId="367"/>
            <ac:inkMk id="18" creationId="{E629B83B-0EBD-A3C8-F566-D0C2ECEDB454}"/>
          </ac:inkMkLst>
        </pc:inkChg>
        <pc:inkChg chg="add mod">
          <ac:chgData name="NIES HUI WEN" userId="3541b9e0-606d-4c51-a83e-60dbee75d3cd" providerId="ADAL" clId="{76EBBBC8-D840-4D46-94FD-7973726976AC}" dt="2025-01-11T07:00:20.861" v="1678"/>
          <ac:inkMkLst>
            <pc:docMk/>
            <pc:sldMk cId="2339973668" sldId="367"/>
            <ac:inkMk id="19" creationId="{08E56103-7D39-6435-A5E2-18E361AEF22C}"/>
          </ac:inkMkLst>
        </pc:inkChg>
        <pc:inkChg chg="add mod">
          <ac:chgData name="NIES HUI WEN" userId="3541b9e0-606d-4c51-a83e-60dbee75d3cd" providerId="ADAL" clId="{76EBBBC8-D840-4D46-94FD-7973726976AC}" dt="2025-01-11T07:00:20.861" v="1678"/>
          <ac:inkMkLst>
            <pc:docMk/>
            <pc:sldMk cId="2339973668" sldId="367"/>
            <ac:inkMk id="22" creationId="{94A1FCD2-2811-B332-2E7D-9FF99335967B}"/>
          </ac:inkMkLst>
        </pc:inkChg>
        <pc:inkChg chg="add del">
          <ac:chgData name="NIES HUI WEN" userId="3541b9e0-606d-4c51-a83e-60dbee75d3cd" providerId="ADAL" clId="{76EBBBC8-D840-4D46-94FD-7973726976AC}" dt="2025-01-11T07:00:28.070" v="1680"/>
          <ac:inkMkLst>
            <pc:docMk/>
            <pc:sldMk cId="2339973668" sldId="367"/>
            <ac:inkMk id="25" creationId="{A11ED2BF-EFE2-1736-B34E-6B4753F910D4}"/>
          </ac:inkMkLst>
        </pc:inkChg>
      </pc:sldChg>
      <pc:sldChg chg="addSp delSp modSp add mod">
        <pc:chgData name="NIES HUI WEN" userId="3541b9e0-606d-4c51-a83e-60dbee75d3cd" providerId="ADAL" clId="{76EBBBC8-D840-4D46-94FD-7973726976AC}" dt="2025-01-11T07:30:29.259" v="2197" actId="9405"/>
        <pc:sldMkLst>
          <pc:docMk/>
          <pc:sldMk cId="799213932" sldId="368"/>
        </pc:sldMkLst>
        <pc:spChg chg="mod">
          <ac:chgData name="NIES HUI WEN" userId="3541b9e0-606d-4c51-a83e-60dbee75d3cd" providerId="ADAL" clId="{76EBBBC8-D840-4D46-94FD-7973726976AC}" dt="2025-01-11T07:23:59.937" v="2060" actId="27636"/>
          <ac:spMkLst>
            <pc:docMk/>
            <pc:sldMk cId="799213932" sldId="368"/>
            <ac:spMk id="2" creationId="{EF6FC4C2-10EE-F8D0-FB2E-90D807DD4BC7}"/>
          </ac:spMkLst>
        </pc:spChg>
        <pc:spChg chg="add mod">
          <ac:chgData name="NIES HUI WEN" userId="3541b9e0-606d-4c51-a83e-60dbee75d3cd" providerId="ADAL" clId="{76EBBBC8-D840-4D46-94FD-7973726976AC}" dt="2025-01-11T07:29:34.973" v="2181"/>
          <ac:spMkLst>
            <pc:docMk/>
            <pc:sldMk cId="799213932" sldId="368"/>
            <ac:spMk id="3" creationId="{D8B88C8E-DBB5-5936-858A-9CBF0C24F255}"/>
          </ac:spMkLst>
        </pc:spChg>
        <pc:spChg chg="add mod">
          <ac:chgData name="NIES HUI WEN" userId="3541b9e0-606d-4c51-a83e-60dbee75d3cd" providerId="ADAL" clId="{76EBBBC8-D840-4D46-94FD-7973726976AC}" dt="2025-01-11T07:29:56.893" v="2191" actId="20577"/>
          <ac:spMkLst>
            <pc:docMk/>
            <pc:sldMk cId="799213932" sldId="368"/>
            <ac:spMk id="4" creationId="{E32CF724-9E38-DC96-E88B-CB5CCCA8BF88}"/>
          </ac:spMkLst>
        </pc:spChg>
        <pc:spChg chg="mod">
          <ac:chgData name="NIES HUI WEN" userId="3541b9e0-606d-4c51-a83e-60dbee75d3cd" providerId="ADAL" clId="{76EBBBC8-D840-4D46-94FD-7973726976AC}" dt="2025-01-11T07:25:36.958" v="2133" actId="20577"/>
          <ac:spMkLst>
            <pc:docMk/>
            <pc:sldMk cId="799213932" sldId="368"/>
            <ac:spMk id="8" creationId="{74BF047D-1512-5207-77C5-4C4DC633FADA}"/>
          </ac:spMkLst>
        </pc:spChg>
        <pc:spChg chg="mod">
          <ac:chgData name="NIES HUI WEN" userId="3541b9e0-606d-4c51-a83e-60dbee75d3cd" providerId="ADAL" clId="{76EBBBC8-D840-4D46-94FD-7973726976AC}" dt="2025-01-11T07:24:47.454" v="2081" actId="20577"/>
          <ac:spMkLst>
            <pc:docMk/>
            <pc:sldMk cId="799213932" sldId="368"/>
            <ac:spMk id="10" creationId="{058D0B76-E4A4-42A8-8ABE-FF238914EBB4}"/>
          </ac:spMkLst>
        </pc:spChg>
        <pc:spChg chg="del">
          <ac:chgData name="NIES HUI WEN" userId="3541b9e0-606d-4c51-a83e-60dbee75d3cd" providerId="ADAL" clId="{76EBBBC8-D840-4D46-94FD-7973726976AC}" dt="2025-01-11T07:26:31.598" v="2141" actId="478"/>
          <ac:spMkLst>
            <pc:docMk/>
            <pc:sldMk cId="799213932" sldId="368"/>
            <ac:spMk id="19" creationId="{937DF90B-B4B2-B9FA-CD19-D13378CCBA41}"/>
          </ac:spMkLst>
        </pc:spChg>
        <pc:grpChg chg="del mod">
          <ac:chgData name="NIES HUI WEN" userId="3541b9e0-606d-4c51-a83e-60dbee75d3cd" providerId="ADAL" clId="{76EBBBC8-D840-4D46-94FD-7973726976AC}" dt="2025-01-11T07:30:28.523" v="2196"/>
          <ac:grpSpMkLst>
            <pc:docMk/>
            <pc:sldMk cId="799213932" sldId="368"/>
            <ac:grpSpMk id="11" creationId="{3BDC8944-C323-3582-CD1C-E57E72D76B09}"/>
          </ac:grpSpMkLst>
        </pc:grpChg>
        <pc:grpChg chg="mod">
          <ac:chgData name="NIES HUI WEN" userId="3541b9e0-606d-4c51-a83e-60dbee75d3cd" providerId="ADAL" clId="{76EBBBC8-D840-4D46-94FD-7973726976AC}" dt="2025-01-11T07:30:28.523" v="2196"/>
          <ac:grpSpMkLst>
            <pc:docMk/>
            <pc:sldMk cId="799213932" sldId="368"/>
            <ac:grpSpMk id="12" creationId="{885E1EEF-2C44-3FFB-3447-4A5F3E6C244C}"/>
          </ac:grpSpMkLst>
        </pc:grpChg>
        <pc:picChg chg="add mod">
          <ac:chgData name="NIES HUI WEN" userId="3541b9e0-606d-4c51-a83e-60dbee75d3cd" providerId="ADAL" clId="{76EBBBC8-D840-4D46-94FD-7973726976AC}" dt="2025-01-11T07:30:21" v="2193" actId="1076"/>
          <ac:picMkLst>
            <pc:docMk/>
            <pc:sldMk cId="799213932" sldId="368"/>
            <ac:picMk id="6" creationId="{AD2A0F1F-723B-2DB0-80F2-97097F1E48B4}"/>
          </ac:picMkLst>
        </pc:picChg>
        <pc:picChg chg="del">
          <ac:chgData name="NIES HUI WEN" userId="3541b9e0-606d-4c51-a83e-60dbee75d3cd" providerId="ADAL" clId="{76EBBBC8-D840-4D46-94FD-7973726976AC}" dt="2025-01-11T07:25:39.769" v="2134" actId="478"/>
          <ac:picMkLst>
            <pc:docMk/>
            <pc:sldMk cId="799213932" sldId="368"/>
            <ac:picMk id="13" creationId="{FA6E0660-9A86-AD22-8139-9FFD8F03D984}"/>
          </ac:picMkLst>
        </pc:picChg>
        <pc:inkChg chg="add mod">
          <ac:chgData name="NIES HUI WEN" userId="3541b9e0-606d-4c51-a83e-60dbee75d3cd" providerId="ADAL" clId="{76EBBBC8-D840-4D46-94FD-7973726976AC}" dt="2025-01-11T07:30:28.523" v="2196"/>
          <ac:inkMkLst>
            <pc:docMk/>
            <pc:sldMk cId="799213932" sldId="368"/>
            <ac:inkMk id="7" creationId="{5D4728AB-F345-49A7-333A-9232144D1819}"/>
          </ac:inkMkLst>
        </pc:inkChg>
        <pc:inkChg chg="add mod">
          <ac:chgData name="NIES HUI WEN" userId="3541b9e0-606d-4c51-a83e-60dbee75d3cd" providerId="ADAL" clId="{76EBBBC8-D840-4D46-94FD-7973726976AC}" dt="2025-01-11T07:30:28.523" v="2196"/>
          <ac:inkMkLst>
            <pc:docMk/>
            <pc:sldMk cId="799213932" sldId="368"/>
            <ac:inkMk id="9" creationId="{97318319-32E8-71C3-5417-C8E5196F4E26}"/>
          </ac:inkMkLst>
        </pc:inkChg>
        <pc:inkChg chg="add">
          <ac:chgData name="NIES HUI WEN" userId="3541b9e0-606d-4c51-a83e-60dbee75d3cd" providerId="ADAL" clId="{76EBBBC8-D840-4D46-94FD-7973726976AC}" dt="2025-01-11T07:30:29.259" v="2197" actId="9405"/>
          <ac:inkMkLst>
            <pc:docMk/>
            <pc:sldMk cId="799213932" sldId="368"/>
            <ac:inkMk id="14" creationId="{CF53F4D0-B9E7-6C93-5720-18936A1150EA}"/>
          </ac:inkMkLst>
        </pc:inkChg>
      </pc:sldChg>
      <pc:sldChg chg="addSp delSp modSp add mod">
        <pc:chgData name="NIES HUI WEN" userId="3541b9e0-606d-4c51-a83e-60dbee75d3cd" providerId="ADAL" clId="{76EBBBC8-D840-4D46-94FD-7973726976AC}" dt="2025-01-11T07:30:53.509" v="2199" actId="1076"/>
        <pc:sldMkLst>
          <pc:docMk/>
          <pc:sldMk cId="3714206567" sldId="369"/>
        </pc:sldMkLst>
        <pc:spChg chg="mod">
          <ac:chgData name="NIES HUI WEN" userId="3541b9e0-606d-4c51-a83e-60dbee75d3cd" providerId="ADAL" clId="{76EBBBC8-D840-4D46-94FD-7973726976AC}" dt="2025-01-11T07:26:48.032" v="2143" actId="14100"/>
          <ac:spMkLst>
            <pc:docMk/>
            <pc:sldMk cId="3714206567" sldId="369"/>
            <ac:spMk id="2" creationId="{D67F0831-60A4-FB6E-FA50-C4694B7A0110}"/>
          </ac:spMkLst>
        </pc:spChg>
        <pc:spChg chg="mod">
          <ac:chgData name="NIES HUI WEN" userId="3541b9e0-606d-4c51-a83e-60dbee75d3cd" providerId="ADAL" clId="{76EBBBC8-D840-4D46-94FD-7973726976AC}" dt="2025-01-11T07:28:29.192" v="2177" actId="20577"/>
          <ac:spMkLst>
            <pc:docMk/>
            <pc:sldMk cId="3714206567" sldId="369"/>
            <ac:spMk id="8" creationId="{822E0573-02DB-5E4A-897E-A36CE275AAAB}"/>
          </ac:spMkLst>
        </pc:spChg>
        <pc:spChg chg="mod">
          <ac:chgData name="NIES HUI WEN" userId="3541b9e0-606d-4c51-a83e-60dbee75d3cd" providerId="ADAL" clId="{76EBBBC8-D840-4D46-94FD-7973726976AC}" dt="2025-01-11T07:29:00.800" v="2179"/>
          <ac:spMkLst>
            <pc:docMk/>
            <pc:sldMk cId="3714206567" sldId="369"/>
            <ac:spMk id="10" creationId="{A3FA6874-7D69-61F8-E94C-FEFC0F7E5E32}"/>
          </ac:spMkLst>
        </pc:spChg>
        <pc:spChg chg="del">
          <ac:chgData name="NIES HUI WEN" userId="3541b9e0-606d-4c51-a83e-60dbee75d3cd" providerId="ADAL" clId="{76EBBBC8-D840-4D46-94FD-7973726976AC}" dt="2025-01-11T07:29:03.564" v="2180" actId="478"/>
          <ac:spMkLst>
            <pc:docMk/>
            <pc:sldMk cId="3714206567" sldId="369"/>
            <ac:spMk id="19" creationId="{0E61ADCB-3C1E-0CE4-8BD8-BF16B6567406}"/>
          </ac:spMkLst>
        </pc:spChg>
        <pc:picChg chg="del">
          <ac:chgData name="NIES HUI WEN" userId="3541b9e0-606d-4c51-a83e-60dbee75d3cd" providerId="ADAL" clId="{76EBBBC8-D840-4D46-94FD-7973726976AC}" dt="2025-01-11T07:25:43.352" v="2135" actId="478"/>
          <ac:picMkLst>
            <pc:docMk/>
            <pc:sldMk cId="3714206567" sldId="369"/>
            <ac:picMk id="3" creationId="{EA50A80C-F3A4-05C7-D339-C97B148B6B19}"/>
          </ac:picMkLst>
        </pc:picChg>
        <pc:picChg chg="add mod">
          <ac:chgData name="NIES HUI WEN" userId="3541b9e0-606d-4c51-a83e-60dbee75d3cd" providerId="ADAL" clId="{76EBBBC8-D840-4D46-94FD-7973726976AC}" dt="2025-01-11T07:30:53.509" v="2199" actId="1076"/>
          <ac:picMkLst>
            <pc:docMk/>
            <pc:sldMk cId="3714206567" sldId="369"/>
            <ac:picMk id="4" creationId="{6CDAF635-085F-8F9D-5310-8D3B8A564030}"/>
          </ac:picMkLst>
        </pc:picChg>
      </pc:sldChg>
      <pc:sldChg chg="new del">
        <pc:chgData name="NIES HUI WEN" userId="3541b9e0-606d-4c51-a83e-60dbee75d3cd" providerId="ADAL" clId="{76EBBBC8-D840-4D46-94FD-7973726976AC}" dt="2025-01-11T07:32:39.579" v="2201" actId="2696"/>
        <pc:sldMkLst>
          <pc:docMk/>
          <pc:sldMk cId="1053219306" sldId="370"/>
        </pc:sldMkLst>
      </pc:sldChg>
      <pc:sldChg chg="addSp delSp modSp add mod">
        <pc:chgData name="NIES HUI WEN" userId="3541b9e0-606d-4c51-a83e-60dbee75d3cd" providerId="ADAL" clId="{76EBBBC8-D840-4D46-94FD-7973726976AC}" dt="2025-01-11T07:37:32.325" v="2280" actId="1076"/>
        <pc:sldMkLst>
          <pc:docMk/>
          <pc:sldMk cId="2125941181" sldId="370"/>
        </pc:sldMkLst>
        <pc:spChg chg="add mod">
          <ac:chgData name="NIES HUI WEN" userId="3541b9e0-606d-4c51-a83e-60dbee75d3cd" providerId="ADAL" clId="{76EBBBC8-D840-4D46-94FD-7973726976AC}" dt="2025-01-11T07:37:29.699" v="2279" actId="14100"/>
          <ac:spMkLst>
            <pc:docMk/>
            <pc:sldMk cId="2125941181" sldId="370"/>
            <ac:spMk id="2" creationId="{6F875286-5051-F4A4-5134-1FE31A47ECAF}"/>
          </ac:spMkLst>
        </pc:spChg>
        <pc:spChg chg="del">
          <ac:chgData name="NIES HUI WEN" userId="3541b9e0-606d-4c51-a83e-60dbee75d3cd" providerId="ADAL" clId="{76EBBBC8-D840-4D46-94FD-7973726976AC}" dt="2025-01-11T07:33:08.881" v="2225" actId="478"/>
          <ac:spMkLst>
            <pc:docMk/>
            <pc:sldMk cId="2125941181" sldId="370"/>
            <ac:spMk id="3" creationId="{3372ACE4-3B9E-6125-0606-A70C792C9C6B}"/>
          </ac:spMkLst>
        </pc:spChg>
        <pc:spChg chg="mod">
          <ac:chgData name="NIES HUI WEN" userId="3541b9e0-606d-4c51-a83e-60dbee75d3cd" providerId="ADAL" clId="{76EBBBC8-D840-4D46-94FD-7973726976AC}" dt="2025-01-11T07:33:03.960" v="2223" actId="20577"/>
          <ac:spMkLst>
            <pc:docMk/>
            <pc:sldMk cId="2125941181" sldId="370"/>
            <ac:spMk id="5" creationId="{12C728E4-2396-2E0B-EDE2-84F8C7D44590}"/>
          </ac:spMkLst>
        </pc:spChg>
        <pc:spChg chg="del">
          <ac:chgData name="NIES HUI WEN" userId="3541b9e0-606d-4c51-a83e-60dbee75d3cd" providerId="ADAL" clId="{76EBBBC8-D840-4D46-94FD-7973726976AC}" dt="2025-01-11T07:33:18.890" v="2231" actId="478"/>
          <ac:spMkLst>
            <pc:docMk/>
            <pc:sldMk cId="2125941181" sldId="370"/>
            <ac:spMk id="8" creationId="{FF71FCFF-C80D-F3B0-5A01-00C248278505}"/>
          </ac:spMkLst>
        </pc:spChg>
        <pc:grpChg chg="del">
          <ac:chgData name="NIES HUI WEN" userId="3541b9e0-606d-4c51-a83e-60dbee75d3cd" providerId="ADAL" clId="{76EBBBC8-D840-4D46-94FD-7973726976AC}" dt="2025-01-11T07:33:07.804" v="2224" actId="478"/>
          <ac:grpSpMkLst>
            <pc:docMk/>
            <pc:sldMk cId="2125941181" sldId="370"/>
            <ac:grpSpMk id="24" creationId="{BE48DF5A-750D-298D-073C-8C2AB6832E4D}"/>
          </ac:grpSpMkLst>
        </pc:grpChg>
        <pc:picChg chg="add mod">
          <ac:chgData name="NIES HUI WEN" userId="3541b9e0-606d-4c51-a83e-60dbee75d3cd" providerId="ADAL" clId="{76EBBBC8-D840-4D46-94FD-7973726976AC}" dt="2025-01-11T07:37:32.325" v="2280" actId="1076"/>
          <ac:picMkLst>
            <pc:docMk/>
            <pc:sldMk cId="2125941181" sldId="370"/>
            <ac:picMk id="6" creationId="{04CFFD7C-1B7E-084F-BFF3-3721E5ED8A83}"/>
          </ac:picMkLst>
        </pc:picChg>
        <pc:picChg chg="del">
          <ac:chgData name="NIES HUI WEN" userId="3541b9e0-606d-4c51-a83e-60dbee75d3cd" providerId="ADAL" clId="{76EBBBC8-D840-4D46-94FD-7973726976AC}" dt="2025-01-11T07:33:13.741" v="2230" actId="478"/>
          <ac:picMkLst>
            <pc:docMk/>
            <pc:sldMk cId="2125941181" sldId="370"/>
            <ac:picMk id="9" creationId="{5FB7CACB-6D5D-DAA6-3AFC-94F3C3944278}"/>
          </ac:picMkLst>
        </pc:picChg>
        <pc:picChg chg="del">
          <ac:chgData name="NIES HUI WEN" userId="3541b9e0-606d-4c51-a83e-60dbee75d3cd" providerId="ADAL" clId="{76EBBBC8-D840-4D46-94FD-7973726976AC}" dt="2025-01-11T07:33:13.059" v="2229" actId="478"/>
          <ac:picMkLst>
            <pc:docMk/>
            <pc:sldMk cId="2125941181" sldId="370"/>
            <ac:picMk id="11" creationId="{302B6A63-026F-DD7C-2CF2-22209088E13D}"/>
          </ac:picMkLst>
        </pc:picChg>
        <pc:inkChg chg="del">
          <ac:chgData name="NIES HUI WEN" userId="3541b9e0-606d-4c51-a83e-60dbee75d3cd" providerId="ADAL" clId="{76EBBBC8-D840-4D46-94FD-7973726976AC}" dt="2025-01-11T07:33:10.428" v="2226" actId="478"/>
          <ac:inkMkLst>
            <pc:docMk/>
            <pc:sldMk cId="2125941181" sldId="370"/>
            <ac:inkMk id="12" creationId="{2E13B524-CE77-F56A-B12C-9A71C33BC90E}"/>
          </ac:inkMkLst>
        </pc:inkChg>
        <pc:inkChg chg="del">
          <ac:chgData name="NIES HUI WEN" userId="3541b9e0-606d-4c51-a83e-60dbee75d3cd" providerId="ADAL" clId="{76EBBBC8-D840-4D46-94FD-7973726976AC}" dt="2025-01-11T07:33:11.349" v="2227" actId="478"/>
          <ac:inkMkLst>
            <pc:docMk/>
            <pc:sldMk cId="2125941181" sldId="370"/>
            <ac:inkMk id="13" creationId="{C16044C0-5914-2632-716C-1C82EC9098DF}"/>
          </ac:inkMkLst>
        </pc:inkChg>
        <pc:inkChg chg="del">
          <ac:chgData name="NIES HUI WEN" userId="3541b9e0-606d-4c51-a83e-60dbee75d3cd" providerId="ADAL" clId="{76EBBBC8-D840-4D46-94FD-7973726976AC}" dt="2025-01-11T07:33:12.303" v="2228" actId="478"/>
          <ac:inkMkLst>
            <pc:docMk/>
            <pc:sldMk cId="2125941181" sldId="370"/>
            <ac:inkMk id="14" creationId="{7BD43342-8E8A-964B-0866-7FF1FC483ACC}"/>
          </ac:inkMkLst>
        </pc:inkChg>
      </pc:sldChg>
      <pc:sldChg chg="modSp add del mod">
        <pc:chgData name="NIES HUI WEN" userId="3541b9e0-606d-4c51-a83e-60dbee75d3cd" providerId="ADAL" clId="{76EBBBC8-D840-4D46-94FD-7973726976AC}" dt="2025-01-11T07:26:08.391" v="2140" actId="2696"/>
        <pc:sldMkLst>
          <pc:docMk/>
          <pc:sldMk cId="4201695731" sldId="370"/>
        </pc:sldMkLst>
        <pc:spChg chg="mod">
          <ac:chgData name="NIES HUI WEN" userId="3541b9e0-606d-4c51-a83e-60dbee75d3cd" providerId="ADAL" clId="{76EBBBC8-D840-4D46-94FD-7973726976AC}" dt="2025-01-11T07:25:51.978" v="2139" actId="20577"/>
          <ac:spMkLst>
            <pc:docMk/>
            <pc:sldMk cId="4201695731" sldId="370"/>
            <ac:spMk id="10" creationId="{3B4CF711-CE01-CBAF-1FAA-D8A402B31E5A}"/>
          </ac:spMkLst>
        </pc:spChg>
      </pc:sldChg>
    </pc:docChg>
  </pc:docChgLst>
  <pc:docChgLst>
    <pc:chgData name="NIES HUI WEN" userId="3541b9e0-606d-4c51-a83e-60dbee75d3cd" providerId="ADAL" clId="{7B188DA4-BFDB-104C-999D-A85CCAFFDF9E}"/>
    <pc:docChg chg="undo custSel addSld delSld modSld sldOrd">
      <pc:chgData name="NIES HUI WEN" userId="3541b9e0-606d-4c51-a83e-60dbee75d3cd" providerId="ADAL" clId="{7B188DA4-BFDB-104C-999D-A85CCAFFDF9E}" dt="2025-01-09T04:38:15.340" v="7015" actId="20577"/>
      <pc:docMkLst>
        <pc:docMk/>
      </pc:docMkLst>
      <pc:sldChg chg="addSp delSp modSp mod">
        <pc:chgData name="NIES HUI WEN" userId="3541b9e0-606d-4c51-a83e-60dbee75d3cd" providerId="ADAL" clId="{7B188DA4-BFDB-104C-999D-A85CCAFFDF9E}" dt="2025-01-06T10:04:15.721" v="2258" actId="113"/>
        <pc:sldMkLst>
          <pc:docMk/>
          <pc:sldMk cId="254307884" sldId="258"/>
        </pc:sldMkLst>
        <pc:spChg chg="mod">
          <ac:chgData name="NIES HUI WEN" userId="3541b9e0-606d-4c51-a83e-60dbee75d3cd" providerId="ADAL" clId="{7B188DA4-BFDB-104C-999D-A85CCAFFDF9E}" dt="2025-01-06T09:29:17.717" v="1951" actId="14100"/>
          <ac:spMkLst>
            <pc:docMk/>
            <pc:sldMk cId="254307884" sldId="258"/>
            <ac:spMk id="2" creationId="{9BFB2BF5-6891-46E3-B7E2-1DD03999E31C}"/>
          </ac:spMkLst>
        </pc:spChg>
        <pc:spChg chg="mod">
          <ac:chgData name="NIES HUI WEN" userId="3541b9e0-606d-4c51-a83e-60dbee75d3cd" providerId="ADAL" clId="{7B188DA4-BFDB-104C-999D-A85CCAFFDF9E}" dt="2025-01-06T10:04:15.721" v="2258" actId="113"/>
          <ac:spMkLst>
            <pc:docMk/>
            <pc:sldMk cId="254307884" sldId="258"/>
            <ac:spMk id="3" creationId="{180E4A4A-2507-4138-BFC7-21CE164E4F78}"/>
          </ac:spMkLst>
        </pc:spChg>
      </pc:sldChg>
      <pc:sldChg chg="addSp delSp modSp mod">
        <pc:chgData name="NIES HUI WEN" userId="3541b9e0-606d-4c51-a83e-60dbee75d3cd" providerId="ADAL" clId="{7B188DA4-BFDB-104C-999D-A85CCAFFDF9E}" dt="2025-01-06T10:05:54.671" v="2270" actId="207"/>
        <pc:sldMkLst>
          <pc:docMk/>
          <pc:sldMk cId="2681451088" sldId="259"/>
        </pc:sldMkLst>
        <pc:spChg chg="mod">
          <ac:chgData name="NIES HUI WEN" userId="3541b9e0-606d-4c51-a83e-60dbee75d3cd" providerId="ADAL" clId="{7B188DA4-BFDB-104C-999D-A85CCAFFDF9E}" dt="2025-01-06T10:05:42.937" v="2268" actId="207"/>
          <ac:spMkLst>
            <pc:docMk/>
            <pc:sldMk cId="2681451088" sldId="259"/>
            <ac:spMk id="2" creationId="{7B57BCC3-A6B3-4C01-B6D8-9C0DAF297780}"/>
          </ac:spMkLst>
        </pc:spChg>
        <pc:spChg chg="mod">
          <ac:chgData name="NIES HUI WEN" userId="3541b9e0-606d-4c51-a83e-60dbee75d3cd" providerId="ADAL" clId="{7B188DA4-BFDB-104C-999D-A85CCAFFDF9E}" dt="2025-01-06T09:30:06.897" v="1964" actId="1076"/>
          <ac:spMkLst>
            <pc:docMk/>
            <pc:sldMk cId="2681451088" sldId="259"/>
            <ac:spMk id="8" creationId="{9C7F4A1D-9E6B-47D1-A73D-3E8D7926BA7C}"/>
          </ac:spMkLst>
        </pc:spChg>
        <pc:spChg chg="mod">
          <ac:chgData name="NIES HUI WEN" userId="3541b9e0-606d-4c51-a83e-60dbee75d3cd" providerId="ADAL" clId="{7B188DA4-BFDB-104C-999D-A85CCAFFDF9E}" dt="2025-01-06T10:05:54.671" v="2270" actId="207"/>
          <ac:spMkLst>
            <pc:docMk/>
            <pc:sldMk cId="2681451088" sldId="259"/>
            <ac:spMk id="10" creationId="{D31EEB42-43AA-4B37-A49B-943B0429BB81}"/>
          </ac:spMkLst>
        </pc:spChg>
        <pc:spChg chg="add mod">
          <ac:chgData name="NIES HUI WEN" userId="3541b9e0-606d-4c51-a83e-60dbee75d3cd" providerId="ADAL" clId="{7B188DA4-BFDB-104C-999D-A85CCAFFDF9E}" dt="2025-01-06T09:30:28.038" v="1967" actId="1076"/>
          <ac:spMkLst>
            <pc:docMk/>
            <pc:sldMk cId="2681451088" sldId="259"/>
            <ac:spMk id="19" creationId="{5EA8F85E-F46A-820C-B147-A1E8178C1548}"/>
          </ac:spMkLst>
        </pc:spChg>
      </pc:sldChg>
      <pc:sldChg chg="del">
        <pc:chgData name="NIES HUI WEN" userId="3541b9e0-606d-4c51-a83e-60dbee75d3cd" providerId="ADAL" clId="{7B188DA4-BFDB-104C-999D-A85CCAFFDF9E}" dt="2025-01-04T16:14:05.070" v="48" actId="2696"/>
        <pc:sldMkLst>
          <pc:docMk/>
          <pc:sldMk cId="94904972" sldId="260"/>
        </pc:sldMkLst>
      </pc:sldChg>
      <pc:sldChg chg="del">
        <pc:chgData name="NIES HUI WEN" userId="3541b9e0-606d-4c51-a83e-60dbee75d3cd" providerId="ADAL" clId="{7B188DA4-BFDB-104C-999D-A85CCAFFDF9E}" dt="2025-01-04T16:13:44.943" v="43" actId="2696"/>
        <pc:sldMkLst>
          <pc:docMk/>
          <pc:sldMk cId="611059122" sldId="261"/>
        </pc:sldMkLst>
      </pc:sldChg>
      <pc:sldChg chg="delSp modSp mod">
        <pc:chgData name="NIES HUI WEN" userId="3541b9e0-606d-4c51-a83e-60dbee75d3cd" providerId="ADAL" clId="{7B188DA4-BFDB-104C-999D-A85CCAFFDF9E}" dt="2025-01-04T16:16:43.611" v="100" actId="20577"/>
        <pc:sldMkLst>
          <pc:docMk/>
          <pc:sldMk cId="2699332576" sldId="262"/>
        </pc:sldMkLst>
        <pc:spChg chg="mod">
          <ac:chgData name="NIES HUI WEN" userId="3541b9e0-606d-4c51-a83e-60dbee75d3cd" providerId="ADAL" clId="{7B188DA4-BFDB-104C-999D-A85CCAFFDF9E}" dt="2025-01-04T16:16:37.863" v="89" actId="20577"/>
          <ac:spMkLst>
            <pc:docMk/>
            <pc:sldMk cId="2699332576" sldId="262"/>
            <ac:spMk id="29" creationId="{B6E4D0E0-0363-7D00-9476-926580CC8B81}"/>
          </ac:spMkLst>
        </pc:spChg>
        <pc:spChg chg="mod">
          <ac:chgData name="NIES HUI WEN" userId="3541b9e0-606d-4c51-a83e-60dbee75d3cd" providerId="ADAL" clId="{7B188DA4-BFDB-104C-999D-A85CCAFFDF9E}" dt="2025-01-04T16:16:27.504" v="83" actId="20577"/>
          <ac:spMkLst>
            <pc:docMk/>
            <pc:sldMk cId="2699332576" sldId="262"/>
            <ac:spMk id="30" creationId="{1533923C-0FE2-D0D7-D3D2-546A2398E56F}"/>
          </ac:spMkLst>
        </pc:spChg>
        <pc:spChg chg="mod">
          <ac:chgData name="NIES HUI WEN" userId="3541b9e0-606d-4c51-a83e-60dbee75d3cd" providerId="ADAL" clId="{7B188DA4-BFDB-104C-999D-A85CCAFFDF9E}" dt="2025-01-04T16:16:43.611" v="100" actId="20577"/>
          <ac:spMkLst>
            <pc:docMk/>
            <pc:sldMk cId="2699332576" sldId="262"/>
            <ac:spMk id="33" creationId="{9E4484E9-F589-F0D0-E711-BD1AD2477BB3}"/>
          </ac:spMkLst>
        </pc:spChg>
        <pc:spChg chg="mod">
          <ac:chgData name="NIES HUI WEN" userId="3541b9e0-606d-4c51-a83e-60dbee75d3cd" providerId="ADAL" clId="{7B188DA4-BFDB-104C-999D-A85CCAFFDF9E}" dt="2025-01-04T16:16:30.086" v="84" actId="20577"/>
          <ac:spMkLst>
            <pc:docMk/>
            <pc:sldMk cId="2699332576" sldId="262"/>
            <ac:spMk id="34" creationId="{F08DE2FE-EE81-76C5-D3F5-E4AFA05286F0}"/>
          </ac:spMkLst>
        </pc:spChg>
      </pc:sldChg>
      <pc:sldChg chg="del">
        <pc:chgData name="NIES HUI WEN" userId="3541b9e0-606d-4c51-a83e-60dbee75d3cd" providerId="ADAL" clId="{7B188DA4-BFDB-104C-999D-A85CCAFFDF9E}" dt="2025-01-04T16:13:44.933" v="36" actId="2696"/>
        <pc:sldMkLst>
          <pc:docMk/>
          <pc:sldMk cId="1692768377" sldId="263"/>
        </pc:sldMkLst>
      </pc:sldChg>
      <pc:sldChg chg="del">
        <pc:chgData name="NIES HUI WEN" userId="3541b9e0-606d-4c51-a83e-60dbee75d3cd" providerId="ADAL" clId="{7B188DA4-BFDB-104C-999D-A85CCAFFDF9E}" dt="2025-01-04T16:13:44.936" v="37" actId="2696"/>
        <pc:sldMkLst>
          <pc:docMk/>
          <pc:sldMk cId="1500812073" sldId="264"/>
        </pc:sldMkLst>
      </pc:sldChg>
      <pc:sldChg chg="del">
        <pc:chgData name="NIES HUI WEN" userId="3541b9e0-606d-4c51-a83e-60dbee75d3cd" providerId="ADAL" clId="{7B188DA4-BFDB-104C-999D-A85CCAFFDF9E}" dt="2025-01-04T16:13:44.942" v="41" actId="2696"/>
        <pc:sldMkLst>
          <pc:docMk/>
          <pc:sldMk cId="1006826664" sldId="265"/>
        </pc:sldMkLst>
      </pc:sldChg>
      <pc:sldChg chg="del">
        <pc:chgData name="NIES HUI WEN" userId="3541b9e0-606d-4c51-a83e-60dbee75d3cd" providerId="ADAL" clId="{7B188DA4-BFDB-104C-999D-A85CCAFFDF9E}" dt="2025-01-04T16:13:44.938" v="38" actId="2696"/>
        <pc:sldMkLst>
          <pc:docMk/>
          <pc:sldMk cId="1623491767" sldId="266"/>
        </pc:sldMkLst>
      </pc:sldChg>
      <pc:sldChg chg="del">
        <pc:chgData name="NIES HUI WEN" userId="3541b9e0-606d-4c51-a83e-60dbee75d3cd" providerId="ADAL" clId="{7B188DA4-BFDB-104C-999D-A85CCAFFDF9E}" dt="2025-01-04T16:13:44.941" v="39" actId="2696"/>
        <pc:sldMkLst>
          <pc:docMk/>
          <pc:sldMk cId="3160410314" sldId="267"/>
        </pc:sldMkLst>
      </pc:sldChg>
      <pc:sldChg chg="del">
        <pc:chgData name="NIES HUI WEN" userId="3541b9e0-606d-4c51-a83e-60dbee75d3cd" providerId="ADAL" clId="{7B188DA4-BFDB-104C-999D-A85CCAFFDF9E}" dt="2025-01-04T16:13:44.929" v="35" actId="2696"/>
        <pc:sldMkLst>
          <pc:docMk/>
          <pc:sldMk cId="2040514846" sldId="268"/>
        </pc:sldMkLst>
      </pc:sldChg>
      <pc:sldChg chg="del">
        <pc:chgData name="NIES HUI WEN" userId="3541b9e0-606d-4c51-a83e-60dbee75d3cd" providerId="ADAL" clId="{7B188DA4-BFDB-104C-999D-A85CCAFFDF9E}" dt="2025-01-04T16:13:37.248" v="34" actId="2696"/>
        <pc:sldMkLst>
          <pc:docMk/>
          <pc:sldMk cId="2282745429" sldId="269"/>
        </pc:sldMkLst>
      </pc:sldChg>
      <pc:sldChg chg="del">
        <pc:chgData name="NIES HUI WEN" userId="3541b9e0-606d-4c51-a83e-60dbee75d3cd" providerId="ADAL" clId="{7B188DA4-BFDB-104C-999D-A85CCAFFDF9E}" dt="2025-01-04T16:13:37.243" v="30" actId="2696"/>
        <pc:sldMkLst>
          <pc:docMk/>
          <pc:sldMk cId="684450664" sldId="270"/>
        </pc:sldMkLst>
      </pc:sldChg>
      <pc:sldChg chg="del">
        <pc:chgData name="NIES HUI WEN" userId="3541b9e0-606d-4c51-a83e-60dbee75d3cd" providerId="ADAL" clId="{7B188DA4-BFDB-104C-999D-A85CCAFFDF9E}" dt="2025-01-04T16:13:37.222" v="18" actId="2696"/>
        <pc:sldMkLst>
          <pc:docMk/>
          <pc:sldMk cId="171692358" sldId="271"/>
        </pc:sldMkLst>
      </pc:sldChg>
      <pc:sldChg chg="del">
        <pc:chgData name="NIES HUI WEN" userId="3541b9e0-606d-4c51-a83e-60dbee75d3cd" providerId="ADAL" clId="{7B188DA4-BFDB-104C-999D-A85CCAFFDF9E}" dt="2025-01-04T16:13:37.212" v="15" actId="2696"/>
        <pc:sldMkLst>
          <pc:docMk/>
          <pc:sldMk cId="1537253339" sldId="272"/>
        </pc:sldMkLst>
      </pc:sldChg>
      <pc:sldChg chg="del">
        <pc:chgData name="NIES HUI WEN" userId="3541b9e0-606d-4c51-a83e-60dbee75d3cd" providerId="ADAL" clId="{7B188DA4-BFDB-104C-999D-A85CCAFFDF9E}" dt="2025-01-04T16:13:37.226" v="21" actId="2696"/>
        <pc:sldMkLst>
          <pc:docMk/>
          <pc:sldMk cId="2030604608" sldId="273"/>
        </pc:sldMkLst>
      </pc:sldChg>
      <pc:sldChg chg="del">
        <pc:chgData name="NIES HUI WEN" userId="3541b9e0-606d-4c51-a83e-60dbee75d3cd" providerId="ADAL" clId="{7B188DA4-BFDB-104C-999D-A85CCAFFDF9E}" dt="2025-01-04T16:13:37.206" v="12" actId="2696"/>
        <pc:sldMkLst>
          <pc:docMk/>
          <pc:sldMk cId="434019330" sldId="274"/>
        </pc:sldMkLst>
      </pc:sldChg>
      <pc:sldChg chg="delSp modSp mod">
        <pc:chgData name="NIES HUI WEN" userId="3541b9e0-606d-4c51-a83e-60dbee75d3cd" providerId="ADAL" clId="{7B188DA4-BFDB-104C-999D-A85CCAFFDF9E}" dt="2025-01-04T16:16:09.283" v="81" actId="478"/>
        <pc:sldMkLst>
          <pc:docMk/>
          <pc:sldMk cId="793206217" sldId="275"/>
        </pc:sldMkLst>
        <pc:spChg chg="mod">
          <ac:chgData name="NIES HUI WEN" userId="3541b9e0-606d-4c51-a83e-60dbee75d3cd" providerId="ADAL" clId="{7B188DA4-BFDB-104C-999D-A85CCAFFDF9E}" dt="2025-01-04T16:16:03.693" v="80" actId="20577"/>
          <ac:spMkLst>
            <pc:docMk/>
            <pc:sldMk cId="793206217" sldId="275"/>
            <ac:spMk id="15" creationId="{06D76F8F-9451-9946-9AC6-6A4DC9337D85}"/>
          </ac:spMkLst>
        </pc:spChg>
        <pc:spChg chg="mod">
          <ac:chgData name="NIES HUI WEN" userId="3541b9e0-606d-4c51-a83e-60dbee75d3cd" providerId="ADAL" clId="{7B188DA4-BFDB-104C-999D-A85CCAFFDF9E}" dt="2025-01-04T16:15:37.851" v="63" actId="20577"/>
          <ac:spMkLst>
            <pc:docMk/>
            <pc:sldMk cId="793206217" sldId="275"/>
            <ac:spMk id="16" creationId="{929E73F1-1DD6-8DC9-0B8E-AD1B04B34741}"/>
          </ac:spMkLst>
        </pc:spChg>
        <pc:spChg chg="mod">
          <ac:chgData name="NIES HUI WEN" userId="3541b9e0-606d-4c51-a83e-60dbee75d3cd" providerId="ADAL" clId="{7B188DA4-BFDB-104C-999D-A85CCAFFDF9E}" dt="2025-01-04T16:15:59.583" v="79" actId="20577"/>
          <ac:spMkLst>
            <pc:docMk/>
            <pc:sldMk cId="793206217" sldId="275"/>
            <ac:spMk id="23" creationId="{32C9E1B7-E84D-CFFF-E5B9-40004CBFE476}"/>
          </ac:spMkLst>
        </pc:spChg>
      </pc:sldChg>
      <pc:sldChg chg="del">
        <pc:chgData name="NIES HUI WEN" userId="3541b9e0-606d-4c51-a83e-60dbee75d3cd" providerId="ADAL" clId="{7B188DA4-BFDB-104C-999D-A85CCAFFDF9E}" dt="2025-01-04T16:13:37.210" v="14" actId="2696"/>
        <pc:sldMkLst>
          <pc:docMk/>
          <pc:sldMk cId="1862894522" sldId="276"/>
        </pc:sldMkLst>
      </pc:sldChg>
      <pc:sldChg chg="del">
        <pc:chgData name="NIES HUI WEN" userId="3541b9e0-606d-4c51-a83e-60dbee75d3cd" providerId="ADAL" clId="{7B188DA4-BFDB-104C-999D-A85CCAFFDF9E}" dt="2025-01-04T16:13:37.215" v="16" actId="2696"/>
        <pc:sldMkLst>
          <pc:docMk/>
          <pc:sldMk cId="3969875104" sldId="277"/>
        </pc:sldMkLst>
      </pc:sldChg>
      <pc:sldChg chg="del">
        <pc:chgData name="NIES HUI WEN" userId="3541b9e0-606d-4c51-a83e-60dbee75d3cd" providerId="ADAL" clId="{7B188DA4-BFDB-104C-999D-A85CCAFFDF9E}" dt="2025-01-04T16:13:37.233" v="24" actId="2696"/>
        <pc:sldMkLst>
          <pc:docMk/>
          <pc:sldMk cId="3565693545" sldId="278"/>
        </pc:sldMkLst>
      </pc:sldChg>
      <pc:sldChg chg="del">
        <pc:chgData name="NIES HUI WEN" userId="3541b9e0-606d-4c51-a83e-60dbee75d3cd" providerId="ADAL" clId="{7B188DA4-BFDB-104C-999D-A85CCAFFDF9E}" dt="2025-01-04T16:13:37.205" v="11" actId="2696"/>
        <pc:sldMkLst>
          <pc:docMk/>
          <pc:sldMk cId="1305892040" sldId="279"/>
        </pc:sldMkLst>
      </pc:sldChg>
      <pc:sldChg chg="del">
        <pc:chgData name="NIES HUI WEN" userId="3541b9e0-606d-4c51-a83e-60dbee75d3cd" providerId="ADAL" clId="{7B188DA4-BFDB-104C-999D-A85CCAFFDF9E}" dt="2025-01-04T16:13:37.238" v="29" actId="2696"/>
        <pc:sldMkLst>
          <pc:docMk/>
          <pc:sldMk cId="3953095509" sldId="280"/>
        </pc:sldMkLst>
      </pc:sldChg>
      <pc:sldChg chg="del">
        <pc:chgData name="NIES HUI WEN" userId="3541b9e0-606d-4c51-a83e-60dbee75d3cd" providerId="ADAL" clId="{7B188DA4-BFDB-104C-999D-A85CCAFFDF9E}" dt="2025-01-04T16:13:37.248" v="33" actId="2696"/>
        <pc:sldMkLst>
          <pc:docMk/>
          <pc:sldMk cId="1652598344" sldId="281"/>
        </pc:sldMkLst>
      </pc:sldChg>
      <pc:sldChg chg="del">
        <pc:chgData name="NIES HUI WEN" userId="3541b9e0-606d-4c51-a83e-60dbee75d3cd" providerId="ADAL" clId="{7B188DA4-BFDB-104C-999D-A85CCAFFDF9E}" dt="2025-01-04T16:13:37.209" v="13" actId="2696"/>
        <pc:sldMkLst>
          <pc:docMk/>
          <pc:sldMk cId="1201955911" sldId="282"/>
        </pc:sldMkLst>
      </pc:sldChg>
      <pc:sldChg chg="del">
        <pc:chgData name="NIES HUI WEN" userId="3541b9e0-606d-4c51-a83e-60dbee75d3cd" providerId="ADAL" clId="{7B188DA4-BFDB-104C-999D-A85CCAFFDF9E}" dt="2025-01-04T16:13:37.229" v="22" actId="2696"/>
        <pc:sldMkLst>
          <pc:docMk/>
          <pc:sldMk cId="279515334" sldId="283"/>
        </pc:sldMkLst>
      </pc:sldChg>
      <pc:sldChg chg="del">
        <pc:chgData name="NIES HUI WEN" userId="3541b9e0-606d-4c51-a83e-60dbee75d3cd" providerId="ADAL" clId="{7B188DA4-BFDB-104C-999D-A85CCAFFDF9E}" dt="2025-01-04T16:13:37.237" v="28" actId="2696"/>
        <pc:sldMkLst>
          <pc:docMk/>
          <pc:sldMk cId="2566269060" sldId="284"/>
        </pc:sldMkLst>
      </pc:sldChg>
      <pc:sldChg chg="del">
        <pc:chgData name="NIES HUI WEN" userId="3541b9e0-606d-4c51-a83e-60dbee75d3cd" providerId="ADAL" clId="{7B188DA4-BFDB-104C-999D-A85CCAFFDF9E}" dt="2025-01-04T16:13:37.231" v="23" actId="2696"/>
        <pc:sldMkLst>
          <pc:docMk/>
          <pc:sldMk cId="2894400594" sldId="285"/>
        </pc:sldMkLst>
      </pc:sldChg>
      <pc:sldChg chg="del">
        <pc:chgData name="NIES HUI WEN" userId="3541b9e0-606d-4c51-a83e-60dbee75d3cd" providerId="ADAL" clId="{7B188DA4-BFDB-104C-999D-A85CCAFFDF9E}" dt="2025-01-04T16:13:37.201" v="9" actId="2696"/>
        <pc:sldMkLst>
          <pc:docMk/>
          <pc:sldMk cId="1459730780" sldId="286"/>
        </pc:sldMkLst>
      </pc:sldChg>
      <pc:sldChg chg="del">
        <pc:chgData name="NIES HUI WEN" userId="3541b9e0-606d-4c51-a83e-60dbee75d3cd" providerId="ADAL" clId="{7B188DA4-BFDB-104C-999D-A85CCAFFDF9E}" dt="2025-01-04T16:13:37.234" v="25" actId="2696"/>
        <pc:sldMkLst>
          <pc:docMk/>
          <pc:sldMk cId="749170601" sldId="287"/>
        </pc:sldMkLst>
      </pc:sldChg>
      <pc:sldChg chg="del">
        <pc:chgData name="NIES HUI WEN" userId="3541b9e0-606d-4c51-a83e-60dbee75d3cd" providerId="ADAL" clId="{7B188DA4-BFDB-104C-999D-A85CCAFFDF9E}" dt="2025-01-04T16:13:37.192" v="7" actId="2696"/>
        <pc:sldMkLst>
          <pc:docMk/>
          <pc:sldMk cId="251249903" sldId="288"/>
        </pc:sldMkLst>
      </pc:sldChg>
      <pc:sldChg chg="del">
        <pc:chgData name="NIES HUI WEN" userId="3541b9e0-606d-4c51-a83e-60dbee75d3cd" providerId="ADAL" clId="{7B188DA4-BFDB-104C-999D-A85CCAFFDF9E}" dt="2025-01-04T16:13:37.224" v="19" actId="2696"/>
        <pc:sldMkLst>
          <pc:docMk/>
          <pc:sldMk cId="3761217679" sldId="289"/>
        </pc:sldMkLst>
      </pc:sldChg>
      <pc:sldChg chg="del">
        <pc:chgData name="NIES HUI WEN" userId="3541b9e0-606d-4c51-a83e-60dbee75d3cd" providerId="ADAL" clId="{7B188DA4-BFDB-104C-999D-A85CCAFFDF9E}" dt="2025-01-04T16:13:37.198" v="8" actId="2696"/>
        <pc:sldMkLst>
          <pc:docMk/>
          <pc:sldMk cId="408318269" sldId="290"/>
        </pc:sldMkLst>
      </pc:sldChg>
      <pc:sldChg chg="del">
        <pc:chgData name="NIES HUI WEN" userId="3541b9e0-606d-4c51-a83e-60dbee75d3cd" providerId="ADAL" clId="{7B188DA4-BFDB-104C-999D-A85CCAFFDF9E}" dt="2025-01-04T16:13:37.236" v="27" actId="2696"/>
        <pc:sldMkLst>
          <pc:docMk/>
          <pc:sldMk cId="2169773434" sldId="291"/>
        </pc:sldMkLst>
      </pc:sldChg>
      <pc:sldChg chg="del">
        <pc:chgData name="NIES HUI WEN" userId="3541b9e0-606d-4c51-a83e-60dbee75d3cd" providerId="ADAL" clId="{7B188DA4-BFDB-104C-999D-A85CCAFFDF9E}" dt="2025-01-04T16:13:37.219" v="17" actId="2696"/>
        <pc:sldMkLst>
          <pc:docMk/>
          <pc:sldMk cId="3305874964" sldId="292"/>
        </pc:sldMkLst>
      </pc:sldChg>
      <pc:sldChg chg="del">
        <pc:chgData name="NIES HUI WEN" userId="3541b9e0-606d-4c51-a83e-60dbee75d3cd" providerId="ADAL" clId="{7B188DA4-BFDB-104C-999D-A85CCAFFDF9E}" dt="2025-01-04T16:13:37.185" v="6" actId="2696"/>
        <pc:sldMkLst>
          <pc:docMk/>
          <pc:sldMk cId="530723743" sldId="293"/>
        </pc:sldMkLst>
      </pc:sldChg>
      <pc:sldChg chg="modSp mod">
        <pc:chgData name="NIES HUI WEN" userId="3541b9e0-606d-4c51-a83e-60dbee75d3cd" providerId="ADAL" clId="{7B188DA4-BFDB-104C-999D-A85CCAFFDF9E}" dt="2025-01-04T16:12:57.355" v="5" actId="20577"/>
        <pc:sldMkLst>
          <pc:docMk/>
          <pc:sldMk cId="1793746909" sldId="315"/>
        </pc:sldMkLst>
        <pc:spChg chg="mod">
          <ac:chgData name="NIES HUI WEN" userId="3541b9e0-606d-4c51-a83e-60dbee75d3cd" providerId="ADAL" clId="{7B188DA4-BFDB-104C-999D-A85CCAFFDF9E}" dt="2025-01-04T16:12:57.355" v="5" actId="20577"/>
          <ac:spMkLst>
            <pc:docMk/>
            <pc:sldMk cId="1793746909" sldId="315"/>
            <ac:spMk id="4" creationId="{8DAD0E23-96B9-5B33-C4F6-4DBCE5F54F96}"/>
          </ac:spMkLst>
        </pc:spChg>
      </pc:sldChg>
      <pc:sldChg chg="del">
        <pc:chgData name="NIES HUI WEN" userId="3541b9e0-606d-4c51-a83e-60dbee75d3cd" providerId="ADAL" clId="{7B188DA4-BFDB-104C-999D-A85CCAFFDF9E}" dt="2025-01-04T16:13:44.943" v="42" actId="2696"/>
        <pc:sldMkLst>
          <pc:docMk/>
          <pc:sldMk cId="4261067024" sldId="316"/>
        </pc:sldMkLst>
      </pc:sldChg>
      <pc:sldChg chg="del">
        <pc:chgData name="NIES HUI WEN" userId="3541b9e0-606d-4c51-a83e-60dbee75d3cd" providerId="ADAL" clId="{7B188DA4-BFDB-104C-999D-A85CCAFFDF9E}" dt="2025-01-04T16:13:37.245" v="32" actId="2696"/>
        <pc:sldMkLst>
          <pc:docMk/>
          <pc:sldMk cId="2567961976" sldId="317"/>
        </pc:sldMkLst>
      </pc:sldChg>
      <pc:sldChg chg="del">
        <pc:chgData name="NIES HUI WEN" userId="3541b9e0-606d-4c51-a83e-60dbee75d3cd" providerId="ADAL" clId="{7B188DA4-BFDB-104C-999D-A85CCAFFDF9E}" dt="2025-01-06T14:49:58.138" v="5427" actId="2696"/>
        <pc:sldMkLst>
          <pc:docMk/>
          <pc:sldMk cId="2741597456" sldId="319"/>
        </pc:sldMkLst>
      </pc:sldChg>
      <pc:sldChg chg="del">
        <pc:chgData name="NIES HUI WEN" userId="3541b9e0-606d-4c51-a83e-60dbee75d3cd" providerId="ADAL" clId="{7B188DA4-BFDB-104C-999D-A85CCAFFDF9E}" dt="2025-01-04T16:14:06.181" v="49" actId="2696"/>
        <pc:sldMkLst>
          <pc:docMk/>
          <pc:sldMk cId="3350679985" sldId="320"/>
        </pc:sldMkLst>
      </pc:sldChg>
      <pc:sldChg chg="modSp mod">
        <pc:chgData name="NIES HUI WEN" userId="3541b9e0-606d-4c51-a83e-60dbee75d3cd" providerId="ADAL" clId="{7B188DA4-BFDB-104C-999D-A85CCAFFDF9E}" dt="2025-01-06T16:27:33.889" v="6990" actId="20577"/>
        <pc:sldMkLst>
          <pc:docMk/>
          <pc:sldMk cId="3229002623" sldId="321"/>
        </pc:sldMkLst>
        <pc:spChg chg="mod">
          <ac:chgData name="NIES HUI WEN" userId="3541b9e0-606d-4c51-a83e-60dbee75d3cd" providerId="ADAL" clId="{7B188DA4-BFDB-104C-999D-A85CCAFFDF9E}" dt="2025-01-06T14:51:35.489" v="5511" actId="14100"/>
          <ac:spMkLst>
            <pc:docMk/>
            <pc:sldMk cId="3229002623" sldId="321"/>
            <ac:spMk id="6" creationId="{BB1C5938-9395-5E04-9B12-67B0A7FA3E6A}"/>
          </ac:spMkLst>
        </pc:spChg>
        <pc:spChg chg="mod">
          <ac:chgData name="NIES HUI WEN" userId="3541b9e0-606d-4c51-a83e-60dbee75d3cd" providerId="ADAL" clId="{7B188DA4-BFDB-104C-999D-A85CCAFFDF9E}" dt="2025-01-06T16:27:33.889" v="6990" actId="20577"/>
          <ac:spMkLst>
            <pc:docMk/>
            <pc:sldMk cId="3229002623" sldId="321"/>
            <ac:spMk id="7" creationId="{12033EB8-5EA6-F4B7-DE41-EFA963FF051E}"/>
          </ac:spMkLst>
        </pc:spChg>
      </pc:sldChg>
      <pc:sldChg chg="modSp mod">
        <pc:chgData name="NIES HUI WEN" userId="3541b9e0-606d-4c51-a83e-60dbee75d3cd" providerId="ADAL" clId="{7B188DA4-BFDB-104C-999D-A85CCAFFDF9E}" dt="2025-01-06T14:53:58.931" v="5642" actId="5793"/>
        <pc:sldMkLst>
          <pc:docMk/>
          <pc:sldMk cId="3575708669" sldId="322"/>
        </pc:sldMkLst>
        <pc:spChg chg="mod">
          <ac:chgData name="NIES HUI WEN" userId="3541b9e0-606d-4c51-a83e-60dbee75d3cd" providerId="ADAL" clId="{7B188DA4-BFDB-104C-999D-A85CCAFFDF9E}" dt="2025-01-06T14:53:58.931" v="5642" actId="5793"/>
          <ac:spMkLst>
            <pc:docMk/>
            <pc:sldMk cId="3575708669" sldId="322"/>
            <ac:spMk id="5" creationId="{5766B10A-21E0-5FA2-C45E-8B3C33C3FF05}"/>
          </ac:spMkLst>
        </pc:spChg>
      </pc:sldChg>
      <pc:sldChg chg="del">
        <pc:chgData name="NIES HUI WEN" userId="3541b9e0-606d-4c51-a83e-60dbee75d3cd" providerId="ADAL" clId="{7B188DA4-BFDB-104C-999D-A85CCAFFDF9E}" dt="2025-01-04T16:13:44.942" v="40" actId="2696"/>
        <pc:sldMkLst>
          <pc:docMk/>
          <pc:sldMk cId="1268205741" sldId="323"/>
        </pc:sldMkLst>
      </pc:sldChg>
      <pc:sldChg chg="del">
        <pc:chgData name="NIES HUI WEN" userId="3541b9e0-606d-4c51-a83e-60dbee75d3cd" providerId="ADAL" clId="{7B188DA4-BFDB-104C-999D-A85CCAFFDF9E}" dt="2025-01-04T16:13:37.202" v="10" actId="2696"/>
        <pc:sldMkLst>
          <pc:docMk/>
          <pc:sldMk cId="54959718" sldId="324"/>
        </pc:sldMkLst>
      </pc:sldChg>
      <pc:sldChg chg="del">
        <pc:chgData name="NIES HUI WEN" userId="3541b9e0-606d-4c51-a83e-60dbee75d3cd" providerId="ADAL" clId="{7B188DA4-BFDB-104C-999D-A85CCAFFDF9E}" dt="2025-01-04T16:13:37.224" v="20" actId="2696"/>
        <pc:sldMkLst>
          <pc:docMk/>
          <pc:sldMk cId="568123775" sldId="325"/>
        </pc:sldMkLst>
      </pc:sldChg>
      <pc:sldChg chg="del">
        <pc:chgData name="NIES HUI WEN" userId="3541b9e0-606d-4c51-a83e-60dbee75d3cd" providerId="ADAL" clId="{7B188DA4-BFDB-104C-999D-A85CCAFFDF9E}" dt="2025-01-04T16:13:37.243" v="31" actId="2696"/>
        <pc:sldMkLst>
          <pc:docMk/>
          <pc:sldMk cId="2975817232" sldId="326"/>
        </pc:sldMkLst>
      </pc:sldChg>
      <pc:sldChg chg="del">
        <pc:chgData name="NIES HUI WEN" userId="3541b9e0-606d-4c51-a83e-60dbee75d3cd" providerId="ADAL" clId="{7B188DA4-BFDB-104C-999D-A85CCAFFDF9E}" dt="2025-01-04T16:13:37.234" v="26" actId="2696"/>
        <pc:sldMkLst>
          <pc:docMk/>
          <pc:sldMk cId="1545752160" sldId="327"/>
        </pc:sldMkLst>
      </pc:sldChg>
      <pc:sldChg chg="del">
        <pc:chgData name="NIES HUI WEN" userId="3541b9e0-606d-4c51-a83e-60dbee75d3cd" providerId="ADAL" clId="{7B188DA4-BFDB-104C-999D-A85CCAFFDF9E}" dt="2025-01-06T14:49:58.144" v="5428" actId="2696"/>
        <pc:sldMkLst>
          <pc:docMk/>
          <pc:sldMk cId="3090928591" sldId="328"/>
        </pc:sldMkLst>
      </pc:sldChg>
      <pc:sldChg chg="del">
        <pc:chgData name="NIES HUI WEN" userId="3541b9e0-606d-4c51-a83e-60dbee75d3cd" providerId="ADAL" clId="{7B188DA4-BFDB-104C-999D-A85CCAFFDF9E}" dt="2025-01-06T14:49:58.168" v="5429" actId="2696"/>
        <pc:sldMkLst>
          <pc:docMk/>
          <pc:sldMk cId="3067528237" sldId="329"/>
        </pc:sldMkLst>
      </pc:sldChg>
      <pc:sldChg chg="del">
        <pc:chgData name="NIES HUI WEN" userId="3541b9e0-606d-4c51-a83e-60dbee75d3cd" providerId="ADAL" clId="{7B188DA4-BFDB-104C-999D-A85CCAFFDF9E}" dt="2025-01-06T14:49:58.175" v="5430" actId="2696"/>
        <pc:sldMkLst>
          <pc:docMk/>
          <pc:sldMk cId="145612224" sldId="330"/>
        </pc:sldMkLst>
      </pc:sldChg>
      <pc:sldChg chg="del">
        <pc:chgData name="NIES HUI WEN" userId="3541b9e0-606d-4c51-a83e-60dbee75d3cd" providerId="ADAL" clId="{7B188DA4-BFDB-104C-999D-A85CCAFFDF9E}" dt="2025-01-06T14:52:47.982" v="5614" actId="2696"/>
        <pc:sldMkLst>
          <pc:docMk/>
          <pc:sldMk cId="2631191547" sldId="331"/>
        </pc:sldMkLst>
      </pc:sldChg>
      <pc:sldChg chg="modSp mod">
        <pc:chgData name="NIES HUI WEN" userId="3541b9e0-606d-4c51-a83e-60dbee75d3cd" providerId="ADAL" clId="{7B188DA4-BFDB-104C-999D-A85CCAFFDF9E}" dt="2025-01-06T14:52:58.500" v="5616" actId="14100"/>
        <pc:sldMkLst>
          <pc:docMk/>
          <pc:sldMk cId="1081780021" sldId="332"/>
        </pc:sldMkLst>
        <pc:picChg chg="mod">
          <ac:chgData name="NIES HUI WEN" userId="3541b9e0-606d-4c51-a83e-60dbee75d3cd" providerId="ADAL" clId="{7B188DA4-BFDB-104C-999D-A85CCAFFDF9E}" dt="2025-01-06T14:52:58.500" v="5616" actId="14100"/>
          <ac:picMkLst>
            <pc:docMk/>
            <pc:sldMk cId="1081780021" sldId="332"/>
            <ac:picMk id="2" creationId="{5E2B6F0A-D521-606A-30EA-2F25687F8ACD}"/>
          </ac:picMkLst>
        </pc:picChg>
      </pc:sldChg>
      <pc:sldChg chg="modSp mod">
        <pc:chgData name="NIES HUI WEN" userId="3541b9e0-606d-4c51-a83e-60dbee75d3cd" providerId="ADAL" clId="{7B188DA4-BFDB-104C-999D-A85CCAFFDF9E}" dt="2025-01-06T14:53:06.209" v="5618" actId="14100"/>
        <pc:sldMkLst>
          <pc:docMk/>
          <pc:sldMk cId="851160491" sldId="333"/>
        </pc:sldMkLst>
        <pc:picChg chg="mod">
          <ac:chgData name="NIES HUI WEN" userId="3541b9e0-606d-4c51-a83e-60dbee75d3cd" providerId="ADAL" clId="{7B188DA4-BFDB-104C-999D-A85CCAFFDF9E}" dt="2025-01-06T14:53:06.209" v="5618" actId="14100"/>
          <ac:picMkLst>
            <pc:docMk/>
            <pc:sldMk cId="851160491" sldId="333"/>
            <ac:picMk id="3" creationId="{A3355A0C-832E-A5A0-C5E1-16739A2CA7D8}"/>
          </ac:picMkLst>
        </pc:picChg>
      </pc:sldChg>
      <pc:sldChg chg="modSp mod">
        <pc:chgData name="NIES HUI WEN" userId="3541b9e0-606d-4c51-a83e-60dbee75d3cd" providerId="ADAL" clId="{7B188DA4-BFDB-104C-999D-A85CCAFFDF9E}" dt="2025-01-06T14:53:38.540" v="5625" actId="14100"/>
        <pc:sldMkLst>
          <pc:docMk/>
          <pc:sldMk cId="4572463" sldId="334"/>
        </pc:sldMkLst>
        <pc:spChg chg="mod">
          <ac:chgData name="NIES HUI WEN" userId="3541b9e0-606d-4c51-a83e-60dbee75d3cd" providerId="ADAL" clId="{7B188DA4-BFDB-104C-999D-A85CCAFFDF9E}" dt="2025-01-06T14:53:29.205" v="5623" actId="14100"/>
          <ac:spMkLst>
            <pc:docMk/>
            <pc:sldMk cId="4572463" sldId="334"/>
            <ac:spMk id="6" creationId="{09232FB0-5F8A-C6ED-AD41-FEF829E9F6F0}"/>
          </ac:spMkLst>
        </pc:spChg>
        <pc:spChg chg="mod">
          <ac:chgData name="NIES HUI WEN" userId="3541b9e0-606d-4c51-a83e-60dbee75d3cd" providerId="ADAL" clId="{7B188DA4-BFDB-104C-999D-A85CCAFFDF9E}" dt="2025-01-06T14:53:26.760" v="5622" actId="14100"/>
          <ac:spMkLst>
            <pc:docMk/>
            <pc:sldMk cId="4572463" sldId="334"/>
            <ac:spMk id="7" creationId="{936FD05D-A4E8-CA11-1538-7E889A9F162D}"/>
          </ac:spMkLst>
        </pc:spChg>
        <pc:picChg chg="mod">
          <ac:chgData name="NIES HUI WEN" userId="3541b9e0-606d-4c51-a83e-60dbee75d3cd" providerId="ADAL" clId="{7B188DA4-BFDB-104C-999D-A85CCAFFDF9E}" dt="2025-01-06T14:53:34.115" v="5624" actId="1035"/>
          <ac:picMkLst>
            <pc:docMk/>
            <pc:sldMk cId="4572463" sldId="334"/>
            <ac:picMk id="2" creationId="{CB7CBAF3-F356-F452-B162-98CEF52AB976}"/>
          </ac:picMkLst>
        </pc:picChg>
        <pc:picChg chg="mod">
          <ac:chgData name="NIES HUI WEN" userId="3541b9e0-606d-4c51-a83e-60dbee75d3cd" providerId="ADAL" clId="{7B188DA4-BFDB-104C-999D-A85CCAFFDF9E}" dt="2025-01-06T14:53:38.540" v="5625" actId="14100"/>
          <ac:picMkLst>
            <pc:docMk/>
            <pc:sldMk cId="4572463" sldId="334"/>
            <ac:picMk id="4" creationId="{FF2572D3-3A4C-CED1-4015-34286C8FAEB8}"/>
          </ac:picMkLst>
        </pc:picChg>
      </pc:sldChg>
      <pc:sldChg chg="modSp add mod">
        <pc:chgData name="NIES HUI WEN" userId="3541b9e0-606d-4c51-a83e-60dbee75d3cd" providerId="ADAL" clId="{7B188DA4-BFDB-104C-999D-A85CCAFFDF9E}" dt="2025-01-06T13:35:24.845" v="3983" actId="20577"/>
        <pc:sldMkLst>
          <pc:docMk/>
          <pc:sldMk cId="2298335646" sldId="335"/>
        </pc:sldMkLst>
        <pc:spChg chg="mod">
          <ac:chgData name="NIES HUI WEN" userId="3541b9e0-606d-4c51-a83e-60dbee75d3cd" providerId="ADAL" clId="{7B188DA4-BFDB-104C-999D-A85CCAFFDF9E}" dt="2025-01-06T13:35:24.845" v="3983" actId="20577"/>
          <ac:spMkLst>
            <pc:docMk/>
            <pc:sldMk cId="2298335646" sldId="335"/>
            <ac:spMk id="5" creationId="{58B572CD-9FD6-3858-22FA-9334D7E58C45}"/>
          </ac:spMkLst>
        </pc:spChg>
      </pc:sldChg>
      <pc:sldChg chg="addSp delSp modSp add mod">
        <pc:chgData name="NIES HUI WEN" userId="3541b9e0-606d-4c51-a83e-60dbee75d3cd" providerId="ADAL" clId="{7B188DA4-BFDB-104C-999D-A85CCAFFDF9E}" dt="2025-01-06T09:29:48.489" v="1961" actId="14100"/>
        <pc:sldMkLst>
          <pc:docMk/>
          <pc:sldMk cId="1094959597" sldId="336"/>
        </pc:sldMkLst>
        <pc:spChg chg="mod">
          <ac:chgData name="NIES HUI WEN" userId="3541b9e0-606d-4c51-a83e-60dbee75d3cd" providerId="ADAL" clId="{7B188DA4-BFDB-104C-999D-A85CCAFFDF9E}" dt="2025-01-06T09:29:30.972" v="1954" actId="14100"/>
          <ac:spMkLst>
            <pc:docMk/>
            <pc:sldMk cId="1094959597" sldId="336"/>
            <ac:spMk id="2" creationId="{8F450272-B77D-319A-7C77-3FE2A962C838}"/>
          </ac:spMkLst>
        </pc:spChg>
        <pc:spChg chg="mod">
          <ac:chgData name="NIES HUI WEN" userId="3541b9e0-606d-4c51-a83e-60dbee75d3cd" providerId="ADAL" clId="{7B188DA4-BFDB-104C-999D-A85CCAFFDF9E}" dt="2025-01-06T09:29:48.489" v="1961" actId="14100"/>
          <ac:spMkLst>
            <pc:docMk/>
            <pc:sldMk cId="1094959597" sldId="336"/>
            <ac:spMk id="3" creationId="{D1DDE41B-6429-D642-1333-F11B7301B594}"/>
          </ac:spMkLst>
        </pc:spChg>
        <pc:spChg chg="add mod">
          <ac:chgData name="NIES HUI WEN" userId="3541b9e0-606d-4c51-a83e-60dbee75d3cd" providerId="ADAL" clId="{7B188DA4-BFDB-104C-999D-A85CCAFFDF9E}" dt="2025-01-06T09:29:40.746" v="1956" actId="1076"/>
          <ac:spMkLst>
            <pc:docMk/>
            <pc:sldMk cId="1094959597" sldId="336"/>
            <ac:spMk id="11" creationId="{A9776007-1A74-F5FF-B042-8F6221AD1811}"/>
          </ac:spMkLst>
        </pc:spChg>
      </pc:sldChg>
      <pc:sldChg chg="addSp delSp modSp add mod">
        <pc:chgData name="NIES HUI WEN" userId="3541b9e0-606d-4c51-a83e-60dbee75d3cd" providerId="ADAL" clId="{7B188DA4-BFDB-104C-999D-A85CCAFFDF9E}" dt="2025-01-09T04:21:19.999" v="7006"/>
        <pc:sldMkLst>
          <pc:docMk/>
          <pc:sldMk cId="4197629660" sldId="337"/>
        </pc:sldMkLst>
      </pc:sldChg>
      <pc:sldChg chg="addSp delSp modSp add mod ord">
        <pc:chgData name="NIES HUI WEN" userId="3541b9e0-606d-4c51-a83e-60dbee75d3cd" providerId="ADAL" clId="{7B188DA4-BFDB-104C-999D-A85CCAFFDF9E}" dt="2025-01-06T10:04:54.285" v="2262" actId="113"/>
        <pc:sldMkLst>
          <pc:docMk/>
          <pc:sldMk cId="3415921359" sldId="338"/>
        </pc:sldMkLst>
      </pc:sldChg>
      <pc:sldChg chg="delSp modSp add del mod">
        <pc:chgData name="NIES HUI WEN" userId="3541b9e0-606d-4c51-a83e-60dbee75d3cd" providerId="ADAL" clId="{7B188DA4-BFDB-104C-999D-A85CCAFFDF9E}" dt="2025-01-06T10:52:42.589" v="2825" actId="2696"/>
        <pc:sldMkLst>
          <pc:docMk/>
          <pc:sldMk cId="3083114633" sldId="339"/>
        </pc:sldMkLst>
      </pc:sldChg>
      <pc:sldChg chg="addSp modSp add mod">
        <pc:chgData name="NIES HUI WEN" userId="3541b9e0-606d-4c51-a83e-60dbee75d3cd" providerId="ADAL" clId="{7B188DA4-BFDB-104C-999D-A85CCAFFDF9E}" dt="2025-01-06T10:58:45.058" v="2901" actId="113"/>
        <pc:sldMkLst>
          <pc:docMk/>
          <pc:sldMk cId="343101909" sldId="340"/>
        </pc:sldMkLst>
      </pc:sldChg>
      <pc:sldChg chg="modSp add mod">
        <pc:chgData name="NIES HUI WEN" userId="3541b9e0-606d-4c51-a83e-60dbee75d3cd" providerId="ADAL" clId="{7B188DA4-BFDB-104C-999D-A85CCAFFDF9E}" dt="2025-01-09T01:26:43.469" v="6992" actId="179"/>
        <pc:sldMkLst>
          <pc:docMk/>
          <pc:sldMk cId="416914862" sldId="341"/>
        </pc:sldMkLst>
      </pc:sldChg>
      <pc:sldChg chg="addSp delSp modSp add mod">
        <pc:chgData name="NIES HUI WEN" userId="3541b9e0-606d-4c51-a83e-60dbee75d3cd" providerId="ADAL" clId="{7B188DA4-BFDB-104C-999D-A85CCAFFDF9E}" dt="2025-01-09T01:29:08.877" v="6995"/>
        <pc:sldMkLst>
          <pc:docMk/>
          <pc:sldMk cId="3112348571" sldId="342"/>
        </pc:sldMkLst>
      </pc:sldChg>
      <pc:sldChg chg="addSp delSp modSp add mod">
        <pc:chgData name="NIES HUI WEN" userId="3541b9e0-606d-4c51-a83e-60dbee75d3cd" providerId="ADAL" clId="{7B188DA4-BFDB-104C-999D-A85CCAFFDF9E}" dt="2025-01-09T01:31:01.517" v="6998"/>
        <pc:sldMkLst>
          <pc:docMk/>
          <pc:sldMk cId="1831275928" sldId="343"/>
        </pc:sldMkLst>
      </pc:sldChg>
      <pc:sldChg chg="addSp delSp modSp add mod">
        <pc:chgData name="NIES HUI WEN" userId="3541b9e0-606d-4c51-a83e-60dbee75d3cd" providerId="ADAL" clId="{7B188DA4-BFDB-104C-999D-A85CCAFFDF9E}" dt="2025-01-06T15:09:27.276" v="5905"/>
        <pc:sldMkLst>
          <pc:docMk/>
          <pc:sldMk cId="4204558615" sldId="344"/>
        </pc:sldMkLst>
      </pc:sldChg>
      <pc:sldChg chg="addSp delSp modSp add mod">
        <pc:chgData name="NIES HUI WEN" userId="3541b9e0-606d-4c51-a83e-60dbee75d3cd" providerId="ADAL" clId="{7B188DA4-BFDB-104C-999D-A85CCAFFDF9E}" dt="2025-01-06T15:18:21.069" v="6010"/>
        <pc:sldMkLst>
          <pc:docMk/>
          <pc:sldMk cId="534585843" sldId="345"/>
        </pc:sldMkLst>
      </pc:sldChg>
      <pc:sldChg chg="new del">
        <pc:chgData name="NIES HUI WEN" userId="3541b9e0-606d-4c51-a83e-60dbee75d3cd" providerId="ADAL" clId="{7B188DA4-BFDB-104C-999D-A85CCAFFDF9E}" dt="2025-01-06T12:18:48.723" v="3917" actId="2696"/>
        <pc:sldMkLst>
          <pc:docMk/>
          <pc:sldMk cId="2589288764" sldId="346"/>
        </pc:sldMkLst>
      </pc:sldChg>
      <pc:sldChg chg="addSp modSp add mod">
        <pc:chgData name="NIES HUI WEN" userId="3541b9e0-606d-4c51-a83e-60dbee75d3cd" providerId="ADAL" clId="{7B188DA4-BFDB-104C-999D-A85CCAFFDF9E}" dt="2025-01-06T14:12:26.610" v="4803" actId="20577"/>
        <pc:sldMkLst>
          <pc:docMk/>
          <pc:sldMk cId="3886846978" sldId="346"/>
        </pc:sldMkLst>
      </pc:sldChg>
      <pc:sldChg chg="addSp delSp modSp add mod">
        <pc:chgData name="NIES HUI WEN" userId="3541b9e0-606d-4c51-a83e-60dbee75d3cd" providerId="ADAL" clId="{7B188DA4-BFDB-104C-999D-A85CCAFFDF9E}" dt="2025-01-09T04:32:46.514" v="7009"/>
        <pc:sldMkLst>
          <pc:docMk/>
          <pc:sldMk cId="2369380472" sldId="347"/>
        </pc:sldMkLst>
      </pc:sldChg>
      <pc:sldChg chg="new del">
        <pc:chgData name="NIES HUI WEN" userId="3541b9e0-606d-4c51-a83e-60dbee75d3cd" providerId="ADAL" clId="{7B188DA4-BFDB-104C-999D-A85CCAFFDF9E}" dt="2025-01-06T13:35:09.233" v="3961" actId="2696"/>
        <pc:sldMkLst>
          <pc:docMk/>
          <pc:sldMk cId="3593188338" sldId="347"/>
        </pc:sldMkLst>
      </pc:sldChg>
      <pc:sldChg chg="addSp delSp modSp add mod">
        <pc:chgData name="NIES HUI WEN" userId="3541b9e0-606d-4c51-a83e-60dbee75d3cd" providerId="ADAL" clId="{7B188DA4-BFDB-104C-999D-A85CCAFFDF9E}" dt="2025-01-06T14:21:41.789" v="5024" actId="20577"/>
        <pc:sldMkLst>
          <pc:docMk/>
          <pc:sldMk cId="2910271829" sldId="348"/>
        </pc:sldMkLst>
      </pc:sldChg>
      <pc:sldChg chg="addSp delSp modSp add mod">
        <pc:chgData name="NIES HUI WEN" userId="3541b9e0-606d-4c51-a83e-60dbee75d3cd" providerId="ADAL" clId="{7B188DA4-BFDB-104C-999D-A85CCAFFDF9E}" dt="2025-01-06T14:32:00.414" v="5194" actId="9405"/>
        <pc:sldMkLst>
          <pc:docMk/>
          <pc:sldMk cId="2964886774" sldId="349"/>
        </pc:sldMkLst>
      </pc:sldChg>
      <pc:sldChg chg="modSp add mod ord">
        <pc:chgData name="NIES HUI WEN" userId="3541b9e0-606d-4c51-a83e-60dbee75d3cd" providerId="ADAL" clId="{7B188DA4-BFDB-104C-999D-A85CCAFFDF9E}" dt="2025-01-06T14:44:37.359" v="5362" actId="1076"/>
        <pc:sldMkLst>
          <pc:docMk/>
          <pc:sldMk cId="375765623" sldId="350"/>
        </pc:sldMkLst>
      </pc:sldChg>
      <pc:sldChg chg="addSp delSp modSp add mod">
        <pc:chgData name="NIES HUI WEN" userId="3541b9e0-606d-4c51-a83e-60dbee75d3cd" providerId="ADAL" clId="{7B188DA4-BFDB-104C-999D-A85CCAFFDF9E}" dt="2025-01-06T15:54:54.098" v="6606" actId="113"/>
        <pc:sldMkLst>
          <pc:docMk/>
          <pc:sldMk cId="3504648700" sldId="351"/>
        </pc:sldMkLst>
      </pc:sldChg>
      <pc:sldChg chg="addSp delSp modSp new mod setBg modNotesTx">
        <pc:chgData name="NIES HUI WEN" userId="3541b9e0-606d-4c51-a83e-60dbee75d3cd" providerId="ADAL" clId="{7B188DA4-BFDB-104C-999D-A85CCAFFDF9E}" dt="2025-01-09T04:38:15.340" v="7015" actId="20577"/>
        <pc:sldMkLst>
          <pc:docMk/>
          <pc:sldMk cId="1630696446" sldId="352"/>
        </pc:sldMkLst>
      </pc:sldChg>
      <pc:sldChg chg="addSp delSp modSp add mod setBg delDesignElem">
        <pc:chgData name="NIES HUI WEN" userId="3541b9e0-606d-4c51-a83e-60dbee75d3cd" providerId="ADAL" clId="{7B188DA4-BFDB-104C-999D-A85CCAFFDF9E}" dt="2025-01-06T14:49:01.836" v="5423" actId="14734"/>
        <pc:sldMkLst>
          <pc:docMk/>
          <pc:sldMk cId="574468439" sldId="353"/>
        </pc:sldMkLst>
      </pc:sldChg>
      <pc:sldChg chg="add">
        <pc:chgData name="NIES HUI WEN" userId="3541b9e0-606d-4c51-a83e-60dbee75d3cd" providerId="ADAL" clId="{7B188DA4-BFDB-104C-999D-A85CCAFFDF9E}" dt="2025-01-06T14:53:51.165" v="5626" actId="2890"/>
        <pc:sldMkLst>
          <pc:docMk/>
          <pc:sldMk cId="1121855741" sldId="354"/>
        </pc:sldMkLst>
      </pc:sldChg>
      <pc:sldChg chg="addSp delSp modSp add mod setBg">
        <pc:chgData name="NIES HUI WEN" userId="3541b9e0-606d-4c51-a83e-60dbee75d3cd" providerId="ADAL" clId="{7B188DA4-BFDB-104C-999D-A85CCAFFDF9E}" dt="2025-01-06T14:59:06.576" v="5778" actId="207"/>
        <pc:sldMkLst>
          <pc:docMk/>
          <pc:sldMk cId="3665453351" sldId="355"/>
        </pc:sldMkLst>
      </pc:sldChg>
      <pc:sldChg chg="addSp delSp modSp add mod">
        <pc:chgData name="NIES HUI WEN" userId="3541b9e0-606d-4c51-a83e-60dbee75d3cd" providerId="ADAL" clId="{7B188DA4-BFDB-104C-999D-A85CCAFFDF9E}" dt="2025-01-06T15:17:38.373" v="5999" actId="13926"/>
        <pc:sldMkLst>
          <pc:docMk/>
          <pc:sldMk cId="4164605505" sldId="356"/>
        </pc:sldMkLst>
      </pc:sldChg>
      <pc:sldChg chg="addSp delSp modSp add mod">
        <pc:chgData name="NIES HUI WEN" userId="3541b9e0-606d-4c51-a83e-60dbee75d3cd" providerId="ADAL" clId="{7B188DA4-BFDB-104C-999D-A85CCAFFDF9E}" dt="2025-01-06T16:23:54.015" v="6986"/>
        <pc:sldMkLst>
          <pc:docMk/>
          <pc:sldMk cId="2028526998" sldId="357"/>
        </pc:sldMkLst>
      </pc:sldChg>
      <pc:sldChg chg="addSp delSp modSp add mod">
        <pc:chgData name="NIES HUI WEN" userId="3541b9e0-606d-4c51-a83e-60dbee75d3cd" providerId="ADAL" clId="{7B188DA4-BFDB-104C-999D-A85CCAFFDF9E}" dt="2025-01-06T16:23:39.131" v="6973"/>
        <pc:sldMkLst>
          <pc:docMk/>
          <pc:sldMk cId="1318379365" sldId="358"/>
        </pc:sldMkLst>
      </pc:sldChg>
      <pc:sldChg chg="addSp delSp modSp add mod">
        <pc:chgData name="NIES HUI WEN" userId="3541b9e0-606d-4c51-a83e-60dbee75d3cd" providerId="ADAL" clId="{7B188DA4-BFDB-104C-999D-A85CCAFFDF9E}" dt="2025-01-06T16:23:24.026" v="6960"/>
        <pc:sldMkLst>
          <pc:docMk/>
          <pc:sldMk cId="1028027354" sldId="359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07:00:10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1 492 24575,'20'13'0,"-4"3"0,4 12 0,-6-6 0,-6 5 0,4-12 0,-4 12 0,0-12 0,-2 6 0,0-7 0,2-6 0,0 4 0,4-10 0,-10 10 0,10-10 0,-10 10 0,10-10 0,-4 4 0,6-6 0,7 0 0,22-34 0,1 10 0,9-27 0,-6 14 0,5-2-543,-2-3 0,2-1 543,18-12 0,2-1 0,-2 1 0,-3 3 0,-16 9 0,-2 3 0,-5 7 0,-4 2 0,12-19 0,-18 24 0,-20 5 0,-2 14 0,-10 0 0,4 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07:00:11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0 415 24575,'0'14'0,"6"0"0,-4 0 0,4 0 0,1 7 0,-6-6 0,5 6 0,1-7 0,0 0 0,1 0 0,5-6 0,-6-2 0,7 0 0,1 2 0,-1 0 0,-7 4 0,6-10 0,-12 10 0,12-10 0,-5 4 0,12-6 0,15-19 0,17-19 0,-9 5 0,0-1-636,16-22 636,-5 16 0,0-2-1397,11-33 1397,-8 22 0,1 1 0,-19 10 0,-2 2 0,34-29 0,-44 43 0,-21 12 0,-7 8 0,-6 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07:00:13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1 240 24575,'8'32'0,"2"4"0,8 18 0,-2-11 0,5 29 0,10-4 0,0 25 0,11-15 0,-16-12 0,-2-23 0,-8-10 0,-2-12 0,0-7 0,0-7 0,0-7 0,0-14 0,10-20 0,-7 3 0,24-12 0,-6-19 0,17-10 0,-8-8-639,-12 28 0,1 0 639,16-30 0,-7 24 0,0 0 0,6-24-200,-18 38 0,-1 5 200,4 3 0,-14 4 0,0 24 0,-18-5 0,6 12 0,-7-6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07:00:14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0 282 24575,'7'-8'0,"7"1"0,8 1 0,0 5 0,37-17 0,24 2 0,-34 9 0,7-1 0,15-1 0,10 0 0,-4 0-2475,6-1 0,3 2 2475,3 2 0,8 1 0,-3-2 0,-12-3 0,-3-1 0,1 1 0,2 3 0,1 1 0,-1 0 0,-1-1 0,0 0 0,-2 1-794,20-3 0,-4 2 794,-9 8 0,-4-2 0,-7-5 0,-2-1-230,-9 7 0,-2-3 230,-9-7 0,-5-1 0,15 3 0,-30-2 1074,-12 4 0,-13 6 0,-2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07:00:15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2 24575,'-7'-1'0,"-1"8"0,-6 15 0,-26 26 0,13-15 0,-14 14 0,20-25 0,1-2 0,10-6 0,-9 0 0,11-6 0,0 4 0,-4-4 0,4 6 0,-6 0 0,6 0 0,1 0 0,7 0 0,0 0 0,0 0 0,6-6 0,2-2 0,6-6 0,7 7 0,-6-6 0,6 12 0,-1-5 0,2 6 0,6 6 0,1-4 0,-7 4 0,-2-6 0,-12 0 0,-2 0 0,-6-6 0,0-2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07:00:16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63 24575,'14'-7'0,"39"6"0,-12-14 0,34 13 0,-20-2 0,6 0 0,24 3 0,7 2-1766,-20-1 1,3 0-1,4 0 1766,-5 0 0,4 0 0,1 0 0,-3 0-882,15 0 1,-2 0 0,4 0 881,-8 0 0,5 0 0,-1 0 0,-2 0 0,15 0 0,-3 0 0,-1 0 0,0 1 0,0-1 0,-5-1-296,-16-3 0,-4-1 1,-8 1 295,-6 3 0,-9-1 0,11-11 0,-63 13 732,-12 0 1,6 0 0,1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07:00:17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907 0 8191,'-14'0'0,"-1"0"5063,1 0-5063,0 0 2818,0 0-2818,-20 0 1719,9 6-1719,-16-4 6784,1 12-6784,8-12 0,-19 14 0,20-14 0,-9 12 0,11-12 0,0 10 0,1-4 0,12 6 0,-9-6 0,15 4 0,-10-4 0,-1 6 0,5 0 0,-11 0 0,11 0 0,-4-6 0,5 4 0,7-4 0,2 6 0,6 0 0,-24-6 0,5 5 0,-21-12 0,12 5 0,6-6 0,-5 0 0,11 0 0,-5 0 0,0 0 0,6 0 0,-6 0 0,19 0 0,4 0 0,12 0 0,6 0 0,-4 0 0,10 0 0,-4 0 0,42 8 0,5-6 0,14 14 0,-8-14 0,-21 6 0,-11-8 0,-4 0 0,-17 0 0,-1 6 0,-20-4 0,4 4 0,-12-6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07:00:18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45 24575,'14'0'0,"19"-6"0,-7 4 0,67-17 0,-25 16 0,4 2 0,-5-5 0,3-1-765,24 6 1,-1 2 764,-30-1 0,1 0-559,2 0 0,6 0 0,0 0 559,-5 0 0,0 0 0,4 0 0,21 0 0,4 0 0,-1 0 0,-11 0 0,-3 0 0,1 0-866,-1 0 0,-1 0 1,0 0 865,-6 0 0,-1 0 0,-5 0 0,1 0 0,-7 0 0,37 0 0,-68 0 219,-29 0 1,3 0 0,-12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07:00:20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258 14 24575,'-7'-7'0,"-7"0"0,-8 13 0,-7-4 0,7 10 0,1-10 0,7 11 0,0-6 0,0 7 0,-1-6 0,1 5 0,-7-6 0,6 7 0,-6-6 0,13 5 0,2-5 0,6 6 0,0 0 0,6-7 0,2 6 0,6-12 0,6 12 0,-4-5 0,10 0 0,-4 4 0,7-4 0,-1 12 0,-6-4 0,5 4 0,-5-12 0,-7 4 0,4-4 0,-11 0 0,6 5 0,0-6 0,0 1 0,-6 5 0,4-12 0,-4 5 0,6-6 0,-6 7 0,-2 0 0,-6 1 0,0-2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07:10:44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24575,'20'12'0,"2"-2"0,16 34 0,14 4 0,12 24 0,-25-20 0,3 3-1303,18 7 0,0 3 1303,-20 0 0,1-1 0,16-3 0,2-1 0,-15 3 0,0-1 0,6-1 0,5 2-789,-8-10 0,4 4 1,-1-1 788,1 0 0,0 1 0,1-2 0,-3-5 0,1 0 0,-1-2-554,14 15 1,-3-3 553,-10-10 0,-6-6 0,4 5 0,-6-8 1547,-28-33-1547,-6 4 0,-2-10 0,-6 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07:10:44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1666 0 24575,'-14'7'0,"-7"7"0,-4 19 0,-5-2 0,-12 41 0,-15 4 0,8 6-1314,10-21 1,-4 2 1313,2-8 0,-2 2-685,6-2 1,-2 5-1,0 0 685,0 1 0,1 1 0,-1-4 0,-14 16 0,0-1 0,-1 11 0,-1-1 0,1-11 0,-1-1 0,12-16 0,-2 1 0,2 0 0,-15 27 0,1-4-474,5-17 0,3-6 474,17-12 0,0-3-100,-4-3 0,1-3 100,-6 22 0,-9-5 0,14-1 1589,4-8-1589,5-7 2752,9-4-2752,6-25 0,10 0 0,-4-7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07:10:48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1652 8191,'21'28'0,"1"0"5063,0-6-5063,8 16 2818,-4-1-2818,1 5 0,3-2 0,-5 0 1719,-2-9-1719,1 8 6784,-4-17-6784,-4-1 0,4-7 0,-6 0 0,0 0 0,0 0 0,0-6 0,-6 4 0,5-10 0,-12 10 0,12-10 0,-6 4 0,7-6 0,0-6 0,18-12 0,15-23 0,6-10 0,-3-1 0,4-5-799,3 1 0,6-5 1,-4 2 798,5-14 0,0 3-838,-12 20 0,2 2 0,2-2 838,5-4 0,1-1 0,1-2-884,8-8 0,1-1 0,2-2 884,-10 12 0,1-1 0,2 0 0,-2-1 0,1-2 0,0-1 0,-1 0 0,0 2 0,-5 7 0,-1 2 0,0 1 0,-1-1 0,17-17 0,-1-1 0,-7 8 0,-2 2 0,-6 7 0,-11 7 0,-10 8 0,-24 17 428,-2 18 0,-10-6 0,4 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07:30:27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24575,'23'32'0,"40"33"0,-31-16 0,4 4-2507,29 8 1,5 5 2506,-31-11 0,-2 4 0,5-2 0,19 1 0,8-2 0,-7 2 0,-17 2 0,-5 2 0,1-3 0,22 8 0,-3-2 0,-17-2 0,-5-3 0,-10-15 0,1 0 0,13 13 0,4 2 0,-2-1 0,0 0 0,1-1 0,-1 1-211,0 7 0,0-1 211,0-3 0,0-2 0,-2-2 0,-1-4 1205,19 13-1205,-23-20 0,-31-37 0,-14-4 2449,-6-8-2449,0-4 0,6-7 0,1 10 0,7-9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07:30:27.6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1629 0 24575,'-13'14'0,"-2"7"-9831,-20 13 9086,-7 2 0,-6 4 745,5-2 0,-3 3 156,-6 5 0,-5 5 1,4-4-157,1-1 0,-1 0 0,-4 5 0,-4 5 0,2-1 0,-17 12 0,3-5 0,12-13 0,1-2 0,-1 1 0,4-4 0,-8-1 522,28 0 0,-2 6-522,-18 4 0,-1 2 0,4 4 0,3 0 0,13-14 0,2-4 0,-31 10 0,49-13 5287,4-22-5287,1-2 0,12-8 0,-5-6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07:30:29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1 888 24575,'6'22'0,"7"36"0,2-34 0,20 67 0,-1-29 0,-8-3 0,2 4 0,3-8 0,-1-1 0,11 36 0,-2-33 0,-25-30 0,1-18 0,-8 10 0,0-11 0,-1 0 0,8-8 0,8-2 0,46-44 0,-30 24 0,42-37 0,-28 9-1491,-12 14 1,5-5 1490,14-26 0,5-5 0,-16 22 0,2 0 0,0-2 0,1-8 0,0-2 0,0 1 0,0 4 0,0 2 0,-4 0 0,2-14 0,-4 3-803,-5 13 0,-1-1 803,6-20 0,-3 5-728,2 10 728,0-14 0,-1 6 0,-12 30 0,0-17 0,-10 39 0,-13 9 0,-2 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09BF-53EE-4D84-844F-BEC1430829BC}" type="datetimeFigureOut">
              <a:rPr lang="en-US" smtClean="0"/>
              <a:t>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B6879-5321-45FF-A6AE-E6B1BB62C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41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mysql</a:t>
            </a:r>
            <a:r>
              <a:rPr lang="en-US" dirty="0"/>
              <a:t> -u root –p</a:t>
            </a:r>
          </a:p>
          <a:p>
            <a:r>
              <a:rPr lang="en-US" dirty="0"/>
              <a:t>admin123</a:t>
            </a:r>
          </a:p>
          <a:p>
            <a:endParaRPr lang="en-US" dirty="0"/>
          </a:p>
          <a:p>
            <a:r>
              <a:rPr lang="en-US" dirty="0"/>
              <a:t>show databases;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use db_dml3_dept_emp_loc;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12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tiff"/><Relationship Id="rId5" Type="http://schemas.openxmlformats.org/officeDocument/2006/relationships/image" Target="../media/image6.svg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77FC49-908E-7282-71D1-FF9B45CC79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428041" y="-1428041"/>
            <a:ext cx="6880030" cy="9736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FB5ACA-D821-A539-94D6-EEC7337F3A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9000"/>
          </a:blip>
          <a:stretch>
            <a:fillRect/>
          </a:stretch>
        </p:blipFill>
        <p:spPr>
          <a:xfrm rot="10800000" flipV="1">
            <a:off x="59093" y="0"/>
            <a:ext cx="12073813" cy="31091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00D8EF-2DF1-88B7-4784-92F60D932A2D}"/>
              </a:ext>
            </a:extLst>
          </p:cNvPr>
          <p:cNvSpPr/>
          <p:nvPr userDrawn="1"/>
        </p:nvSpPr>
        <p:spPr>
          <a:xfrm rot="5400000">
            <a:off x="5953544" y="641578"/>
            <a:ext cx="28490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18E44-B184-3318-E83E-1ED0427C4C32}"/>
              </a:ext>
            </a:extLst>
          </p:cNvPr>
          <p:cNvSpPr txBox="1"/>
          <p:nvPr userDrawn="1"/>
        </p:nvSpPr>
        <p:spPr>
          <a:xfrm>
            <a:off x="5479363" y="6595121"/>
            <a:ext cx="1377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i="0" dirty="0">
                <a:solidFill>
                  <a:schemeClr val="bg1">
                    <a:lumMod val="95000"/>
                  </a:schemeClr>
                </a:solidFill>
                <a:ea typeface="Montserrat Semi" charset="0"/>
                <a:cs typeface="Montserrat Semi" charset="0"/>
              </a:rPr>
              <a:t>www.utm.my</a:t>
            </a:r>
            <a:endParaRPr lang="en-US" sz="1100" b="1" i="0" dirty="0">
              <a:solidFill>
                <a:schemeClr val="accent4"/>
              </a:solidFill>
              <a:ea typeface="Montserrat Semi" charset="0"/>
              <a:cs typeface="Montserrat Sem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644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C8336-6E97-19E8-88CA-FE902FF1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7E04-0B97-674B-BD22-217DD37FE2A6}" type="datetime1">
              <a:rPr lang="en-US" smtClean="0"/>
              <a:t>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694A3-909C-4BC7-8684-CF6A8DF6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86F0-1709-92BF-CEC8-7DFA93F8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993728-E209-C557-FA87-A687A2439D90}"/>
              </a:ext>
            </a:extLst>
          </p:cNvPr>
          <p:cNvGrpSpPr/>
          <p:nvPr userDrawn="1"/>
        </p:nvGrpSpPr>
        <p:grpSpPr>
          <a:xfrm>
            <a:off x="0" y="0"/>
            <a:ext cx="4323456" cy="7438348"/>
            <a:chOff x="0" y="0"/>
            <a:chExt cx="4323456" cy="74383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291997A-C196-DCDE-0EA0-51D4FDEDA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0"/>
              <a:ext cx="3118649" cy="4463581"/>
            </a:xfrm>
            <a:prstGeom prst="rect">
              <a:avLst/>
            </a:prstGeom>
          </p:spPr>
        </p:pic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14354985-0AB8-E860-28D0-17AD10E6B863}"/>
                </a:ext>
              </a:extLst>
            </p:cNvPr>
            <p:cNvSpPr/>
            <p:nvPr userDrawn="1"/>
          </p:nvSpPr>
          <p:spPr>
            <a:xfrm rot="8446488">
              <a:off x="1155879" y="3069975"/>
              <a:ext cx="2214654" cy="3120244"/>
            </a:xfrm>
            <a:prstGeom prst="parallelogram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9C95F9B9-2A5B-F93A-EA33-600D61519C46}"/>
                </a:ext>
              </a:extLst>
            </p:cNvPr>
            <p:cNvSpPr/>
            <p:nvPr userDrawn="1"/>
          </p:nvSpPr>
          <p:spPr>
            <a:xfrm rot="8446488">
              <a:off x="2539020" y="5497285"/>
              <a:ext cx="1784436" cy="1941063"/>
            </a:xfrm>
            <a:custGeom>
              <a:avLst/>
              <a:gdLst>
                <a:gd name="connsiteX0" fmla="*/ 0 w 2214654"/>
                <a:gd name="connsiteY0" fmla="*/ 3120244 h 3120244"/>
                <a:gd name="connsiteX1" fmla="*/ 553664 w 2214654"/>
                <a:gd name="connsiteY1" fmla="*/ 0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2214654"/>
                <a:gd name="connsiteY0" fmla="*/ 3120244 h 3120244"/>
                <a:gd name="connsiteX1" fmla="*/ 341522 w 2214654"/>
                <a:gd name="connsiteY1" fmla="*/ 1179181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1784436"/>
                <a:gd name="connsiteY0" fmla="*/ 1941063 h 1941063"/>
                <a:gd name="connsiteX1" fmla="*/ 341522 w 1784436"/>
                <a:gd name="connsiteY1" fmla="*/ 0 h 1941063"/>
                <a:gd name="connsiteX2" fmla="*/ 1784436 w 1784436"/>
                <a:gd name="connsiteY2" fmla="*/ 1205605 h 1941063"/>
                <a:gd name="connsiteX3" fmla="*/ 1660991 w 1784436"/>
                <a:gd name="connsiteY3" fmla="*/ 1941063 h 1941063"/>
                <a:gd name="connsiteX4" fmla="*/ 0 w 1784436"/>
                <a:gd name="connsiteY4" fmla="*/ 1941063 h 194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4436" h="1941063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0B5606AF-41C6-0137-32A8-807A0A5D0D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126331" y="-1062392"/>
            <a:ext cx="2405080" cy="3385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F4D5AD-886B-F49D-187E-EF188BA5C86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99000"/>
          </a:blip>
          <a:stretch>
            <a:fillRect/>
          </a:stretch>
        </p:blipFill>
        <p:spPr>
          <a:xfrm rot="5400000" flipV="1">
            <a:off x="-2602281" y="2616106"/>
            <a:ext cx="7046892" cy="181468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DB128DF-CD31-0CEB-4D7C-71A65806236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283211" y="3743462"/>
            <a:ext cx="2080701" cy="297801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FF214BE-EBD1-4C75-B559-2A68D3A7182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830037" y="6046777"/>
            <a:ext cx="4191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49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22F56BC-829B-3BC8-96F9-8B26B69F0F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33" b="797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D44EBC3-45F4-19C6-0AEB-16C907B4BCB5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12000">
                <a:srgbClr val="6C1D35">
                  <a:alpha val="68000"/>
                </a:srgbClr>
              </a:gs>
              <a:gs pos="77000">
                <a:schemeClr val="accent1">
                  <a:lumMod val="7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8AE63-F58B-C295-2F24-0E7B0755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B7F32-1F7C-E443-B87F-AFCAEA94E475}" type="datetime1">
              <a:rPr lang="en-US" smtClean="0"/>
              <a:t>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40798-1691-00D6-C3D9-64CC3EB8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835F-2749-4B9F-A9CB-5E0BF430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BA782F0-1339-9AD7-88E8-E482862A0C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7112000" y="-35081"/>
            <a:ext cx="4917440" cy="692118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55F31CF-FB2A-3612-E2CA-58665EF22E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11268262" y="349094"/>
            <a:ext cx="2010036" cy="28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84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A0EB9F-5240-3366-0373-E8B7C3C2A4FE}"/>
              </a:ext>
            </a:extLst>
          </p:cNvPr>
          <p:cNvSpPr/>
          <p:nvPr userDrawn="1"/>
        </p:nvSpPr>
        <p:spPr>
          <a:xfrm>
            <a:off x="0" y="-2"/>
            <a:ext cx="12230100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F7B2D7-FB34-55B3-113A-7F96DDA7A8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7"/>
          <a:stretch/>
        </p:blipFill>
        <p:spPr>
          <a:xfrm rot="16200000">
            <a:off x="2686050" y="-2686050"/>
            <a:ext cx="6858000" cy="122301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B2BBA-3015-27B9-D210-D15544F2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28746-F3A1-E745-ABCD-4ECA9AC73770}" type="datetime1">
              <a:rPr lang="en-US" smtClean="0"/>
              <a:t>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AB71C-4835-3D07-2B7F-A7456A46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E7A9C-9AFC-99CF-42E5-627A5869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CAB3E7-A192-D902-B47D-B2CC33AF3A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956ED8E-CF4D-D756-5FA9-5F3263853A9C}"/>
              </a:ext>
            </a:extLst>
          </p:cNvPr>
          <p:cNvGrpSpPr/>
          <p:nvPr userDrawn="1"/>
        </p:nvGrpSpPr>
        <p:grpSpPr>
          <a:xfrm>
            <a:off x="0" y="6438899"/>
            <a:ext cx="4425450" cy="419100"/>
            <a:chOff x="0" y="6438899"/>
            <a:chExt cx="4425450" cy="4191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185CCF7-2507-F40E-2E71-04B5C07C7F09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891B4BFE-7090-CB15-ACE2-E76D3D5E6402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796ACF-1284-B0D3-20AC-1A411B0B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47751"/>
            <a:ext cx="10515600" cy="1500187"/>
          </a:xfrm>
        </p:spPr>
        <p:txBody>
          <a:bodyPr anchor="t"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66E6B-CFF2-F241-A3D1-4FD4DAC4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14638"/>
            <a:ext cx="10515600" cy="33575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DBAF-8EC8-76B5-BD68-4EE498D1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996B-C9C1-2D4D-9579-62B188B2E248}" type="datetime1">
              <a:rPr lang="en-US" smtClean="0"/>
              <a:t>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C1A71-0977-DB43-6672-9DD2B43F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AA75-9A52-677C-BAAB-361020BE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CA6469-707B-4B2D-CE38-C2E80563F8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B94ABDC-D409-D0CF-BFD9-E874B46B7EEF}"/>
              </a:ext>
            </a:extLst>
          </p:cNvPr>
          <p:cNvGrpSpPr/>
          <p:nvPr userDrawn="1"/>
        </p:nvGrpSpPr>
        <p:grpSpPr>
          <a:xfrm>
            <a:off x="0" y="0"/>
            <a:ext cx="2135014" cy="390908"/>
            <a:chOff x="0" y="0"/>
            <a:chExt cx="2135014" cy="39090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CC8F0A-14AF-F65B-6D14-A51CBEFF1729}"/>
                </a:ext>
              </a:extLst>
            </p:cNvPr>
            <p:cNvSpPr/>
            <p:nvPr userDrawn="1"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7D170A48-ED14-4722-ED48-412F8B7C44AA}"/>
                </a:ext>
              </a:extLst>
            </p:cNvPr>
            <p:cNvSpPr/>
            <p:nvPr userDrawn="1"/>
          </p:nvSpPr>
          <p:spPr>
            <a:xfrm flipV="1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B6D801-7EDC-E981-F405-040472A43AB5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90F7BDA-9A67-4500-FC96-D0DCA5669FC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D3808A-7510-8E14-D035-56A7CA6C58A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22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5FB79D-2789-2E82-ACD5-FA141CFFB8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06C3F4-36B0-1561-8EFF-3B31A7774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81125"/>
          </a:xfrm>
        </p:spPr>
        <p:txBody>
          <a:bodyPr anchor="t">
            <a:normAutofit/>
          </a:bodyPr>
          <a:lstStyle>
            <a:lvl1pPr algn="l"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4E23C-BC64-3E31-C7C9-1CCB71C5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8"/>
            <a:ext cx="9144000" cy="346175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AB4A-F681-D1CE-536F-A8600B87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B95A-CCDD-554A-8FAF-532DBAE53725}" type="datetime1">
              <a:rPr lang="en-US" smtClean="0"/>
              <a:t>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2C815-2D69-C272-C63C-A195EBFE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A072-5E8E-BDBB-35CA-3A355E5D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C1D35"/>
                </a:solidFill>
              </a:defRPr>
            </a:lvl1pPr>
          </a:lstStyle>
          <a:p>
            <a:fld id="{B5912E74-8957-4046-8937-1199D066517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FB2FEB-1CDE-753F-3231-2131ED23FF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0EA2A08-0768-E840-71C5-CB5BA198C844}"/>
              </a:ext>
            </a:extLst>
          </p:cNvPr>
          <p:cNvGrpSpPr/>
          <p:nvPr userDrawn="1"/>
        </p:nvGrpSpPr>
        <p:grpSpPr>
          <a:xfrm>
            <a:off x="0" y="336866"/>
            <a:ext cx="838200" cy="390908"/>
            <a:chOff x="0" y="585597"/>
            <a:chExt cx="838200" cy="39090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FE56D3-CDFF-99C8-081E-21872711345C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55D81439-E4CF-3498-4773-82E6A34DB949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F56CB3B-27D6-0844-017F-CFA08F52311B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5E31CA-977D-9659-5E4D-1E4EC75ABA7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4385F2-2245-0F8C-C446-564E2DE5084A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598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5386308-8E2B-C701-D9C5-CFF5B6D9F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8221F6-B30E-6574-4F98-77B2C490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6BEFF-E786-80CC-C462-EC9F1C9C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CF37-673E-EFC4-46AD-C8B8CC64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B7C23-A1D6-E94F-86AC-592F291D8CDE}" type="datetime1">
              <a:rPr lang="en-US" smtClean="0"/>
              <a:t>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B8A85-2B88-6B89-6CF8-4D396AB7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4774E-879A-AA6A-5AEF-0FD775B9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F9B18A-4C13-213C-5ECD-7D00902A82F8}"/>
              </a:ext>
            </a:extLst>
          </p:cNvPr>
          <p:cNvSpPr/>
          <p:nvPr userDrawn="1"/>
        </p:nvSpPr>
        <p:spPr>
          <a:xfrm>
            <a:off x="3894421" y="21431"/>
            <a:ext cx="4460168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A0DAC0-1D7C-425C-A3EA-189775AB00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A6FB34-FC21-998E-F2ED-B41CC15A4311}"/>
              </a:ext>
            </a:extLst>
          </p:cNvPr>
          <p:cNvSpPr/>
          <p:nvPr userDrawn="1"/>
        </p:nvSpPr>
        <p:spPr>
          <a:xfrm>
            <a:off x="-1" y="6808662"/>
            <a:ext cx="12249013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1E5DFC-83E6-86F2-21A3-C9353A831D94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6CDA0-D409-8B80-7C3D-EE78328F12C7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DCC3F2-36B2-C662-DECB-01503AFCAA9E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8066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60D2230-4C54-C188-62C4-95CC76262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66CAA0-852B-2260-4E79-4DCDC5D3C474}"/>
              </a:ext>
            </a:extLst>
          </p:cNvPr>
          <p:cNvSpPr/>
          <p:nvPr userDrawn="1"/>
        </p:nvSpPr>
        <p:spPr>
          <a:xfrm>
            <a:off x="-38100" y="1690688"/>
            <a:ext cx="12230100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09984-B07C-717A-A1FC-A0212B12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6CC2-F4AE-C871-25CA-0693B8E51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4C4D5-028B-CF4F-DB83-2E7DAE145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4ECB3-6230-1C4A-4271-8B1B329A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CAB2-4EB7-4F41-B063-8D05662839AC}" type="datetime1">
              <a:rPr lang="en-US" smtClean="0"/>
              <a:t>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0EBE9-6EE3-30E5-37E9-966CEBBA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42C9F-71DE-08A3-B2D8-60F040A8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BACEB-C3CA-5C73-C1CD-7E28828923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2450C2-7E85-EAB2-8C8F-8B13B9657507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93644A-0A35-6B8C-F216-AC1945DFC79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806244-EF9A-642C-8573-A2BFA17DB33E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53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169F28-4F60-04EA-2355-80F723258D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D3BD4A-F379-8CFF-EBD6-707DD0E7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59623-7488-E134-22F1-5329048ED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D7D39-C4CD-9439-3408-FF0BFA1B1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50B8F-83C3-D985-5919-F1A3FDF4D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CF953-DD56-9B85-AB4B-B9C9F0FF0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25C81-2863-04F8-8182-D218BA27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6E26-A7DC-F243-974C-304C2875B274}" type="datetime1">
              <a:rPr lang="en-US" smtClean="0"/>
              <a:t>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521E1-8180-A360-8696-A84620A8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3D6C59-8054-7190-9FD8-FAA59634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23B567-24C2-C088-6F75-913992BE2D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2B20C0-22D4-422D-2940-7F540F191BF7}"/>
              </a:ext>
            </a:extLst>
          </p:cNvPr>
          <p:cNvSpPr/>
          <p:nvPr userDrawn="1"/>
        </p:nvSpPr>
        <p:spPr>
          <a:xfrm>
            <a:off x="6764" y="342265"/>
            <a:ext cx="1026963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70257A-EF80-EF1A-EE95-68EB9FBC2F71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EA7E83-8757-44B8-B8ED-EFD855548FA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4A3-2F29-E99E-59AA-19FD2D71718A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0199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A05E41-FECA-555C-4DA5-FBDABE88EA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EFDB3D2-BABB-4614-ACBD-74206D54EFA7}"/>
              </a:ext>
            </a:extLst>
          </p:cNvPr>
          <p:cNvGrpSpPr/>
          <p:nvPr userDrawn="1"/>
        </p:nvGrpSpPr>
        <p:grpSpPr>
          <a:xfrm flipH="1">
            <a:off x="8896479" y="6438899"/>
            <a:ext cx="3295521" cy="419101"/>
            <a:chOff x="0" y="6438899"/>
            <a:chExt cx="4425450" cy="4191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C9DBE5-42FF-593C-82CE-C4B2774E3AD0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id="{D8516993-C2D5-28D4-6E6E-D3A5B19FD20F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B218D0-0E4A-6601-1430-D75D1D898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974" y="2766218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07DD1-72E8-53B4-A8B5-16105BC6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4D360-F903-A44F-B673-4E17DCBB730E}" type="datetime1">
              <a:rPr lang="en-US" smtClean="0"/>
              <a:t>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21DE3-618B-CDA6-C30A-1DB7F4E9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68125-E5E8-EEE2-D064-3848DBB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F13517-FB38-BE9B-5A77-235BBF8CE8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15FA5D2-1257-770C-1E2F-2CCA5238FD2A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9FA834-B150-3245-D347-588904243A5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EF11FA-4280-83FF-5E5F-70581310F2C4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166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80EC996-29B5-35CD-CAA8-09FAAB535A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4713261" y="1270"/>
            <a:ext cx="7112053" cy="18314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E085B5-6456-E991-6904-BB25D1005185}"/>
              </a:ext>
            </a:extLst>
          </p:cNvPr>
          <p:cNvSpPr/>
          <p:nvPr userDrawn="1"/>
        </p:nvSpPr>
        <p:spPr>
          <a:xfrm>
            <a:off x="-38099" y="0"/>
            <a:ext cx="4764088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5AF6C-3A58-DD89-B778-7C9B4E49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771969" cy="1600200"/>
          </a:xfrm>
        </p:spPr>
        <p:txBody>
          <a:bodyPr anchor="b">
            <a:normAutofit/>
          </a:bodyPr>
          <a:lstStyle>
            <a:lvl1pPr>
              <a:defRPr sz="28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0643-5DEF-0301-05FB-43BFE781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84E7D-D23B-8AA6-561F-6482F0A12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77196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0D1C3-135E-09A0-2E54-EFBC9A5D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798C-44B1-2E42-80FA-5B2C6C0DFB88}" type="datetime1">
              <a:rPr lang="en-US" smtClean="0"/>
              <a:t>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11F67-329D-954C-CD5C-1AA093EC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EB87E-06D7-61E3-D9E0-49BF14B3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EA7C3-CAA4-9F46-F633-CAA69D61B6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D1F696-3383-CCD0-5F6F-4B9E89375262}"/>
              </a:ext>
            </a:extLst>
          </p:cNvPr>
          <p:cNvSpPr/>
          <p:nvPr userDrawn="1"/>
        </p:nvSpPr>
        <p:spPr>
          <a:xfrm rot="5400000">
            <a:off x="1324286" y="3399184"/>
            <a:ext cx="6858000" cy="596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7DF8517-697A-D659-D645-CCC025297F18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8F6DD2-968A-9801-9B22-22DBD1C894E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835E16-0810-A050-7387-E04FC0CFD8C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0109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BDE0F43-CB86-1C9B-53B1-54930B9BBD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38354-4076-DE4C-92D3-A22D8AA2A8D6}" type="datetime1">
              <a:rPr lang="en-US" smtClean="0"/>
              <a:t>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A7D5CF-8052-62A2-8652-9E5660A058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CEA865B-9359-931D-9136-36413785F784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C6828-16EB-91B9-7078-52ADFDC0F2F1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EA9D62-1A2E-5482-2A68-9FCEFEB913F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9613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-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6208AF-0FB5-0709-9E4A-86BB9C81B267}"/>
              </a:ext>
            </a:extLst>
          </p:cNvPr>
          <p:cNvSpPr/>
          <p:nvPr userDrawn="1"/>
        </p:nvSpPr>
        <p:spPr>
          <a:xfrm>
            <a:off x="-38100" y="0"/>
            <a:ext cx="12230100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6B25-0C92-A630-DD9E-0DC228627926}"/>
              </a:ext>
            </a:extLst>
          </p:cNvPr>
          <p:cNvGrpSpPr/>
          <p:nvPr userDrawn="1"/>
        </p:nvGrpSpPr>
        <p:grpSpPr>
          <a:xfrm>
            <a:off x="7180119" y="6473574"/>
            <a:ext cx="5011881" cy="390911"/>
            <a:chOff x="7180118" y="6489891"/>
            <a:chExt cx="5011881" cy="39091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51D9DD-D54B-BD6E-1FC0-1E96064A7DD4}"/>
                </a:ext>
              </a:extLst>
            </p:cNvPr>
            <p:cNvSpPr/>
            <p:nvPr userDrawn="1"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B12D63A4-B45F-D7EE-07AE-ED4F2AA9FBF6}"/>
                </a:ext>
              </a:extLst>
            </p:cNvPr>
            <p:cNvSpPr/>
            <p:nvPr userDrawn="1"/>
          </p:nvSpPr>
          <p:spPr>
            <a:xfrm rot="10800000" flipV="1">
              <a:off x="7180118" y="6489895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E4DBBFF-D866-CE38-8CC8-48E42BA7EF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220" y="283589"/>
            <a:ext cx="1470825" cy="497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874B-5ADC-0A4F-AC01-8EB349B08E75}" type="datetime1">
              <a:rPr lang="en-US" smtClean="0"/>
              <a:t>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ECA337-96B6-AF15-88CE-5A1B9B8EBDB6}"/>
              </a:ext>
            </a:extLst>
          </p:cNvPr>
          <p:cNvGrpSpPr/>
          <p:nvPr userDrawn="1"/>
        </p:nvGrpSpPr>
        <p:grpSpPr>
          <a:xfrm>
            <a:off x="-58882" y="0"/>
            <a:ext cx="2130820" cy="390908"/>
            <a:chOff x="-58882" y="0"/>
            <a:chExt cx="2130820" cy="3909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5327DB-3941-6535-2638-26DDF5148B23}"/>
                </a:ext>
              </a:extLst>
            </p:cNvPr>
            <p:cNvSpPr/>
            <p:nvPr userDrawn="1"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751988F2-DBDB-53FA-2E8B-DE674D6D2B6A}"/>
                </a:ext>
              </a:extLst>
            </p:cNvPr>
            <p:cNvSpPr/>
            <p:nvPr userDrawn="1"/>
          </p:nvSpPr>
          <p:spPr>
            <a:xfrm flipV="1">
              <a:off x="1858639" y="0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B451E3-7C30-F7E8-27F1-20A1711850CE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F9E3A6-8792-EBEF-E21F-6506CA347F7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D7814D-56F3-7C85-157F-E73DAB5F042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2828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A827A-E615-AC49-8525-171457043D0C}" type="datetime1">
              <a:rPr lang="en-US" smtClean="0"/>
              <a:t>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957FA-0954-130C-016A-4BAA3351102F}"/>
              </a:ext>
            </a:extLst>
          </p:cNvPr>
          <p:cNvSpPr/>
          <p:nvPr userDrawn="1"/>
        </p:nvSpPr>
        <p:spPr>
          <a:xfrm rot="5400000">
            <a:off x="6073139" y="761174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B5F1816-5F6B-7928-15B1-1910931B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781051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43350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0A4F1-1504-0F4D-9E65-E2951541F021}" type="datetime1">
              <a:rPr lang="en-US" smtClean="0"/>
              <a:t>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4AFB9-D289-5BB8-FC6E-3A98AE611BFD}"/>
              </a:ext>
            </a:extLst>
          </p:cNvPr>
          <p:cNvSpPr/>
          <p:nvPr userDrawn="1"/>
        </p:nvSpPr>
        <p:spPr>
          <a:xfrm rot="5400000">
            <a:off x="6079906" y="-6086095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59C5E7F-48AB-BACC-5157-81B70262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781051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8661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20">
    <p:bg>
      <p:bgPr>
        <a:solidFill>
          <a:srgbClr val="4B47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AA9A-AEC4-6046-A3F2-5369021A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475A35-BAA4-3243-952D-99C48B834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781150-1FB5-914F-8F90-3BA38EB3A9B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C836B4-5E2D-D94D-B92C-56626921C682}"/>
              </a:ext>
            </a:extLst>
          </p:cNvPr>
          <p:cNvCxnSpPr/>
          <p:nvPr userDrawn="1"/>
        </p:nvCxnSpPr>
        <p:spPr>
          <a:xfrm>
            <a:off x="-12700" y="10160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046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9975F-708A-F234-4722-AEB23434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7F26E-314A-B65E-03F9-0EADD49D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2CC6-2915-3AF9-A194-796105577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A5BF3-82F9-814A-9A20-B4745F806B5E}" type="datetime1">
              <a:rPr lang="en-US" smtClean="0"/>
              <a:t>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C745-1356-0A9F-002D-66D467AF4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SCSD2523 Database - SQL:DML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9A2B0-BC9C-678A-D6F9-6A0D62CAA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5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6" r:id="rId3"/>
    <p:sldLayoutId id="2147483662" r:id="rId4"/>
    <p:sldLayoutId id="2147483651" r:id="rId5"/>
    <p:sldLayoutId id="2147483649" r:id="rId6"/>
    <p:sldLayoutId id="2147483650" r:id="rId7"/>
    <p:sldLayoutId id="2147483652" r:id="rId8"/>
    <p:sldLayoutId id="2147483653" r:id="rId9"/>
    <p:sldLayoutId id="2147483654" r:id="rId10"/>
    <p:sldLayoutId id="2147483656" r:id="rId11"/>
    <p:sldLayoutId id="2147483655" r:id="rId12"/>
    <p:sldLayoutId id="2147483660" r:id="rId13"/>
    <p:sldLayoutId id="2147483657" r:id="rId14"/>
    <p:sldLayoutId id="2147483663" r:id="rId15"/>
    <p:sldLayoutId id="2147483668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jC5daHE4WhP7N9U6ZxqRzBJcJAzqJxf1/edit?usp=sharing&amp;ouid=112935562328060013817&amp;rtpof=true&amp;sd=tru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30.png"/><Relationship Id="rId18" Type="http://schemas.openxmlformats.org/officeDocument/2006/relationships/customXml" Target="../ink/ink8.xml"/><Relationship Id="rId3" Type="http://schemas.openxmlformats.org/officeDocument/2006/relationships/image" Target="../media/image25.png"/><Relationship Id="rId21" Type="http://schemas.openxmlformats.org/officeDocument/2006/relationships/image" Target="../media/image34.png"/><Relationship Id="rId7" Type="http://schemas.openxmlformats.org/officeDocument/2006/relationships/image" Target="../media/image27.png"/><Relationship Id="rId12" Type="http://schemas.openxmlformats.org/officeDocument/2006/relationships/customXml" Target="../ink/ink5.xml"/><Relationship Id="rId17" Type="http://schemas.openxmlformats.org/officeDocument/2006/relationships/image" Target="../media/image32.png"/><Relationship Id="rId2" Type="http://schemas.openxmlformats.org/officeDocument/2006/relationships/image" Target="../media/image24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2.xml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5" Type="http://schemas.openxmlformats.org/officeDocument/2006/relationships/image" Target="../media/image31.png"/><Relationship Id="rId10" Type="http://schemas.openxmlformats.org/officeDocument/2006/relationships/customXml" Target="../ink/ink4.xml"/><Relationship Id="rId19" Type="http://schemas.openxmlformats.org/officeDocument/2006/relationships/image" Target="../media/image33.png"/><Relationship Id="rId4" Type="http://schemas.openxmlformats.org/officeDocument/2006/relationships/customXml" Target="../ink/ink1.xml"/><Relationship Id="rId9" Type="http://schemas.openxmlformats.org/officeDocument/2006/relationships/image" Target="../media/image28.png"/><Relationship Id="rId14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mysql.com/doc/refman/8.0/en/privileges-provided.html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.xml"/><Relationship Id="rId5" Type="http://schemas.openxmlformats.org/officeDocument/2006/relationships/image" Target="../media/image38.png"/><Relationship Id="rId4" Type="http://schemas.openxmlformats.org/officeDocument/2006/relationships/customXml" Target="../ink/ink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customXml" Target="../ink/ink13.xml"/><Relationship Id="rId7" Type="http://schemas.openxmlformats.org/officeDocument/2006/relationships/customXml" Target="../ink/ink15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customXml" Target="../ink/ink14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D0E23-96B9-5B33-C4F6-4DBCE5F54F96}"/>
              </a:ext>
            </a:extLst>
          </p:cNvPr>
          <p:cNvSpPr txBox="1"/>
          <p:nvPr/>
        </p:nvSpPr>
        <p:spPr>
          <a:xfrm>
            <a:off x="1727700" y="3145893"/>
            <a:ext cx="8344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SQL 5b | TCL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02EFA-FD94-7D1F-B76C-45B63CEC7823}"/>
              </a:ext>
            </a:extLst>
          </p:cNvPr>
          <p:cNvSpPr txBox="1"/>
          <p:nvPr/>
        </p:nvSpPr>
        <p:spPr>
          <a:xfrm>
            <a:off x="1664969" y="2222563"/>
            <a:ext cx="109636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kern="0" dirty="0">
                <a:solidFill>
                  <a:srgbClr val="6C1D35"/>
                </a:solidFill>
              </a:rPr>
              <a:t>SECD2523 DATABASE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A5E36-46DF-4261-B2A9-84180659C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149" y="599516"/>
            <a:ext cx="2249407" cy="75189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AB95FE-9FB6-3175-C6AD-6B6A256E7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429" y="6352942"/>
            <a:ext cx="2136771" cy="16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46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6133-417D-9582-AD5C-C9B40323D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LEARNING OUTCOME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E07F62-62EA-F0CE-56B7-24048F3E2214}"/>
              </a:ext>
            </a:extLst>
          </p:cNvPr>
          <p:cNvGrpSpPr/>
          <p:nvPr/>
        </p:nvGrpSpPr>
        <p:grpSpPr>
          <a:xfrm>
            <a:off x="735528" y="1989249"/>
            <a:ext cx="10844366" cy="831763"/>
            <a:chOff x="511022" y="2405747"/>
            <a:chExt cx="10844366" cy="831763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1F245CD-7264-D27E-FACB-A8B4DD06F1D6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29E73F1-1DD6-8DC9-0B8E-AD1B04B34741}"/>
                </a:ext>
              </a:extLst>
            </p:cNvPr>
            <p:cNvSpPr txBox="1"/>
            <p:nvPr/>
          </p:nvSpPr>
          <p:spPr>
            <a:xfrm>
              <a:off x="511022" y="2635386"/>
              <a:ext cx="108443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Construct SQL statements for Discretionary Access Control: 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458F1EA-447C-486C-DE06-EF8199F79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018" y="6594272"/>
            <a:ext cx="1951264" cy="1468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CF5489-1A93-67FA-16A5-04A76546BEFF}"/>
              </a:ext>
            </a:extLst>
          </p:cNvPr>
          <p:cNvSpPr txBox="1"/>
          <p:nvPr/>
        </p:nvSpPr>
        <p:spPr>
          <a:xfrm>
            <a:off x="735527" y="1538145"/>
            <a:ext cx="6117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MY" b="1" dirty="0"/>
              <a:t>By the end of this lecture, students should be able to:</a:t>
            </a:r>
            <a:endParaRPr lang="en-MY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44AC4C7-0CB4-FF63-FCB9-63FEE6F22477}"/>
              </a:ext>
            </a:extLst>
          </p:cNvPr>
          <p:cNvSpPr/>
          <p:nvPr/>
        </p:nvSpPr>
        <p:spPr>
          <a:xfrm>
            <a:off x="756164" y="2867095"/>
            <a:ext cx="10823730" cy="831763"/>
          </a:xfrm>
          <a:prstGeom prst="round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1C8EDED6-5A04-187B-A687-9F2524E0180E}"/>
              </a:ext>
            </a:extLst>
          </p:cNvPr>
          <p:cNvSpPr txBox="1">
            <a:spLocks/>
          </p:cNvSpPr>
          <p:nvPr/>
        </p:nvSpPr>
        <p:spPr>
          <a:xfrm>
            <a:off x="836612" y="3030640"/>
            <a:ext cx="905786" cy="48553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D76F8F-9451-9946-9AC6-6A4DC9337D85}"/>
              </a:ext>
            </a:extLst>
          </p:cNvPr>
          <p:cNvSpPr txBox="1"/>
          <p:nvPr/>
        </p:nvSpPr>
        <p:spPr>
          <a:xfrm>
            <a:off x="1742398" y="3073352"/>
            <a:ext cx="9469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Granting Privileges to Other Users (GRANT)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FB3996-836C-433B-849F-07DE0EB4D6C8}"/>
              </a:ext>
            </a:extLst>
          </p:cNvPr>
          <p:cNvGrpSpPr/>
          <p:nvPr/>
        </p:nvGrpSpPr>
        <p:grpSpPr>
          <a:xfrm>
            <a:off x="735527" y="3749322"/>
            <a:ext cx="10823730" cy="831763"/>
            <a:chOff x="531658" y="2405747"/>
            <a:chExt cx="10823730" cy="831763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1CCCF47-DA2B-EE2D-1175-8353E84752A4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rgbClr val="9562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 Placeholder 22">
              <a:extLst>
                <a:ext uri="{FF2B5EF4-FFF2-40B4-BE49-F238E27FC236}">
                  <a16:creationId xmlns:a16="http://schemas.microsoft.com/office/drawing/2014/main" id="{8568B624-1F62-97ED-C328-D9F20C650282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C9E1B7-E84D-CFFF-E5B9-40004CBFE476}"/>
                </a:ext>
              </a:extLst>
            </p:cNvPr>
            <p:cNvSpPr txBox="1"/>
            <p:nvPr/>
          </p:nvSpPr>
          <p:spPr>
            <a:xfrm>
              <a:off x="1538529" y="2612004"/>
              <a:ext cx="94690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Revoking Privileges from Users (REVOKE)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E6849-BEAF-7B30-8539-079275E09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0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30E09E0-332F-3E06-48B0-67500B459963}"/>
              </a:ext>
            </a:extLst>
          </p:cNvPr>
          <p:cNvGrpSpPr/>
          <p:nvPr/>
        </p:nvGrpSpPr>
        <p:grpSpPr>
          <a:xfrm>
            <a:off x="5114018" y="1929326"/>
            <a:ext cx="6505167" cy="646331"/>
            <a:chOff x="5114018" y="1929326"/>
            <a:chExt cx="6505167" cy="646331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6E4D0E0-0363-7D00-9476-926580CC8B81}"/>
                </a:ext>
              </a:extLst>
            </p:cNvPr>
            <p:cNvSpPr txBox="1"/>
            <p:nvPr/>
          </p:nvSpPr>
          <p:spPr>
            <a:xfrm>
              <a:off x="6052352" y="2054221"/>
              <a:ext cx="5566833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cs typeface="Arial" pitchFamily="34" charset="0"/>
                </a:rPr>
                <a:t>Granting Privileges to Other Users (GRANT)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533923C-0FE2-D0D7-D3D2-546A2398E56F}"/>
                </a:ext>
              </a:extLst>
            </p:cNvPr>
            <p:cNvSpPr txBox="1"/>
            <p:nvPr/>
          </p:nvSpPr>
          <p:spPr>
            <a:xfrm>
              <a:off x="5114018" y="1929326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cs typeface="Arial" pitchFamily="34" charset="0"/>
                </a:rPr>
                <a:t>01</a:t>
              </a:r>
              <a:endParaRPr lang="ko-KR" altLang="en-US" sz="3600" b="1" dirty="0">
                <a:cs typeface="Arial" pitchFamily="34" charset="0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9E4484E9-F589-F0D0-E711-BD1AD2477BB3}"/>
              </a:ext>
            </a:extLst>
          </p:cNvPr>
          <p:cNvSpPr txBox="1"/>
          <p:nvPr/>
        </p:nvSpPr>
        <p:spPr>
          <a:xfrm>
            <a:off x="6052352" y="2772309"/>
            <a:ext cx="5062337" cy="40011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000" b="1" dirty="0">
                <a:cs typeface="Arial" pitchFamily="34" charset="0"/>
              </a:rPr>
              <a:t>Revoking Privileges from Users (REVOKE)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8DE2FE-EE81-76C5-D3F5-E4AFA05286F0}"/>
              </a:ext>
            </a:extLst>
          </p:cNvPr>
          <p:cNvSpPr txBox="1"/>
          <p:nvPr/>
        </p:nvSpPr>
        <p:spPr>
          <a:xfrm>
            <a:off x="5114018" y="2650449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3600" b="1" dirty="0">
                <a:cs typeface="Arial" pitchFamily="34" charset="0"/>
              </a:rPr>
              <a:t>02</a:t>
            </a:r>
            <a:endParaRPr lang="ko-KR" altLang="en-US" sz="3600" b="1" dirty="0"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63027A-A8CD-9E48-8312-06F52A14B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018" y="6594272"/>
            <a:ext cx="1951264" cy="146845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566FBCA-D555-D9F0-4A91-F91F36E61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32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B1C5938-9395-5E04-9B12-67B0A7FA3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661" y="795131"/>
            <a:ext cx="11728174" cy="2881220"/>
          </a:xfrm>
        </p:spPr>
        <p:txBody>
          <a:bodyPr>
            <a:normAutofit fontScale="90000"/>
          </a:bodyPr>
          <a:lstStyle/>
          <a:p>
            <a:r>
              <a:rPr lang="en-US" dirty="0"/>
              <a:t>Before we continue this TCL,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reuse the same database same tables created in DML3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mysql</a:t>
            </a:r>
            <a:r>
              <a:rPr lang="en-US" dirty="0"/>
              <a:t>: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use db_dml3_dept_emp_loc;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2033EB8-5EA6-F4B7-DE41-EFA963FF0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6348" y="3969833"/>
            <a:ext cx="10071652" cy="2093035"/>
          </a:xfrm>
        </p:spPr>
        <p:txBody>
          <a:bodyPr/>
          <a:lstStyle/>
          <a:p>
            <a:r>
              <a:rPr lang="en-US" dirty="0"/>
              <a:t>If failed to find the database and tables you created previously, </a:t>
            </a:r>
          </a:p>
          <a:p>
            <a:r>
              <a:rPr lang="en-US" dirty="0"/>
              <a:t>refer here to get our SQL statements to prepare all tables and sample data…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https://docs.google.com/document/d/1jC5daHE4WhP7N9U6ZxqRzBJcJAzqJxf1/edit?usp=sharing&amp;ouid=112935562328060013817&amp;rtpof=true&amp;sd=true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65AAC5-776A-C18C-C0E8-DE08F6953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00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8BACA-236B-269D-F13D-2D41CB172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75FC685-0160-48D8-9312-750C90A0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36525"/>
            <a:ext cx="11830050" cy="48323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sz="2800" dirty="0"/>
              <a:t>Here, our tables with records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51A2A40-BE5A-71A6-A008-71C0850FF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619760"/>
            <a:ext cx="11830050" cy="610171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indent="0" algn="just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select * from locations;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06B90E-816C-F54F-2D53-4618BC2F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2B6F0A-D521-606A-30EA-2F25687F8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73" y="1102994"/>
            <a:ext cx="10783993" cy="541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80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42BE9-8CEC-4A07-B631-5EFDE0A61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4D0AD86-1230-96F7-17DE-30C3F520C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36525"/>
            <a:ext cx="11830050" cy="48323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sz="2800" dirty="0"/>
              <a:t>Here, our tables with records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3FD93BE-2B1C-9448-AE5E-1012D7B80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619760"/>
            <a:ext cx="11830050" cy="610171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indent="0" algn="just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select * from departments;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B250A-8B0C-4A81-8160-F0C201225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355A0C-832E-A5A0-C5E1-16739A2CA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670" y="136525"/>
            <a:ext cx="6105721" cy="658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160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18AB0-CDFA-42B7-D37A-D056ACCD7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9232FB0-5F8A-C6ED-AD41-FEF829E9F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36525"/>
            <a:ext cx="3827393" cy="877266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sz="2800" dirty="0"/>
              <a:t>Here, </a:t>
            </a:r>
            <a:br>
              <a:rPr lang="en-US" sz="2800" dirty="0"/>
            </a:br>
            <a:r>
              <a:rPr lang="en-US" sz="2800" dirty="0"/>
              <a:t>our tables with records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6FD05D-A4E8-CA11-1538-7E889A9F1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1013791"/>
            <a:ext cx="11830050" cy="5707684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indent="0" algn="just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select * from employees;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9932D9-5EEA-D471-28B2-3CE75C79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7CBAF3-F356-F452-B162-98CEF52AB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229" y="116647"/>
            <a:ext cx="7772400" cy="37935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2572D3-3A4C-CED1-4015-34286C8FA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035" y="3282820"/>
            <a:ext cx="8511208" cy="343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2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766B10A-21E0-5FA2-C45E-8B3C33C3F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BCBB4-90A1-3D3F-7BE5-2BB882268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08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FF70D-2377-B50D-B2B2-C60237999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CAA56C7-4E31-C79B-31B4-C97D03DF9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79" y="465663"/>
            <a:ext cx="10515600" cy="5602027"/>
          </a:xfrm>
        </p:spPr>
        <p:txBody>
          <a:bodyPr>
            <a:normAutofit/>
          </a:bodyPr>
          <a:lstStyle/>
          <a:p>
            <a:r>
              <a:rPr lang="en-US" dirty="0"/>
              <a:t>but, create the users first for manager, personnel, and director, use the following </a:t>
            </a:r>
            <a:r>
              <a:rPr lang="en-US" dirty="0" err="1"/>
              <a:t>mysql</a:t>
            </a:r>
            <a:r>
              <a:rPr lang="en-US" dirty="0"/>
              <a:t> query first: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display the user list: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DEFD2-93B0-0186-AFD9-865D52E46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A9C283-2AF2-C824-FFFE-C9270484E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308" y="4576861"/>
            <a:ext cx="2743200" cy="2141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254CB5-3CF2-BE9D-2582-56FD1A780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308" y="2514600"/>
            <a:ext cx="4472972" cy="159432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62291D9-BAC9-62A6-D801-BC3B64540388}"/>
                  </a:ext>
                </a:extLst>
              </p14:cNvPr>
              <p14:cNvContentPartPr/>
              <p14:nvPr/>
            </p14:nvContentPartPr>
            <p14:xfrm>
              <a:off x="7145069" y="2832945"/>
              <a:ext cx="411480" cy="2689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62291D9-BAC9-62A6-D801-BC3B6454038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36429" y="2823945"/>
                <a:ext cx="42912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AB8EB76-D528-4C48-7618-5B3ED6A92C47}"/>
                  </a:ext>
                </a:extLst>
              </p14:cNvPr>
              <p14:cNvContentPartPr/>
              <p14:nvPr/>
            </p14:nvContentPartPr>
            <p14:xfrm>
              <a:off x="7228949" y="3498585"/>
              <a:ext cx="315360" cy="2307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AB8EB76-D528-4C48-7618-5B3ED6A92C4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19949" y="3489945"/>
                <a:ext cx="33300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5DDFB7D-D724-D692-7054-E53C1153DACD}"/>
                  </a:ext>
                </a:extLst>
              </p14:cNvPr>
              <p14:cNvContentPartPr/>
              <p14:nvPr/>
            </p14:nvContentPartPr>
            <p14:xfrm>
              <a:off x="7114469" y="4259625"/>
              <a:ext cx="327960" cy="324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5DDFB7D-D724-D692-7054-E53C1153DAC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05829" y="4250625"/>
                <a:ext cx="345600" cy="34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BC36B58-30BE-6261-C22F-7ACCF2709219}"/>
              </a:ext>
            </a:extLst>
          </p:cNvPr>
          <p:cNvGrpSpPr/>
          <p:nvPr/>
        </p:nvGrpSpPr>
        <p:grpSpPr>
          <a:xfrm>
            <a:off x="9365909" y="5206785"/>
            <a:ext cx="1044720" cy="541080"/>
            <a:chOff x="9365909" y="5206785"/>
            <a:chExt cx="1044720" cy="54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EF05833-505F-5781-167B-EC31D158B2D9}"/>
                    </a:ext>
                  </a:extLst>
                </p14:cNvPr>
                <p14:cNvContentPartPr/>
                <p14:nvPr/>
              </p14:nvContentPartPr>
              <p14:xfrm>
                <a:off x="9365909" y="5229465"/>
                <a:ext cx="931320" cy="101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EF05833-505F-5781-167B-EC31D158B2D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56909" y="5220825"/>
                  <a:ext cx="9489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FC97C0-A3EC-EAFF-23F7-1A6DD0FF5B2F}"/>
                    </a:ext>
                  </a:extLst>
                </p14:cNvPr>
                <p14:cNvContentPartPr/>
                <p14:nvPr/>
              </p14:nvContentPartPr>
              <p14:xfrm>
                <a:off x="9406229" y="5206785"/>
                <a:ext cx="97920" cy="188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FC97C0-A3EC-EAFF-23F7-1A6DD0FF5B2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97229" y="5198145"/>
                  <a:ext cx="1155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E04C199-B771-4C94-C8C6-E888B1EA4A18}"/>
                    </a:ext>
                  </a:extLst>
                </p14:cNvPr>
                <p14:cNvContentPartPr/>
                <p14:nvPr/>
              </p14:nvContentPartPr>
              <p14:xfrm>
                <a:off x="9471749" y="5468145"/>
                <a:ext cx="938160" cy="22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E04C199-B771-4C94-C8C6-E888B1EA4A1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62749" y="5459505"/>
                  <a:ext cx="955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629B83B-0EBD-A3C8-F566-D0C2ECEDB454}"/>
                    </a:ext>
                  </a:extLst>
                </p14:cNvPr>
                <p14:cNvContentPartPr/>
                <p14:nvPr/>
              </p14:nvContentPartPr>
              <p14:xfrm>
                <a:off x="9474269" y="5428545"/>
                <a:ext cx="326880" cy="111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629B83B-0EBD-A3C8-F566-D0C2ECEDB45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65269" y="5419545"/>
                  <a:ext cx="3445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8E56103-7D39-6435-A5E2-18E361AEF22C}"/>
                    </a:ext>
                  </a:extLst>
                </p14:cNvPr>
                <p14:cNvContentPartPr/>
                <p14:nvPr/>
              </p14:nvContentPartPr>
              <p14:xfrm>
                <a:off x="9537269" y="5657145"/>
                <a:ext cx="873360" cy="16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8E56103-7D39-6435-A5E2-18E361AEF22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28269" y="5648145"/>
                  <a:ext cx="8910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4A1FCD2-2811-B332-2E7D-9FF99335967B}"/>
                    </a:ext>
                  </a:extLst>
                </p14:cNvPr>
                <p14:cNvContentPartPr/>
                <p14:nvPr/>
              </p14:nvContentPartPr>
              <p14:xfrm>
                <a:off x="9535469" y="5606025"/>
                <a:ext cx="137520" cy="141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4A1FCD2-2811-B332-2E7D-9FF99335967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26829" y="5597025"/>
                  <a:ext cx="155160" cy="159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2416997-6657-3B17-7520-8A808FD39583}"/>
              </a:ext>
            </a:extLst>
          </p:cNvPr>
          <p:cNvSpPr txBox="1"/>
          <p:nvPr/>
        </p:nvSpPr>
        <p:spPr>
          <a:xfrm>
            <a:off x="495179" y="2639434"/>
            <a:ext cx="85150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dirty="0">
                <a:solidFill>
                  <a:srgbClr val="0070C0"/>
                </a:solidFill>
                <a:effectLst/>
              </a:rPr>
              <a:t>CREATE</a:t>
            </a:r>
            <a:r>
              <a:rPr lang="en-US" sz="2400" b="1" i="0" u="none" strike="noStrike" dirty="0">
                <a:solidFill>
                  <a:srgbClr val="0070C0"/>
                </a:solidFill>
                <a:effectLst/>
                <a:latin typeface="-webkit-standard"/>
              </a:rPr>
              <a:t> </a:t>
            </a:r>
            <a:r>
              <a:rPr lang="en-US" sz="2400" b="1" i="0" u="none" strike="noStrike" dirty="0">
                <a:solidFill>
                  <a:srgbClr val="0070C0"/>
                </a:solidFill>
                <a:effectLst/>
              </a:rPr>
              <a:t>USER</a:t>
            </a:r>
            <a:r>
              <a:rPr lang="en-US" sz="2400" b="0" i="0" u="none" strike="noStrike" dirty="0">
                <a:solidFill>
                  <a:srgbClr val="0070C0"/>
                </a:solidFill>
                <a:effectLst/>
                <a:latin typeface="-webkit-standard"/>
              </a:rPr>
              <a:t> </a:t>
            </a:r>
            <a:r>
              <a:rPr lang="en-US" sz="2400" b="0" i="0" u="none" strike="noStrike" dirty="0">
                <a:solidFill>
                  <a:srgbClr val="00B050"/>
                </a:solidFill>
                <a:effectLst/>
              </a:rPr>
              <a:t> 'manager'</a:t>
            </a:r>
            <a:r>
              <a:rPr lang="en-US" sz="2400" b="0" i="0" u="none" strike="noStrike" dirty="0">
                <a:solidFill>
                  <a:srgbClr val="00B050"/>
                </a:solidFill>
                <a:effectLst/>
                <a:latin typeface="-webkit-standard"/>
              </a:rPr>
              <a:t> </a:t>
            </a:r>
            <a:r>
              <a:rPr lang="en-US" sz="2400" b="1" i="0" u="none" strike="noStrike" dirty="0">
                <a:solidFill>
                  <a:srgbClr val="0070C0"/>
                </a:solidFill>
                <a:effectLst/>
                <a:latin typeface="-webkit-standard"/>
              </a:rPr>
              <a:t>IDENTIFIED </a:t>
            </a:r>
            <a:r>
              <a:rPr lang="en-US" sz="2400" b="1" i="0" u="none" strike="noStrike" dirty="0">
                <a:solidFill>
                  <a:srgbClr val="0070C0"/>
                </a:solidFill>
                <a:effectLst/>
              </a:rPr>
              <a:t>BY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US" sz="2400" b="0" i="0" u="none" strike="noStrike" dirty="0">
                <a:solidFill>
                  <a:srgbClr val="00B050"/>
                </a:solidFill>
                <a:effectLst/>
              </a:rPr>
              <a:t>'password'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;</a:t>
            </a:r>
          </a:p>
          <a:p>
            <a:endParaRPr lang="en-US" sz="2400" dirty="0">
              <a:solidFill>
                <a:srgbClr val="000000"/>
              </a:solidFill>
              <a:latin typeface="-webkit-standard"/>
            </a:endParaRPr>
          </a:p>
          <a:p>
            <a:r>
              <a:rPr lang="en-US" sz="2400" b="1" i="0" u="none" strike="noStrike" dirty="0">
                <a:solidFill>
                  <a:srgbClr val="0070C0"/>
                </a:solidFill>
                <a:effectLst/>
              </a:rPr>
              <a:t>CREATE</a:t>
            </a:r>
            <a:r>
              <a:rPr lang="en-US" sz="2400" b="1" i="0" u="none" strike="noStrike" dirty="0">
                <a:solidFill>
                  <a:srgbClr val="0070C0"/>
                </a:solidFill>
                <a:effectLst/>
                <a:latin typeface="-webkit-standard"/>
              </a:rPr>
              <a:t> </a:t>
            </a:r>
            <a:r>
              <a:rPr lang="en-US" sz="2400" b="1" i="0" u="none" strike="noStrike" dirty="0">
                <a:solidFill>
                  <a:srgbClr val="0070C0"/>
                </a:solidFill>
                <a:effectLst/>
              </a:rPr>
              <a:t>USER</a:t>
            </a:r>
            <a:r>
              <a:rPr lang="en-US" sz="2400" b="0" i="0" u="none" strike="noStrike" dirty="0">
                <a:solidFill>
                  <a:srgbClr val="0070C0"/>
                </a:solidFill>
                <a:effectLst/>
                <a:latin typeface="-webkit-standard"/>
              </a:rPr>
              <a:t> </a:t>
            </a:r>
            <a:r>
              <a:rPr lang="en-US" sz="2400" b="0" i="0" u="none" strike="noStrike" dirty="0">
                <a:solidFill>
                  <a:srgbClr val="00B050"/>
                </a:solidFill>
                <a:effectLst/>
              </a:rPr>
              <a:t> 'personnel'</a:t>
            </a:r>
            <a:r>
              <a:rPr lang="en-US" sz="2400" b="0" i="0" u="none" strike="noStrike" dirty="0">
                <a:solidFill>
                  <a:srgbClr val="00B050"/>
                </a:solidFill>
                <a:effectLst/>
                <a:latin typeface="-webkit-standard"/>
              </a:rPr>
              <a:t> </a:t>
            </a:r>
            <a:r>
              <a:rPr lang="en-US" sz="2400" b="1" i="0" u="none" strike="noStrike" dirty="0">
                <a:solidFill>
                  <a:srgbClr val="0070C0"/>
                </a:solidFill>
                <a:effectLst/>
                <a:latin typeface="-webkit-standard"/>
              </a:rPr>
              <a:t>IDENTIFIED </a:t>
            </a:r>
            <a:r>
              <a:rPr lang="en-US" sz="2400" b="1" i="0" u="none" strike="noStrike" dirty="0">
                <a:solidFill>
                  <a:srgbClr val="0070C0"/>
                </a:solidFill>
                <a:effectLst/>
              </a:rPr>
              <a:t>BY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US" sz="2400" b="0" i="0" u="none" strike="noStrike" dirty="0">
                <a:solidFill>
                  <a:srgbClr val="00B050"/>
                </a:solidFill>
                <a:effectLst/>
              </a:rPr>
              <a:t>'password'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;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i="0" u="none" strike="noStrike" dirty="0">
                <a:solidFill>
                  <a:srgbClr val="0070C0"/>
                </a:solidFill>
                <a:effectLst/>
              </a:rPr>
              <a:t>CREATE</a:t>
            </a:r>
            <a:r>
              <a:rPr lang="en-US" sz="2400" b="1" i="0" u="none" strike="noStrike" dirty="0">
                <a:solidFill>
                  <a:srgbClr val="0070C0"/>
                </a:solidFill>
                <a:effectLst/>
                <a:latin typeface="-webkit-standard"/>
              </a:rPr>
              <a:t> </a:t>
            </a:r>
            <a:r>
              <a:rPr lang="en-US" sz="2400" b="1" i="0" u="none" strike="noStrike" dirty="0">
                <a:solidFill>
                  <a:srgbClr val="0070C0"/>
                </a:solidFill>
                <a:effectLst/>
              </a:rPr>
              <a:t>USER</a:t>
            </a:r>
            <a:r>
              <a:rPr lang="en-US" sz="2400" b="0" i="0" u="none" strike="noStrike" dirty="0">
                <a:solidFill>
                  <a:srgbClr val="0070C0"/>
                </a:solidFill>
                <a:effectLst/>
                <a:latin typeface="-webkit-standard"/>
              </a:rPr>
              <a:t> </a:t>
            </a:r>
            <a:r>
              <a:rPr lang="en-US" sz="2400" b="0" i="0" u="none" strike="noStrike" dirty="0">
                <a:solidFill>
                  <a:srgbClr val="00B050"/>
                </a:solidFill>
                <a:effectLst/>
              </a:rPr>
              <a:t> 'director'</a:t>
            </a:r>
            <a:r>
              <a:rPr lang="en-US" sz="2400" b="0" i="0" u="none" strike="noStrike" dirty="0">
                <a:solidFill>
                  <a:srgbClr val="00B050"/>
                </a:solidFill>
                <a:effectLst/>
                <a:latin typeface="-webkit-standard"/>
              </a:rPr>
              <a:t> </a:t>
            </a:r>
            <a:r>
              <a:rPr lang="en-US" sz="2400" b="1" i="0" u="none" strike="noStrike" dirty="0">
                <a:solidFill>
                  <a:srgbClr val="0070C0"/>
                </a:solidFill>
                <a:effectLst/>
                <a:latin typeface="-webkit-standard"/>
              </a:rPr>
              <a:t>IDENTIFIED </a:t>
            </a:r>
            <a:r>
              <a:rPr lang="en-US" sz="2400" b="1" i="0" u="none" strike="noStrike" dirty="0">
                <a:solidFill>
                  <a:srgbClr val="0070C0"/>
                </a:solidFill>
                <a:effectLst/>
              </a:rPr>
              <a:t>BY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US" sz="2400" b="0" i="0" u="none" strike="noStrike" dirty="0">
                <a:solidFill>
                  <a:srgbClr val="00B050"/>
                </a:solidFill>
                <a:effectLst/>
              </a:rPr>
              <a:t>'password'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;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68D93-8824-D9A6-5B02-F035F8A0E6B6}"/>
              </a:ext>
            </a:extLst>
          </p:cNvPr>
          <p:cNvSpPr txBox="1"/>
          <p:nvPr/>
        </p:nvSpPr>
        <p:spPr>
          <a:xfrm>
            <a:off x="453766" y="5825447"/>
            <a:ext cx="61220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SELECT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user, host </a:t>
            </a:r>
            <a:r>
              <a:rPr lang="en-US" sz="2400" b="1" dirty="0">
                <a:solidFill>
                  <a:srgbClr val="0070C0"/>
                </a:solidFill>
              </a:rPr>
              <a:t>FROM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C00000"/>
                </a:solidFill>
              </a:rPr>
              <a:t>mysql.user</a:t>
            </a:r>
            <a:r>
              <a:rPr lang="en-US" sz="24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39973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44F04-1633-BA52-87D8-DDDB71FEC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250D95-9FEC-722B-65C0-98386817F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Discretionary Access Control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E446F-F8C5-FCB7-6B1A-540EB9D5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55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B2BF5-6891-46E3-B7E2-1DD03999E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0029"/>
          </a:xfrm>
        </p:spPr>
        <p:txBody>
          <a:bodyPr/>
          <a:lstStyle/>
          <a:p>
            <a:r>
              <a:rPr lang="en-MY" b="1" dirty="0"/>
              <a:t>Discretionary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E4A4A-2507-4138-BFC7-21CE164E4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839" y="1460499"/>
            <a:ext cx="11619571" cy="5032375"/>
          </a:xfrm>
        </p:spPr>
        <p:txBody>
          <a:bodyPr>
            <a:noAutofit/>
          </a:bodyPr>
          <a:lstStyle/>
          <a:p>
            <a:r>
              <a:rPr lang="en-US" sz="2400" dirty="0">
                <a:cs typeface="Arial" panose="020B0604020202020204" pitchFamily="34" charset="0"/>
              </a:rPr>
              <a:t>Each user is assigned specific permissions (called privileges) to access or use certain parts of a database. </a:t>
            </a:r>
          </a:p>
          <a:p>
            <a:pPr marL="457200" lvl="1" indent="0">
              <a:buNone/>
            </a:pPr>
            <a:r>
              <a:rPr lang="en-US" dirty="0">
                <a:cs typeface="Arial" panose="020B0604020202020204" pitchFamily="34" charset="0"/>
              </a:rPr>
              <a:t>Privileges defined by the ISO standard are:</a:t>
            </a:r>
          </a:p>
          <a:p>
            <a:pPr lvl="1"/>
            <a:r>
              <a:rPr lang="en-US" dirty="0">
                <a:cs typeface="Arial" panose="020B0604020202020204" pitchFamily="34" charset="0"/>
              </a:rPr>
              <a:t>SELECT—the privilege to retrieve data from a table;</a:t>
            </a:r>
          </a:p>
          <a:p>
            <a:pPr lvl="1"/>
            <a:r>
              <a:rPr lang="en-US" dirty="0">
                <a:cs typeface="Arial" panose="020B0604020202020204" pitchFamily="34" charset="0"/>
              </a:rPr>
              <a:t>INSERT [(</a:t>
            </a:r>
            <a:r>
              <a:rPr lang="en-US" dirty="0" err="1">
                <a:cs typeface="Arial" panose="020B0604020202020204" pitchFamily="34" charset="0"/>
              </a:rPr>
              <a:t>columnName</a:t>
            </a:r>
            <a:r>
              <a:rPr lang="en-US" dirty="0">
                <a:cs typeface="Arial" panose="020B0604020202020204" pitchFamily="34" charset="0"/>
              </a:rPr>
              <a:t>)]—the privilege to insert new rows into a table;</a:t>
            </a:r>
          </a:p>
          <a:p>
            <a:pPr lvl="1"/>
            <a:r>
              <a:rPr lang="en-US" dirty="0">
                <a:cs typeface="Arial" panose="020B0604020202020204" pitchFamily="34" charset="0"/>
              </a:rPr>
              <a:t>UPDATE [(</a:t>
            </a:r>
            <a:r>
              <a:rPr lang="en-US" dirty="0" err="1">
                <a:cs typeface="Arial" panose="020B0604020202020204" pitchFamily="34" charset="0"/>
              </a:rPr>
              <a:t>columnName</a:t>
            </a:r>
            <a:r>
              <a:rPr lang="en-US" dirty="0">
                <a:cs typeface="Arial" panose="020B0604020202020204" pitchFamily="34" charset="0"/>
              </a:rPr>
              <a:t>)]—the privilege to modify rows of data in a table;</a:t>
            </a:r>
          </a:p>
          <a:p>
            <a:pPr lvl="1"/>
            <a:r>
              <a:rPr lang="en-US" dirty="0">
                <a:cs typeface="Arial" panose="020B0604020202020204" pitchFamily="34" charset="0"/>
              </a:rPr>
              <a:t>DELETE—the privilege to delete rows of data from a table;</a:t>
            </a:r>
          </a:p>
          <a:p>
            <a:pPr lvl="1"/>
            <a:r>
              <a:rPr lang="en-US" dirty="0">
                <a:cs typeface="Arial" panose="020B0604020202020204" pitchFamily="34" charset="0"/>
              </a:rPr>
              <a:t>REFERENCES [(</a:t>
            </a:r>
            <a:r>
              <a:rPr lang="en-US" dirty="0" err="1">
                <a:cs typeface="Arial" panose="020B0604020202020204" pitchFamily="34" charset="0"/>
              </a:rPr>
              <a:t>columnName</a:t>
            </a:r>
            <a:r>
              <a:rPr lang="en-US" dirty="0">
                <a:cs typeface="Arial" panose="020B0604020202020204" pitchFamily="34" charset="0"/>
              </a:rPr>
              <a:t>)]—the privilege to reference columns of a named table in integrity constraints (related to foreign keys);</a:t>
            </a:r>
          </a:p>
          <a:p>
            <a:pPr lvl="1"/>
            <a:r>
              <a:rPr lang="en-US" dirty="0">
                <a:cs typeface="Arial" panose="020B0604020202020204" pitchFamily="34" charset="0"/>
              </a:rPr>
              <a:t>USAGE—the privilege to use domains, collations, character sets, and translations.</a:t>
            </a:r>
          </a:p>
          <a:p>
            <a:pPr lvl="1"/>
            <a:endParaRPr lang="en-US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cs typeface="Arial" panose="020B0604020202020204" pitchFamily="34" charset="0"/>
              </a:rPr>
              <a:t>Reference: </a:t>
            </a:r>
            <a:r>
              <a:rPr lang="en-US" sz="2400" dirty="0"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https://dev.mysql.com/doc/refman/8.0/en/privileges-provided.html</a:t>
            </a:r>
            <a:endParaRPr lang="en-US" sz="2400" dirty="0"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287B36-9A82-4B0C-A8D5-0E232F92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07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6307B-2FBA-D659-87D8-7445EFF02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06A24-7FFA-EE32-2AB5-DCD252E8A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0029"/>
          </a:xfrm>
        </p:spPr>
        <p:txBody>
          <a:bodyPr/>
          <a:lstStyle/>
          <a:p>
            <a:r>
              <a:rPr lang="en-MY" b="1" dirty="0"/>
              <a:t>Discretionary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0F84A-E991-DB17-B00A-787FD7333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839" y="1460499"/>
            <a:ext cx="11619571" cy="5032375"/>
          </a:xfrm>
        </p:spPr>
        <p:txBody>
          <a:bodyPr>
            <a:noAutofit/>
          </a:bodyPr>
          <a:lstStyle/>
          <a:p>
            <a:r>
              <a:rPr lang="en-US" sz="2400" dirty="0">
                <a:cs typeface="Arial" panose="020B0604020202020204" pitchFamily="34" charset="0"/>
              </a:rPr>
              <a:t>When a user creates something in the database, like a table, they automatically get permissions for it and can share it with others.</a:t>
            </a:r>
          </a:p>
          <a:p>
            <a:pPr marL="457200" lvl="1" indent="0">
              <a:buNone/>
            </a:pPr>
            <a:r>
              <a:rPr lang="en-US" dirty="0">
                <a:cs typeface="Arial" panose="020B0604020202020204" pitchFamily="34" charset="0"/>
              </a:rPr>
              <a:t>Example:</a:t>
            </a:r>
          </a:p>
          <a:p>
            <a:pPr lvl="1"/>
            <a:r>
              <a:rPr lang="en-US" dirty="0">
                <a:cs typeface="Arial" panose="020B0604020202020204" pitchFamily="34" charset="0"/>
              </a:rPr>
              <a:t>When User A creates a table, they automatically have full permission to manage and use it.</a:t>
            </a:r>
          </a:p>
          <a:p>
            <a:pPr lvl="1"/>
            <a:r>
              <a:rPr lang="en-US" dirty="0">
                <a:cs typeface="Arial" panose="020B0604020202020204" pitchFamily="34" charset="0"/>
              </a:rPr>
              <a:t>Since User A created the table, they automatically receive permissions like SELECT, INSERT, UPDATE, DELETE, and more.</a:t>
            </a:r>
          </a:p>
          <a:p>
            <a:pPr lvl="1"/>
            <a:r>
              <a:rPr lang="en-US" dirty="0">
                <a:cs typeface="Arial" panose="020B0604020202020204" pitchFamily="34" charset="0"/>
              </a:rPr>
              <a:t>User A can share these permissions with User B by granting them specific access rights.</a:t>
            </a:r>
          </a:p>
          <a:p>
            <a:pPr lvl="1"/>
            <a:r>
              <a:rPr lang="en-US" dirty="0">
                <a:cs typeface="Arial" panose="020B0604020202020204" pitchFamily="34" charset="0"/>
              </a:rPr>
              <a:t>This gives User B permission to view the data in the table but not to modify it.</a:t>
            </a:r>
          </a:p>
          <a:p>
            <a:pPr lvl="1"/>
            <a:r>
              <a:rPr lang="en-US" dirty="0">
                <a:cs typeface="Arial" panose="020B0604020202020204" pitchFamily="34" charset="0"/>
              </a:rPr>
              <a:t>Now, User B can run queries to access the data</a:t>
            </a:r>
            <a:r>
              <a:rPr lang="en-MY" dirty="0">
                <a:cs typeface="Arial" panose="020B0604020202020204" pitchFamily="34" charset="0"/>
              </a:rPr>
              <a:t>.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333631-B1C0-38F5-3404-FB449DE57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045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43DE5-9FB5-18C8-4908-1A5558E41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1A220-3371-F7E0-106B-7BBB52DBA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0029"/>
          </a:xfrm>
        </p:spPr>
        <p:txBody>
          <a:bodyPr/>
          <a:lstStyle/>
          <a:p>
            <a:r>
              <a:rPr lang="en-MY" b="1" dirty="0"/>
              <a:t>Discretionary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7E188-6FA2-A8B3-20C6-398B881A3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85" y="1404361"/>
            <a:ext cx="11947603" cy="5317113"/>
          </a:xfrm>
        </p:spPr>
        <p:txBody>
          <a:bodyPr>
            <a:normAutofit/>
          </a:bodyPr>
          <a:lstStyle/>
          <a:p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The system lets users share permissions, but this flexibility can be exploited by someone who tricks a user into sharing confidential information.</a:t>
            </a:r>
          </a:p>
          <a:p>
            <a:pPr marL="457200" lvl="1" indent="0">
              <a:buNone/>
            </a:pPr>
            <a:r>
              <a:rPr lang="en-MY" dirty="0">
                <a:ea typeface="Tahoma" panose="020B0604030504040204" pitchFamily="34" charset="0"/>
                <a:cs typeface="Tahoma" panose="020B0604030504040204" pitchFamily="34" charset="0"/>
              </a:rPr>
              <a:t>Example:</a:t>
            </a:r>
          </a:p>
          <a:p>
            <a:pPr lvl="1"/>
            <a:r>
              <a:rPr lang="en-MY" dirty="0">
                <a:ea typeface="Tahoma" panose="020B0604030504040204" pitchFamily="34" charset="0"/>
                <a:cs typeface="Tahoma" panose="020B0604030504040204" pitchFamily="34" charset="0"/>
              </a:rPr>
              <a:t>Sensitive data exists in the table, like private salary details.</a:t>
            </a:r>
          </a:p>
          <a:p>
            <a:pPr lvl="1"/>
            <a:r>
              <a:rPr lang="en-MY" dirty="0">
                <a:ea typeface="Tahoma" panose="020B0604030504040204" pitchFamily="34" charset="0"/>
                <a:cs typeface="Tahoma" panose="020B0604030504040204" pitchFamily="34" charset="0"/>
              </a:rPr>
              <a:t>An unauthorized User C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(someone who isn’t supposed to access certain data) </a:t>
            </a:r>
            <a:r>
              <a:rPr lang="en-MY" dirty="0">
                <a:ea typeface="Tahoma" panose="020B0604030504040204" pitchFamily="34" charset="0"/>
                <a:cs typeface="Tahoma" panose="020B0604030504040204" pitchFamily="34" charset="0"/>
              </a:rPr>
              <a:t>asks an authorized User B (someone with legitimate access) for "help" with a database task.</a:t>
            </a:r>
          </a:p>
          <a:p>
            <a:pPr lvl="1"/>
            <a:r>
              <a:rPr lang="en-MY" dirty="0">
                <a:ea typeface="Tahoma" panose="020B0604030504040204" pitchFamily="34" charset="0"/>
                <a:cs typeface="Tahoma" panose="020B0604030504040204" pitchFamily="34" charset="0"/>
              </a:rPr>
              <a:t>User C says, "Can you run this query and share the results with me? I can’t access the data myself."</a:t>
            </a:r>
          </a:p>
          <a:p>
            <a:pPr lvl="1"/>
            <a:r>
              <a:rPr lang="en-MY" dirty="0">
                <a:ea typeface="Tahoma" panose="020B0604030504040204" pitchFamily="34" charset="0"/>
                <a:cs typeface="Tahoma" panose="020B0604030504040204" pitchFamily="34" charset="0"/>
              </a:rPr>
              <a:t>User B, trusting User C, runs the query and then shares the output, unknowingly revealing sensitive salary data to User C.</a:t>
            </a:r>
          </a:p>
          <a:p>
            <a:r>
              <a:rPr lang="en-MY" sz="2400" dirty="0">
                <a:ea typeface="Tahoma" panose="020B0604030504040204" pitchFamily="34" charset="0"/>
                <a:cs typeface="Tahoma" panose="020B0604030504040204" pitchFamily="34" charset="0"/>
              </a:rPr>
              <a:t>SQL supports only discretionary access control through the GRANT and REVOKE statements. </a:t>
            </a:r>
          </a:p>
          <a:p>
            <a:r>
              <a:rPr lang="en-MY" sz="2400" dirty="0">
                <a:ea typeface="Tahoma" panose="020B0604030504040204" pitchFamily="34" charset="0"/>
                <a:cs typeface="Tahoma" panose="020B0604030504040204" pitchFamily="34" charset="0"/>
              </a:rPr>
              <a:t>The mechanism is based on the concepts of authorization identifiers, ownership, and privileges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DE80ED-5EBF-0A19-5DBA-0F93CE45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644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AB384-AAFA-498B-4E49-543C46C9A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89DFDF4-C023-0C8D-E355-F3033D233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Granting Privileges to Other Users (GRANT)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BE332-3472-A32B-F7B3-298E546B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68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DDB05-A102-A9ED-5619-B56649E9F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50272-B77D-319A-7C77-3FE2A962C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27" y="365125"/>
            <a:ext cx="11108473" cy="715975"/>
          </a:xfrm>
        </p:spPr>
        <p:txBody>
          <a:bodyPr/>
          <a:lstStyle/>
          <a:p>
            <a:r>
              <a:rPr lang="en-MY" b="1" dirty="0"/>
              <a:t>Granting Privileges to Other Users (GRANT)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DE41B-6429-D642-1333-F11B7301B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310" y="2995222"/>
            <a:ext cx="11348890" cy="3325929"/>
          </a:xfrm>
        </p:spPr>
        <p:txBody>
          <a:bodyPr>
            <a:noAutofit/>
          </a:bodyPr>
          <a:lstStyle/>
          <a:p>
            <a:r>
              <a:rPr lang="en-MY" sz="2400" dirty="0">
                <a:ea typeface="Tahoma" panose="020B0604030504040204" pitchFamily="34" charset="0"/>
                <a:cs typeface="Tahoma" panose="020B0604030504040204" pitchFamily="34" charset="0"/>
              </a:rPr>
              <a:t>Grant All: Use ALL PRIVILEGES to give a user all permissions without listing them individually.</a:t>
            </a:r>
          </a:p>
          <a:p>
            <a:r>
              <a:rPr lang="en-MY" sz="2400" dirty="0">
                <a:ea typeface="Tahoma" panose="020B0604030504040204" pitchFamily="34" charset="0"/>
                <a:cs typeface="Tahoma" panose="020B0604030504040204" pitchFamily="34" charset="0"/>
              </a:rPr>
              <a:t>Access for All: Use PUBLIC to allow everyone, now and in the future, to access an object.</a:t>
            </a:r>
          </a:p>
          <a:p>
            <a:r>
              <a:rPr lang="en-MY" sz="2400" dirty="0">
                <a:ea typeface="Tahoma" panose="020B0604030504040204" pitchFamily="34" charset="0"/>
                <a:cs typeface="Tahoma" panose="020B0604030504040204" pitchFamily="34" charset="0"/>
              </a:rPr>
              <a:t>Object Types: Permissions can be given for tables, views, or other database objects.</a:t>
            </a:r>
          </a:p>
          <a:p>
            <a:r>
              <a:rPr lang="en-MY" sz="2400" dirty="0">
                <a:ea typeface="Tahoma" panose="020B0604030504040204" pitchFamily="34" charset="0"/>
                <a:cs typeface="Tahoma" panose="020B0604030504040204" pitchFamily="34" charset="0"/>
              </a:rPr>
              <a:t>Sharing Privileges: WITH GRANT OPTION lets users pass their permissions to others.</a:t>
            </a:r>
          </a:p>
          <a:p>
            <a:r>
              <a:rPr lang="en-MY" sz="2400" dirty="0">
                <a:ea typeface="Tahoma" panose="020B0604030504040204" pitchFamily="34" charset="0"/>
                <a:cs typeface="Tahoma" panose="020B0604030504040204" pitchFamily="34" charset="0"/>
              </a:rPr>
              <a:t>Restrict Sharing: Without WITH GRANT OPTION, users can’t share their permissions.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D8923-CBBE-BBC0-6C46-DD5BCA2E9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776007-1A74-F5FF-B042-8F6221AD1811}"/>
              </a:ext>
            </a:extLst>
          </p:cNvPr>
          <p:cNvSpPr txBox="1"/>
          <p:nvPr/>
        </p:nvSpPr>
        <p:spPr>
          <a:xfrm>
            <a:off x="538310" y="1253331"/>
            <a:ext cx="7663412" cy="156966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GRANT </a:t>
            </a:r>
            <a:r>
              <a:rPr lang="en-US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</a:t>
            </a:r>
            <a:r>
              <a:rPr lang="en-US" sz="24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PrivilegeList</a:t>
            </a:r>
            <a:r>
              <a:rPr lang="en-US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| </a:t>
            </a:r>
            <a:r>
              <a:rPr lang="en-US" sz="24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PRIVILEGES</a:t>
            </a:r>
            <a:r>
              <a:rPr lang="en-US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]</a:t>
            </a:r>
          </a:p>
          <a:p>
            <a:r>
              <a:rPr lang="en-US" sz="24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</a:t>
            </a:r>
            <a:r>
              <a:rPr lang="en-US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solidFill>
                  <a:srgbClr val="C00000"/>
                </a:solidFill>
                <a:effectLst/>
                <a:highlight>
                  <a:srgbClr val="C0C0C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ObjectName</a:t>
            </a:r>
            <a:endParaRPr lang="en-US" sz="2400" dirty="0">
              <a:solidFill>
                <a:srgbClr val="C00000"/>
              </a:solidFill>
              <a:effectLst/>
              <a:highlight>
                <a:srgbClr val="C0C0C0"/>
              </a:highligh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</a:t>
            </a:r>
            <a:r>
              <a:rPr lang="en-US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</a:t>
            </a:r>
            <a:r>
              <a:rPr lang="en-US" sz="24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AuthorizationIdList</a:t>
            </a:r>
            <a:r>
              <a:rPr lang="en-US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| </a:t>
            </a:r>
            <a:r>
              <a:rPr lang="en-US" sz="24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</a:t>
            </a:r>
            <a:r>
              <a:rPr lang="en-US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]</a:t>
            </a:r>
            <a:endParaRPr lang="en-US" sz="2400" dirty="0">
              <a:effectLst/>
              <a:highlight>
                <a:srgbClr val="C0C0C0"/>
              </a:highligh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</a:t>
            </a:r>
            <a:r>
              <a:rPr lang="en-US" sz="24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GRANT OPTION</a:t>
            </a:r>
            <a:r>
              <a:rPr lang="en-US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];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5A2690-546B-73CB-73A4-BF1664B00D93}"/>
              </a:ext>
            </a:extLst>
          </p:cNvPr>
          <p:cNvSpPr txBox="1"/>
          <p:nvPr/>
        </p:nvSpPr>
        <p:spPr>
          <a:xfrm>
            <a:off x="538310" y="5678333"/>
            <a:ext cx="111153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Note: MySQL doesn’t support PUBLIC.</a:t>
            </a:r>
          </a:p>
          <a:p>
            <a:r>
              <a:rPr lang="en-US" sz="2400" dirty="0">
                <a:solidFill>
                  <a:srgbClr val="C00000"/>
                </a:solidFill>
              </a:rPr>
              <a:t>But can still grant privileges to specific users (using % for any host).</a:t>
            </a:r>
          </a:p>
        </p:txBody>
      </p:sp>
    </p:spTree>
    <p:extLst>
      <p:ext uri="{BB962C8B-B14F-4D97-AF65-F5344CB8AC3E}">
        <p14:creationId xmlns:p14="http://schemas.microsoft.com/office/powerpoint/2010/main" val="1094959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31EEB42-43AA-4B37-A49B-943B0429B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892" y="1306038"/>
            <a:ext cx="11914216" cy="4351338"/>
          </a:xfrm>
        </p:spPr>
        <p:txBody>
          <a:bodyPr/>
          <a:lstStyle/>
          <a:p>
            <a:r>
              <a:rPr lang="en-MY" dirty="0"/>
              <a:t>Example 1:</a:t>
            </a:r>
          </a:p>
          <a:p>
            <a:pPr lvl="1"/>
            <a:r>
              <a:rPr lang="en-MY" dirty="0"/>
              <a:t>Give the user with authorization identifier </a:t>
            </a:r>
            <a:r>
              <a:rPr lang="en-MY" dirty="0">
                <a:solidFill>
                  <a:srgbClr val="C00000"/>
                </a:solidFill>
              </a:rPr>
              <a:t>manager</a:t>
            </a:r>
            <a:r>
              <a:rPr lang="en-MY" dirty="0"/>
              <a:t> all privileges on </a:t>
            </a:r>
            <a:r>
              <a:rPr lang="en-MY" dirty="0">
                <a:solidFill>
                  <a:srgbClr val="C00000"/>
                </a:solidFill>
              </a:rPr>
              <a:t>employees</a:t>
            </a:r>
            <a:r>
              <a:rPr lang="en-MY" dirty="0"/>
              <a:t> table.</a:t>
            </a:r>
          </a:p>
          <a:p>
            <a:pPr lvl="1"/>
            <a:endParaRPr lang="en-MY" dirty="0"/>
          </a:p>
          <a:p>
            <a:pPr lvl="1"/>
            <a:endParaRPr lang="en-MY" dirty="0"/>
          </a:p>
          <a:p>
            <a:pPr lvl="1"/>
            <a:endParaRPr lang="en-MY" dirty="0"/>
          </a:p>
          <a:p>
            <a:pPr lvl="1"/>
            <a:endParaRPr lang="en-MY" dirty="0"/>
          </a:p>
          <a:p>
            <a:pPr lvl="1"/>
            <a:endParaRPr lang="en-MY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57BCC3-A6B3-4C01-B6D8-9C0DAF297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8553"/>
          </a:xfrm>
        </p:spPr>
        <p:txBody>
          <a:bodyPr/>
          <a:lstStyle/>
          <a:p>
            <a:r>
              <a:rPr lang="en-MY" b="1" dirty="0"/>
              <a:t>GRANT all privileges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6C2B9-65D9-428B-AED2-55EB2A03E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7F4A1D-9E6B-47D1-A73D-3E8D7926BA7C}"/>
              </a:ext>
            </a:extLst>
          </p:cNvPr>
          <p:cNvSpPr txBox="1"/>
          <p:nvPr/>
        </p:nvSpPr>
        <p:spPr>
          <a:xfrm>
            <a:off x="883498" y="2482523"/>
            <a:ext cx="4139627" cy="132343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GRANT ALL PRIVILEGES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employees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manager</a:t>
            </a:r>
          </a:p>
          <a:p>
            <a:r>
              <a:rPr lang="en-US" sz="20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GRANT OPTION</a:t>
            </a:r>
            <a:r>
              <a:rPr lang="en-US" sz="20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8F85E-F46A-820C-B147-A1E8178C1548}"/>
              </a:ext>
            </a:extLst>
          </p:cNvPr>
          <p:cNvSpPr txBox="1"/>
          <p:nvPr/>
        </p:nvSpPr>
        <p:spPr>
          <a:xfrm>
            <a:off x="5179243" y="2482523"/>
            <a:ext cx="6551840" cy="26776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user </a:t>
            </a:r>
            <a:r>
              <a:rPr lang="en-US" sz="2400" dirty="0">
                <a:solidFill>
                  <a:srgbClr val="C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manager 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can now: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view,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insert, update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4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delete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data in </a:t>
            </a:r>
            <a:r>
              <a:rPr lang="en-US" sz="2400" dirty="0">
                <a:solidFill>
                  <a:srgbClr val="C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employees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table.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employees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table and all </a:t>
            </a:r>
            <a:r>
              <a:rPr lang="en-US" sz="2400" dirty="0">
                <a:solidFill>
                  <a:srgbClr val="C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employees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columns in any table that he or she creates.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because </a:t>
            </a:r>
            <a:r>
              <a:rPr lang="en-US" sz="24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 GRANT OPTION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>
                <a:solidFill>
                  <a:srgbClr val="C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manager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can share these privileges with other users.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22D3AB-8D55-7D7A-8DBE-7940B1924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787" y="4434362"/>
            <a:ext cx="3955275" cy="132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51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D4280-A488-CC28-3C65-BA8A11E0B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845BFB9-A809-28AE-00E7-ACD26519C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892" y="1306038"/>
            <a:ext cx="11914216" cy="4351338"/>
          </a:xfrm>
        </p:spPr>
        <p:txBody>
          <a:bodyPr/>
          <a:lstStyle/>
          <a:p>
            <a:r>
              <a:rPr lang="en-MY" dirty="0"/>
              <a:t>Example 2:</a:t>
            </a:r>
          </a:p>
          <a:p>
            <a:pPr lvl="1"/>
            <a:r>
              <a:rPr lang="en-MY" dirty="0"/>
              <a:t>Give users </a:t>
            </a:r>
            <a:r>
              <a:rPr lang="en-MY" dirty="0">
                <a:solidFill>
                  <a:srgbClr val="C00000"/>
                </a:solidFill>
              </a:rPr>
              <a:t>personnel</a:t>
            </a:r>
            <a:r>
              <a:rPr lang="en-MY" dirty="0"/>
              <a:t> and </a:t>
            </a:r>
            <a:r>
              <a:rPr lang="en-MY" dirty="0">
                <a:solidFill>
                  <a:srgbClr val="C00000"/>
                </a:solidFill>
              </a:rPr>
              <a:t>director</a:t>
            </a:r>
            <a:r>
              <a:rPr lang="en-MY" dirty="0"/>
              <a:t> the privileges </a:t>
            </a:r>
            <a:r>
              <a:rPr lang="en-MY" b="1" dirty="0">
                <a:solidFill>
                  <a:srgbClr val="0070C0"/>
                </a:solidFill>
              </a:rPr>
              <a:t>SELECT</a:t>
            </a:r>
            <a:r>
              <a:rPr lang="en-MY" dirty="0"/>
              <a:t> and </a:t>
            </a:r>
            <a:r>
              <a:rPr lang="en-MY" b="1" dirty="0">
                <a:solidFill>
                  <a:srgbClr val="0070C0"/>
                </a:solidFill>
              </a:rPr>
              <a:t>UPDATE</a:t>
            </a:r>
            <a:r>
              <a:rPr lang="en-MY" dirty="0"/>
              <a:t> on column </a:t>
            </a:r>
            <a:r>
              <a:rPr lang="en-MY" dirty="0">
                <a:solidFill>
                  <a:srgbClr val="C00000"/>
                </a:solidFill>
              </a:rPr>
              <a:t>salary</a:t>
            </a:r>
            <a:r>
              <a:rPr lang="en-MY" dirty="0"/>
              <a:t> of the </a:t>
            </a:r>
            <a:r>
              <a:rPr lang="en-MY" dirty="0">
                <a:solidFill>
                  <a:srgbClr val="C00000"/>
                </a:solidFill>
              </a:rPr>
              <a:t>employees</a:t>
            </a:r>
            <a:r>
              <a:rPr lang="en-MY" dirty="0"/>
              <a:t> table.</a:t>
            </a:r>
          </a:p>
          <a:p>
            <a:pPr lvl="1"/>
            <a:endParaRPr lang="en-MY" dirty="0"/>
          </a:p>
          <a:p>
            <a:pPr lvl="1"/>
            <a:endParaRPr lang="en-MY" dirty="0"/>
          </a:p>
          <a:p>
            <a:pPr lvl="1"/>
            <a:endParaRPr lang="en-MY" dirty="0"/>
          </a:p>
          <a:p>
            <a:pPr lvl="1"/>
            <a:endParaRPr lang="en-MY" dirty="0"/>
          </a:p>
          <a:p>
            <a:pPr lvl="1"/>
            <a:endParaRPr lang="en-MY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B67F0-FFA0-65B4-FB98-78ABD2B6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8553"/>
          </a:xfrm>
        </p:spPr>
        <p:txBody>
          <a:bodyPr/>
          <a:lstStyle/>
          <a:p>
            <a:r>
              <a:rPr lang="en-MY" b="1" dirty="0"/>
              <a:t>GRANT specific privileges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0D9027-28CC-23A5-E884-BABA40016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D0146-48AF-EB73-0592-52D9AA61C291}"/>
              </a:ext>
            </a:extLst>
          </p:cNvPr>
          <p:cNvSpPr txBox="1"/>
          <p:nvPr/>
        </p:nvSpPr>
        <p:spPr>
          <a:xfrm>
            <a:off x="838200" y="2767280"/>
            <a:ext cx="4718326" cy="1015663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GRANT SELECT, UPDATE 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(salary)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employees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personnel, director</a:t>
            </a:r>
            <a:r>
              <a:rPr lang="en-US" sz="20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5C746B-73C5-69BA-67C8-F18B23473971}"/>
              </a:ext>
            </a:extLst>
          </p:cNvPr>
          <p:cNvSpPr txBox="1"/>
          <p:nvPr/>
        </p:nvSpPr>
        <p:spPr>
          <a:xfrm>
            <a:off x="6096000" y="2767280"/>
            <a:ext cx="5635083" cy="15696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keyword omitted </a:t>
            </a:r>
            <a:r>
              <a:rPr lang="en-US" sz="24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 GRANT OPTION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so that users </a:t>
            </a:r>
            <a:r>
              <a:rPr lang="en-US" sz="2400" dirty="0">
                <a:solidFill>
                  <a:srgbClr val="C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personnel 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2400" dirty="0">
                <a:solidFill>
                  <a:srgbClr val="C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director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cannot share these privileges with other users.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2CA573-8A41-1676-8BAE-741E2A350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342485"/>
            <a:ext cx="33401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672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05172-F24C-B368-BA21-86A0D8A01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6DA2C75-5369-B0DA-79E9-BB20C2BAB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892" y="1306038"/>
            <a:ext cx="11914216" cy="4351338"/>
          </a:xfrm>
        </p:spPr>
        <p:txBody>
          <a:bodyPr/>
          <a:lstStyle/>
          <a:p>
            <a:r>
              <a:rPr lang="en-MY" dirty="0"/>
              <a:t>Example 3:</a:t>
            </a:r>
          </a:p>
          <a:p>
            <a:pPr lvl="1"/>
            <a:r>
              <a:rPr lang="en-MY" dirty="0"/>
              <a:t>Give all users the privilege </a:t>
            </a:r>
            <a:r>
              <a:rPr lang="en-US" sz="24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SELECT </a:t>
            </a:r>
            <a:r>
              <a:rPr lang="en-MY" dirty="0"/>
              <a:t>on </a:t>
            </a:r>
            <a:r>
              <a:rPr lang="en-MY" dirty="0">
                <a:solidFill>
                  <a:srgbClr val="C00000"/>
                </a:solidFill>
              </a:rPr>
              <a:t>departments</a:t>
            </a:r>
            <a:r>
              <a:rPr lang="en-MY" dirty="0"/>
              <a:t> table.</a:t>
            </a:r>
          </a:p>
          <a:p>
            <a:pPr lvl="1"/>
            <a:endParaRPr lang="en-MY" dirty="0"/>
          </a:p>
          <a:p>
            <a:pPr lvl="1"/>
            <a:endParaRPr lang="en-MY" dirty="0"/>
          </a:p>
          <a:p>
            <a:pPr lvl="1"/>
            <a:endParaRPr lang="en-MY" dirty="0"/>
          </a:p>
          <a:p>
            <a:pPr lvl="1"/>
            <a:endParaRPr lang="en-MY" dirty="0"/>
          </a:p>
          <a:p>
            <a:pPr lvl="1"/>
            <a:endParaRPr lang="en-MY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DECF95-8371-2151-A39A-DA8B84075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8553"/>
          </a:xfrm>
        </p:spPr>
        <p:txBody>
          <a:bodyPr/>
          <a:lstStyle/>
          <a:p>
            <a:r>
              <a:rPr lang="en-MY" b="1" dirty="0"/>
              <a:t>GRANT specific privileges to PUBLIC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57645-FEF3-51BB-22CC-A0358CF0E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B04F06-C4C5-3961-D7DA-5F12059A89E7}"/>
              </a:ext>
            </a:extLst>
          </p:cNvPr>
          <p:cNvSpPr txBox="1"/>
          <p:nvPr/>
        </p:nvSpPr>
        <p:spPr>
          <a:xfrm>
            <a:off x="838198" y="2605444"/>
            <a:ext cx="4139627" cy="1015663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GRANT SELECT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departments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PUBLIC;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0396FB-7BF7-9B84-4D98-A4BF3AD43849}"/>
              </a:ext>
            </a:extLst>
          </p:cNvPr>
          <p:cNvSpPr txBox="1"/>
          <p:nvPr/>
        </p:nvSpPr>
        <p:spPr>
          <a:xfrm>
            <a:off x="5179243" y="2482523"/>
            <a:ext cx="6551840" cy="200054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Using the keyword </a:t>
            </a:r>
            <a:r>
              <a:rPr lang="en-US" sz="24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PUBLIC 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means that all users (now and in the future) can view all the data in </a:t>
            </a:r>
            <a:r>
              <a:rPr kumimoji="0" lang="en-MY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departments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table.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There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is no need to 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24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 GRANT OPTION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because every user has access to the table.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857E6B-6042-1EA1-9456-D49BB22F2264}"/>
              </a:ext>
            </a:extLst>
          </p:cNvPr>
          <p:cNvSpPr txBox="1"/>
          <p:nvPr/>
        </p:nvSpPr>
        <p:spPr>
          <a:xfrm>
            <a:off x="182137" y="3869894"/>
            <a:ext cx="98000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Note: </a:t>
            </a:r>
          </a:p>
          <a:p>
            <a:r>
              <a:rPr lang="en-US" sz="2400" dirty="0">
                <a:solidFill>
                  <a:srgbClr val="C00000"/>
                </a:solidFill>
              </a:rPr>
              <a:t>MySQL doesn’t support PUBLIC.</a:t>
            </a:r>
          </a:p>
          <a:p>
            <a:r>
              <a:rPr lang="en-US" sz="2400" dirty="0">
                <a:solidFill>
                  <a:srgbClr val="C00000"/>
                </a:solidFill>
              </a:rPr>
              <a:t>But can still grant privileges to specific users (using % for any host).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792EDA-3382-74D5-A842-46E81F7A9F6E}"/>
              </a:ext>
            </a:extLst>
          </p:cNvPr>
          <p:cNvSpPr txBox="1"/>
          <p:nvPr/>
        </p:nvSpPr>
        <p:spPr>
          <a:xfrm>
            <a:off x="838199" y="5149544"/>
            <a:ext cx="4139627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GRANT SELECT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departments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</a:t>
            </a:r>
            <a:r>
              <a:rPr lang="en-US" sz="2000" b="0" i="0" u="none" strike="noStrike" dirty="0">
                <a:solidFill>
                  <a:srgbClr val="00B050"/>
                </a:solidFill>
                <a:effectLst/>
              </a:rPr>
              <a:t>'</a:t>
            </a:r>
            <a:r>
              <a:rPr lang="en-US" sz="2000" b="0" i="0" u="none" strike="noStrike" dirty="0" err="1">
                <a:solidFill>
                  <a:srgbClr val="00B050"/>
                </a:solidFill>
                <a:effectLst/>
              </a:rPr>
              <a:t>root'@'localhost</a:t>
            </a:r>
            <a:r>
              <a:rPr lang="en-US" sz="2000" b="0" i="0" u="none" strike="noStrike" dirty="0">
                <a:solidFill>
                  <a:srgbClr val="00B050"/>
                </a:solidFill>
                <a:effectLst/>
              </a:rPr>
              <a:t>'</a:t>
            </a:r>
            <a:r>
              <a:rPr lang="en-US" sz="20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4624133-B90E-866C-39DE-7A4957A11D07}"/>
              </a:ext>
            </a:extLst>
          </p:cNvPr>
          <p:cNvGrpSpPr/>
          <p:nvPr/>
        </p:nvGrpSpPr>
        <p:grpSpPr>
          <a:xfrm>
            <a:off x="3448949" y="3190425"/>
            <a:ext cx="660240" cy="811800"/>
            <a:chOff x="3448949" y="3190425"/>
            <a:chExt cx="660240" cy="81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8788AEA-F7F6-E63B-ABCC-D6F3139326A8}"/>
                    </a:ext>
                  </a:extLst>
                </p14:cNvPr>
                <p14:cNvContentPartPr/>
                <p14:nvPr/>
              </p14:nvContentPartPr>
              <p14:xfrm>
                <a:off x="3542909" y="3190425"/>
                <a:ext cx="566280" cy="625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8788AEA-F7F6-E63B-ABCC-D6F3139326A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34269" y="3181785"/>
                  <a:ext cx="583920" cy="6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19C68E4-9A5A-B110-B83E-BDCDDD3237A1}"/>
                    </a:ext>
                  </a:extLst>
                </p14:cNvPr>
                <p14:cNvContentPartPr/>
                <p14:nvPr/>
              </p14:nvContentPartPr>
              <p14:xfrm>
                <a:off x="3448949" y="3190785"/>
                <a:ext cx="599760" cy="811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19C68E4-9A5A-B110-B83E-BDCDDD3237A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40309" y="3181785"/>
                  <a:ext cx="617400" cy="82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3A154B5-6E2E-1DB9-5F7C-B5A2BAF936A0}"/>
                  </a:ext>
                </a:extLst>
              </p14:cNvPr>
              <p14:cNvContentPartPr/>
              <p14:nvPr/>
            </p14:nvContentPartPr>
            <p14:xfrm>
              <a:off x="3821909" y="5233065"/>
              <a:ext cx="993600" cy="7700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3A154B5-6E2E-1DB9-5F7C-B5A2BAF936A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12909" y="5224065"/>
                <a:ext cx="1011240" cy="78768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DDC8066E-AC7C-305B-1DBF-2313229E16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9863" y="5227320"/>
            <a:ext cx="60706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79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C054E-B533-3010-DD1D-4D3C5A84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B572CD-9FD6-3858-22FA-9334D7E58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Revoking Privileges from Users (REVOKE)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947A3-3BAA-CCCD-FEA2-4129F55B9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35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7EBCD-62CB-6B78-362C-39FDC679F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B4B8F-5BCE-B2E9-CD3D-394AC1199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27" y="365125"/>
            <a:ext cx="11108473" cy="715975"/>
          </a:xfrm>
        </p:spPr>
        <p:txBody>
          <a:bodyPr/>
          <a:lstStyle/>
          <a:p>
            <a:r>
              <a:rPr lang="en-US" dirty="0"/>
              <a:t>Revoking Privileges from Users (REVOKE)</a:t>
            </a:r>
            <a:endParaRPr lang="en-MY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FCBF3-458E-333C-3295-02F68DC34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310" y="3166945"/>
            <a:ext cx="11348890" cy="3325929"/>
          </a:xfrm>
        </p:spPr>
        <p:txBody>
          <a:bodyPr>
            <a:noAutofit/>
          </a:bodyPr>
          <a:lstStyle/>
          <a:p>
            <a:r>
              <a:rPr lang="en-MY" sz="2400" b="1" dirty="0">
                <a:ea typeface="Tahoma" panose="020B0604030504040204" pitchFamily="34" charset="0"/>
                <a:cs typeface="Tahoma" panose="020B0604030504040204" pitchFamily="34" charset="0"/>
              </a:rPr>
              <a:t>ALL PRIVILEGES</a:t>
            </a:r>
            <a:r>
              <a:rPr lang="en-MY" sz="2400" dirty="0">
                <a:ea typeface="Tahoma" panose="020B0604030504040204" pitchFamily="34" charset="0"/>
                <a:cs typeface="Tahoma" panose="020B0604030504040204" pitchFamily="34" charset="0"/>
              </a:rPr>
              <a:t> refers to all the permissions (like </a:t>
            </a:r>
            <a:r>
              <a:rPr lang="en-MY" sz="2400" b="1" dirty="0">
                <a:solidFill>
                  <a:srgbClr val="0070C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SELECT, INSERT, DELETE</a:t>
            </a:r>
            <a:r>
              <a:rPr lang="en-MY" sz="2400" dirty="0">
                <a:ea typeface="Tahoma" panose="020B0604030504040204" pitchFamily="34" charset="0"/>
                <a:cs typeface="Tahoma" panose="020B0604030504040204" pitchFamily="34" charset="0"/>
              </a:rPr>
              <a:t>, etc.) a user has been given.</a:t>
            </a:r>
          </a:p>
          <a:p>
            <a:r>
              <a:rPr lang="en-MY" sz="2400" dirty="0">
                <a:ea typeface="Tahoma" panose="020B0604030504040204" pitchFamily="34" charset="0"/>
                <a:cs typeface="Tahoma" panose="020B0604030504040204" pitchFamily="34" charset="0"/>
              </a:rPr>
              <a:t>The optional </a:t>
            </a:r>
            <a:r>
              <a:rPr lang="en-MY" sz="2400" b="1" dirty="0">
                <a:solidFill>
                  <a:srgbClr val="0070C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GRANT OPTION FOR</a:t>
            </a:r>
            <a:r>
              <a:rPr lang="en-MY" sz="2400" dirty="0">
                <a:ea typeface="Tahoma" panose="020B0604030504040204" pitchFamily="34" charset="0"/>
                <a:cs typeface="Tahoma" panose="020B0604030504040204" pitchFamily="34" charset="0"/>
              </a:rPr>
              <a:t> clause lets you revoke the privileges sharing (given through </a:t>
            </a:r>
            <a:r>
              <a:rPr lang="en-MY" sz="2400" b="1" dirty="0">
                <a:solidFill>
                  <a:srgbClr val="0070C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WITH GRANT OPTION</a:t>
            </a:r>
            <a:r>
              <a:rPr lang="en-MY" sz="2400" dirty="0">
                <a:ea typeface="Tahoma" panose="020B0604030504040204" pitchFamily="34" charset="0"/>
                <a:cs typeface="Tahoma" panose="020B0604030504040204" pitchFamily="34" charset="0"/>
              </a:rPr>
              <a:t>), without affecting the user's access to the table.</a:t>
            </a:r>
          </a:p>
          <a:p>
            <a:r>
              <a:rPr lang="en-MY" sz="2400" dirty="0">
                <a:ea typeface="Tahoma" panose="020B0604030504040204" pitchFamily="34" charset="0"/>
                <a:cs typeface="Tahoma" panose="020B0604030504040204" pitchFamily="34" charset="0"/>
              </a:rPr>
              <a:t>If </a:t>
            </a:r>
            <a:r>
              <a:rPr lang="en-MY" sz="2400" b="1" dirty="0">
                <a:solidFill>
                  <a:srgbClr val="0070C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REVOKE</a:t>
            </a:r>
            <a:r>
              <a:rPr lang="en-MY" sz="2400" dirty="0">
                <a:ea typeface="Tahoma" panose="020B0604030504040204" pitchFamily="34" charset="0"/>
                <a:cs typeface="Tahoma" panose="020B0604030504040204" pitchFamily="34" charset="0"/>
              </a:rPr>
              <a:t> a privilege and it causes an object (like a view) to no longer be needed, the command will fail unless you use the </a:t>
            </a:r>
            <a:r>
              <a:rPr lang="en-MY" sz="2400" b="1" dirty="0">
                <a:solidFill>
                  <a:srgbClr val="0070C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CASCADE</a:t>
            </a:r>
            <a:r>
              <a:rPr lang="en-MY" sz="2400" dirty="0">
                <a:ea typeface="Tahoma" panose="020B0604030504040204" pitchFamily="34" charset="0"/>
                <a:cs typeface="Tahoma" panose="020B0604030504040204" pitchFamily="34" charset="0"/>
              </a:rPr>
              <a:t> keyword. If </a:t>
            </a:r>
            <a:r>
              <a:rPr lang="en-MY" sz="2400" b="1" dirty="0">
                <a:solidFill>
                  <a:srgbClr val="0070C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CASCADE</a:t>
            </a:r>
            <a:r>
              <a:rPr lang="en-MY" sz="2400" dirty="0">
                <a:ea typeface="Tahoma" panose="020B0604030504040204" pitchFamily="34" charset="0"/>
                <a:cs typeface="Tahoma" panose="020B0604030504040204" pitchFamily="34" charset="0"/>
              </a:rPr>
              <a:t> is used, MySQL will automatically delete any unnecessary objects, like views or constraints, that are left behind after revoking the privilege.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C8A315-A880-9C0C-DE61-74355C531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BB1490-A24C-C1C5-D422-777C3C3A8E8D}"/>
              </a:ext>
            </a:extLst>
          </p:cNvPr>
          <p:cNvSpPr txBox="1"/>
          <p:nvPr/>
        </p:nvSpPr>
        <p:spPr>
          <a:xfrm>
            <a:off x="538310" y="1253331"/>
            <a:ext cx="10815490" cy="156966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REVOKE </a:t>
            </a:r>
            <a:r>
              <a:rPr lang="en-US" sz="2400" b="1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[GRANT OPTION FOR]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en-US" sz="24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PrivilegeList</a:t>
            </a:r>
            <a:r>
              <a:rPr lang="en-US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| </a:t>
            </a:r>
            <a:r>
              <a:rPr lang="en-US" sz="24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PRIVILEGES</a:t>
            </a:r>
            <a:r>
              <a:rPr lang="en-US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</a:p>
          <a:p>
            <a:r>
              <a:rPr lang="en-US" sz="24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</a:t>
            </a:r>
            <a:r>
              <a:rPr lang="en-US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solidFill>
                  <a:srgbClr val="C00000"/>
                </a:solidFill>
                <a:effectLst/>
                <a:highlight>
                  <a:srgbClr val="C0C0C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ObjectName</a:t>
            </a:r>
            <a:endParaRPr lang="en-US" sz="2400" dirty="0">
              <a:solidFill>
                <a:srgbClr val="C00000"/>
              </a:solidFill>
              <a:effectLst/>
              <a:highlight>
                <a:srgbClr val="C0C0C0"/>
              </a:highligh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</a:t>
            </a:r>
            <a:r>
              <a:rPr lang="en-US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</a:t>
            </a:r>
            <a:r>
              <a:rPr lang="en-US" sz="24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AuthorizationIdList</a:t>
            </a:r>
            <a:r>
              <a:rPr lang="en-US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| </a:t>
            </a:r>
            <a:r>
              <a:rPr lang="en-US" sz="24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</a:t>
            </a:r>
            <a:r>
              <a:rPr lang="en-US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]</a:t>
            </a:r>
            <a:endParaRPr lang="en-US" sz="2400" dirty="0">
              <a:effectLst/>
              <a:highlight>
                <a:srgbClr val="C0C0C0"/>
              </a:highligh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</a:t>
            </a:r>
            <a:r>
              <a:rPr lang="en-US" sz="24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RESTRICT | CASCADE</a:t>
            </a:r>
            <a:r>
              <a:rPr lang="en-US" sz="2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790792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CC1C-88B1-92A5-5063-292EB46C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BEC01-064F-2CD8-E713-E90FC359F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27" y="365125"/>
            <a:ext cx="11108473" cy="715975"/>
          </a:xfrm>
        </p:spPr>
        <p:txBody>
          <a:bodyPr/>
          <a:lstStyle/>
          <a:p>
            <a:r>
              <a:rPr lang="en-US" dirty="0"/>
              <a:t>Effects of REVOKE</a:t>
            </a:r>
            <a:endParaRPr lang="en-MY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635ED0-9787-EFEA-538C-04215316EE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817" y="1081100"/>
            <a:ext cx="8130734" cy="54117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BC55B-3305-A254-5078-74528489D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311F7D-FBC5-3B4C-B6A5-9DD134E07C3C}"/>
              </a:ext>
            </a:extLst>
          </p:cNvPr>
          <p:cNvSpPr txBox="1"/>
          <p:nvPr/>
        </p:nvSpPr>
        <p:spPr>
          <a:xfrm>
            <a:off x="8264551" y="1245094"/>
            <a:ext cx="365454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Times"/>
              </a:rPr>
              <a:t>User A grants User B INSERT privilege on the </a:t>
            </a:r>
            <a:r>
              <a:rPr lang="en-US" sz="1600" dirty="0">
                <a:effectLst/>
                <a:latin typeface="Helvetica" pitchFamily="2" charset="0"/>
              </a:rPr>
              <a:t>Staff</a:t>
            </a:r>
            <a:r>
              <a:rPr lang="en-US" sz="1600" dirty="0">
                <a:latin typeface="Times"/>
              </a:rPr>
              <a:t> </a:t>
            </a:r>
            <a:r>
              <a:rPr lang="en-US" sz="1600" dirty="0">
                <a:effectLst/>
                <a:latin typeface="Times"/>
              </a:rPr>
              <a:t>table WITH GRANT OPTION (step 1).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effectLst/>
              <a:latin typeface="Time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Times"/>
              </a:rPr>
              <a:t>User B passes this privilege on to User C (step 2).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effectLst/>
              <a:latin typeface="Time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Times"/>
              </a:rPr>
              <a:t>User C gets the same privilege from User E (step 3).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effectLst/>
              <a:latin typeface="Time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Times"/>
              </a:rPr>
              <a:t>User C then passes the privilege on to User D (step 4).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effectLst/>
              <a:latin typeface="Time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Times"/>
              </a:rPr>
              <a:t>When User A removes the INSERT privilege from User B (step 5), it doesn’t affect User C because User C got the privilege from User E.</a:t>
            </a:r>
            <a:br>
              <a:rPr lang="en-US" sz="1600" dirty="0">
                <a:effectLst/>
                <a:latin typeface="Times"/>
              </a:rPr>
            </a:br>
            <a:r>
              <a:rPr lang="en-US" sz="1600" dirty="0">
                <a:effectLst/>
                <a:latin typeface="Times"/>
              </a:rPr>
              <a:t>If User E hadn’t given User C the privilege, the removal would have also applied to User C and User D.</a:t>
            </a:r>
          </a:p>
        </p:txBody>
      </p:sp>
    </p:spTree>
    <p:extLst>
      <p:ext uri="{BB962C8B-B14F-4D97-AF65-F5344CB8AC3E}">
        <p14:creationId xmlns:p14="http://schemas.microsoft.com/office/powerpoint/2010/main" val="1921321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F7565-32FE-16AD-E9F1-2703E1A12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58D0B76-E4A4-42A8-8ABE-FF238914E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892" y="1306038"/>
            <a:ext cx="11914216" cy="4351338"/>
          </a:xfrm>
        </p:spPr>
        <p:txBody>
          <a:bodyPr/>
          <a:lstStyle/>
          <a:p>
            <a:r>
              <a:rPr lang="en-MY" dirty="0"/>
              <a:t>Example 4:</a:t>
            </a:r>
          </a:p>
          <a:p>
            <a:pPr lvl="1"/>
            <a:r>
              <a:rPr lang="en-MY" dirty="0"/>
              <a:t>Revoke the privilege </a:t>
            </a:r>
            <a:r>
              <a:rPr lang="en-MY" b="1" dirty="0">
                <a:solidFill>
                  <a:srgbClr val="0070C0"/>
                </a:solidFill>
              </a:rPr>
              <a:t>SELECT</a:t>
            </a:r>
            <a:r>
              <a:rPr lang="en-MY" dirty="0"/>
              <a:t> on </a:t>
            </a:r>
            <a:r>
              <a:rPr lang="en-MY" dirty="0">
                <a:solidFill>
                  <a:srgbClr val="C00000"/>
                </a:solidFill>
              </a:rPr>
              <a:t>departments</a:t>
            </a:r>
            <a:r>
              <a:rPr lang="en-MY" dirty="0"/>
              <a:t> table from all users.</a:t>
            </a:r>
          </a:p>
          <a:p>
            <a:pPr lvl="1"/>
            <a:endParaRPr lang="en-MY" dirty="0"/>
          </a:p>
          <a:p>
            <a:pPr lvl="1"/>
            <a:endParaRPr lang="en-MY" dirty="0"/>
          </a:p>
          <a:p>
            <a:pPr lvl="1"/>
            <a:endParaRPr lang="en-MY" dirty="0"/>
          </a:p>
          <a:p>
            <a:pPr lvl="1"/>
            <a:endParaRPr lang="en-MY" dirty="0"/>
          </a:p>
          <a:p>
            <a:pPr lvl="1"/>
            <a:endParaRPr lang="en-MY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FC4C2-10EE-F8D0-FB2E-90D807DD4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8553"/>
          </a:xfrm>
        </p:spPr>
        <p:txBody>
          <a:bodyPr>
            <a:normAutofit/>
          </a:bodyPr>
          <a:lstStyle/>
          <a:p>
            <a:r>
              <a:rPr lang="en-MY" b="1" dirty="0"/>
              <a:t>REVOKE specific privileges from PUBLIC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6F1F42-291D-78EC-EB91-8D8F97DB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BF047D-1512-5207-77C5-4C4DC633FADA}"/>
              </a:ext>
            </a:extLst>
          </p:cNvPr>
          <p:cNvSpPr txBox="1"/>
          <p:nvPr/>
        </p:nvSpPr>
        <p:spPr>
          <a:xfrm>
            <a:off x="883498" y="2482523"/>
            <a:ext cx="4139627" cy="1015663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REVOKE SELECT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departments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PUBLIC;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B88C8E-DBB5-5936-858A-9CBF0C24F255}"/>
              </a:ext>
            </a:extLst>
          </p:cNvPr>
          <p:cNvSpPr txBox="1"/>
          <p:nvPr/>
        </p:nvSpPr>
        <p:spPr>
          <a:xfrm>
            <a:off x="182137" y="3869894"/>
            <a:ext cx="98000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Note: </a:t>
            </a:r>
          </a:p>
          <a:p>
            <a:r>
              <a:rPr lang="en-US" sz="2400" dirty="0">
                <a:solidFill>
                  <a:srgbClr val="C00000"/>
                </a:solidFill>
              </a:rPr>
              <a:t>MySQL doesn’t support PUBLIC.</a:t>
            </a:r>
          </a:p>
          <a:p>
            <a:r>
              <a:rPr lang="en-US" sz="2400" dirty="0">
                <a:solidFill>
                  <a:srgbClr val="C00000"/>
                </a:solidFill>
              </a:rPr>
              <a:t>But can still grant privileges to specific users (using % for any host).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CF724-9E38-DC96-E88B-CB5CCCA8BF88}"/>
              </a:ext>
            </a:extLst>
          </p:cNvPr>
          <p:cNvSpPr txBox="1"/>
          <p:nvPr/>
        </p:nvSpPr>
        <p:spPr>
          <a:xfrm>
            <a:off x="838199" y="5149544"/>
            <a:ext cx="4139627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REVOKE SELECT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departments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</a:t>
            </a:r>
            <a:r>
              <a:rPr lang="en-US" sz="2000" b="0" i="0" u="none" strike="noStrike" dirty="0">
                <a:solidFill>
                  <a:srgbClr val="00B050"/>
                </a:solidFill>
                <a:effectLst/>
              </a:rPr>
              <a:t>'</a:t>
            </a:r>
            <a:r>
              <a:rPr lang="en-US" sz="2000" b="0" i="0" u="none" strike="noStrike" dirty="0" err="1">
                <a:solidFill>
                  <a:srgbClr val="00B050"/>
                </a:solidFill>
                <a:effectLst/>
              </a:rPr>
              <a:t>root'@'localhost</a:t>
            </a:r>
            <a:r>
              <a:rPr lang="en-US" sz="2000" b="0" i="0" u="none" strike="noStrike" dirty="0">
                <a:solidFill>
                  <a:srgbClr val="00B050"/>
                </a:solidFill>
                <a:effectLst/>
              </a:rPr>
              <a:t>'</a:t>
            </a:r>
            <a:r>
              <a:rPr lang="en-US" sz="20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2A0F1F-723B-2DB0-80F2-97097F1E4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238107"/>
            <a:ext cx="3352800" cy="9271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885E1EEF-2C44-3FFB-3447-4A5F3E6C244C}"/>
              </a:ext>
            </a:extLst>
          </p:cNvPr>
          <p:cNvGrpSpPr/>
          <p:nvPr/>
        </p:nvGrpSpPr>
        <p:grpSpPr>
          <a:xfrm>
            <a:off x="3753149" y="2593545"/>
            <a:ext cx="626040" cy="735840"/>
            <a:chOff x="3753149" y="2593545"/>
            <a:chExt cx="626040" cy="73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D4728AB-F345-49A7-333A-9232144D1819}"/>
                    </a:ext>
                  </a:extLst>
                </p14:cNvPr>
                <p14:cNvContentPartPr/>
                <p14:nvPr/>
              </p14:nvContentPartPr>
              <p14:xfrm>
                <a:off x="3798149" y="2593545"/>
                <a:ext cx="581040" cy="735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D4728AB-F345-49A7-333A-9232144D181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789509" y="2584545"/>
                  <a:ext cx="59868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7318319-32E8-71C3-5417-C8E5196F4E26}"/>
                    </a:ext>
                  </a:extLst>
                </p14:cNvPr>
                <p14:cNvContentPartPr/>
                <p14:nvPr/>
              </p14:nvContentPartPr>
              <p14:xfrm>
                <a:off x="3753149" y="2628825"/>
                <a:ext cx="586800" cy="544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7318319-32E8-71C3-5417-C8E5196F4E2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44509" y="2619825"/>
                  <a:ext cx="604440" cy="56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F53F4D0-B9E7-6C93-5720-18936A1150EA}"/>
                  </a:ext>
                </a:extLst>
              </p14:cNvPr>
              <p14:cNvContentPartPr/>
              <p14:nvPr/>
            </p14:nvContentPartPr>
            <p14:xfrm>
              <a:off x="4378829" y="5570385"/>
              <a:ext cx="636480" cy="5738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F53F4D0-B9E7-6C93-5720-18936A1150E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70189" y="5561745"/>
                <a:ext cx="654120" cy="59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9213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691D-B12F-7ECD-F306-9800AD1E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3FA6874-7D69-61F8-E94C-FEFC0F7E5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892" y="1306038"/>
            <a:ext cx="11914216" cy="4351338"/>
          </a:xfrm>
        </p:spPr>
        <p:txBody>
          <a:bodyPr/>
          <a:lstStyle/>
          <a:p>
            <a:r>
              <a:rPr lang="en-MY" dirty="0"/>
              <a:t>Example 5:</a:t>
            </a:r>
          </a:p>
          <a:p>
            <a:pPr lvl="1"/>
            <a:r>
              <a:rPr lang="en-MY" dirty="0"/>
              <a:t>Revoke all privileges you have given to </a:t>
            </a:r>
            <a:r>
              <a:rPr lang="en-US" sz="24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director</a:t>
            </a:r>
            <a:r>
              <a:rPr lang="en-MY" dirty="0"/>
              <a:t> on the </a:t>
            </a:r>
            <a:r>
              <a:rPr lang="en-US" sz="24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employees</a:t>
            </a:r>
            <a:r>
              <a:rPr lang="en-MY" dirty="0"/>
              <a:t> table.</a:t>
            </a:r>
          </a:p>
          <a:p>
            <a:pPr lvl="1"/>
            <a:endParaRPr lang="en-MY" dirty="0"/>
          </a:p>
          <a:p>
            <a:pPr lvl="1"/>
            <a:endParaRPr lang="en-MY" dirty="0"/>
          </a:p>
          <a:p>
            <a:pPr lvl="1"/>
            <a:endParaRPr lang="en-MY" dirty="0"/>
          </a:p>
          <a:p>
            <a:pPr lvl="1"/>
            <a:endParaRPr lang="en-MY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7F0831-60A4-FB6E-FA50-C4694B7A0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92" y="365125"/>
            <a:ext cx="11214908" cy="858553"/>
          </a:xfrm>
        </p:spPr>
        <p:txBody>
          <a:bodyPr/>
          <a:lstStyle/>
          <a:p>
            <a:r>
              <a:rPr lang="en-MY" b="1" dirty="0"/>
              <a:t>REVOKE specific privileges from named user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398A3-D32F-F48C-E408-EC3324EC0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2E0573-02DB-5E4A-897E-A36CE275AAAB}"/>
              </a:ext>
            </a:extLst>
          </p:cNvPr>
          <p:cNvSpPr txBox="1"/>
          <p:nvPr/>
        </p:nvSpPr>
        <p:spPr>
          <a:xfrm>
            <a:off x="838200" y="2767280"/>
            <a:ext cx="4718326" cy="1015663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REVOKE ALL PRIVILEGES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employees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director</a:t>
            </a:r>
            <a:r>
              <a:rPr lang="en-US" sz="20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DAF635-085F-8F9D-5310-8D3B8A564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502" y="2767280"/>
            <a:ext cx="33528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206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B3B6D-A4C4-E97D-9D7A-6F60BDA4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C728E4-2396-2E0B-EDE2-84F8C7D44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79" y="465663"/>
            <a:ext cx="10515600" cy="1341917"/>
          </a:xfrm>
        </p:spPr>
        <p:txBody>
          <a:bodyPr>
            <a:normAutofit/>
          </a:bodyPr>
          <a:lstStyle/>
          <a:p>
            <a:r>
              <a:rPr lang="en-US" dirty="0"/>
              <a:t>Checking privileges: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0BFBB-9D64-3091-29B0-865338D5D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24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875286-5051-F4A4-5134-1FE31A47ECAF}"/>
              </a:ext>
            </a:extLst>
          </p:cNvPr>
          <p:cNvSpPr txBox="1"/>
          <p:nvPr/>
        </p:nvSpPr>
        <p:spPr>
          <a:xfrm>
            <a:off x="495179" y="2075904"/>
            <a:ext cx="4701290" cy="1631216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SHOW GRANTS FOR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manager</a:t>
            </a:r>
            <a:r>
              <a:rPr lang="en-US" sz="20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endParaRPr lang="en-US" sz="2000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SHOW GRANTS FOR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director</a:t>
            </a:r>
            <a:r>
              <a:rPr lang="en-US" sz="20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SHOW GRANTS FOR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personnel</a:t>
            </a:r>
            <a:r>
              <a:rPr lang="en-US" sz="20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  <a:r>
              <a:rPr lang="en-US" sz="2000" dirty="0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CFFD7C-1B7E-084F-BFF3-3721E5ED8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849" y="1296550"/>
            <a:ext cx="7772400" cy="482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941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832A7B-17DE-A49A-0D98-B1726445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4BE87F-5B1E-B127-DCFD-1E4D48217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25</a:t>
            </a:fld>
            <a:endParaRPr lang="en-MY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EC0F348-2D30-7AC1-3CE0-4197AE988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188" y="3429000"/>
            <a:ext cx="5327003" cy="400892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51558A9-F831-677E-BB04-1C0F9AD97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089" y="2894401"/>
            <a:ext cx="5327003" cy="40089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CCD5C17-9FCF-9090-0510-5284D0FCF1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563" y="2684422"/>
            <a:ext cx="3612283" cy="122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75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10311</TotalTime>
  <Words>1464</Words>
  <Application>Microsoft Macintosh PowerPoint</Application>
  <PresentationFormat>Widescreen</PresentationFormat>
  <Paragraphs>192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-webkit-standard</vt:lpstr>
      <vt:lpstr>Montserrat Semi</vt:lpstr>
      <vt:lpstr>Times</vt:lpstr>
      <vt:lpstr>Aptos</vt:lpstr>
      <vt:lpstr>Arial</vt:lpstr>
      <vt:lpstr>Calibri</vt:lpstr>
      <vt:lpstr>Helvetica</vt:lpstr>
      <vt:lpstr>Tahoma</vt:lpstr>
      <vt:lpstr>Office Theme</vt:lpstr>
      <vt:lpstr>PowerPoint Presentation</vt:lpstr>
      <vt:lpstr>LECTURE LEARNING OUTCOME</vt:lpstr>
      <vt:lpstr>PowerPoint Presentation</vt:lpstr>
      <vt:lpstr>Before we continue this TCL,  we reuse the same database same tables created in DML3  mysql: use db_dml3_dept_emp_loc;</vt:lpstr>
      <vt:lpstr>Here, our tables with records</vt:lpstr>
      <vt:lpstr>Here, our tables with records</vt:lpstr>
      <vt:lpstr>Here,  our tables with records</vt:lpstr>
      <vt:lpstr>Let’s start…</vt:lpstr>
      <vt:lpstr>but, create the users first for manager, personnel, and director, use the following mysql query first:      display the user list:</vt:lpstr>
      <vt:lpstr>Discretionary Access Control</vt:lpstr>
      <vt:lpstr>Discretionary Access Control</vt:lpstr>
      <vt:lpstr>Discretionary Access Control</vt:lpstr>
      <vt:lpstr>Discretionary Access Control</vt:lpstr>
      <vt:lpstr>Granting Privileges to Other Users (GRANT)</vt:lpstr>
      <vt:lpstr>Granting Privileges to Other Users (GRANT)</vt:lpstr>
      <vt:lpstr>GRANT all privileges</vt:lpstr>
      <vt:lpstr>GRANT specific privileges</vt:lpstr>
      <vt:lpstr>GRANT specific privileges to PUBLIC</vt:lpstr>
      <vt:lpstr>Revoking Privileges from Users (REVOKE)</vt:lpstr>
      <vt:lpstr>Revoking Privileges from Users (REVOKE)</vt:lpstr>
      <vt:lpstr>Effects of REVOKE</vt:lpstr>
      <vt:lpstr>REVOKE specific privileges from PUBLIC</vt:lpstr>
      <vt:lpstr>REVOKE specific privileges from named user</vt:lpstr>
      <vt:lpstr>Checking privileges: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 AMALINA BINTI HAMIDI</dc:creator>
  <cp:lastModifiedBy>NIES HUI WEN</cp:lastModifiedBy>
  <cp:revision>48</cp:revision>
  <dcterms:created xsi:type="dcterms:W3CDTF">2023-12-31T03:09:43Z</dcterms:created>
  <dcterms:modified xsi:type="dcterms:W3CDTF">2025-01-11T07:37:33Z</dcterms:modified>
</cp:coreProperties>
</file>