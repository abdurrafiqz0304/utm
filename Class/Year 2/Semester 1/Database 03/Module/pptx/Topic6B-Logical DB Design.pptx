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75"/>
  </p:notesMasterIdLst>
  <p:handoutMasterIdLst>
    <p:handoutMasterId r:id="rId76"/>
  </p:handoutMasterIdLst>
  <p:sldIdLst>
    <p:sldId id="315" r:id="rId2"/>
    <p:sldId id="275"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316"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3" r:id="rId48"/>
    <p:sldId id="304" r:id="rId49"/>
    <p:sldId id="305" r:id="rId50"/>
    <p:sldId id="306" r:id="rId51"/>
    <p:sldId id="307" r:id="rId52"/>
    <p:sldId id="308" r:id="rId53"/>
    <p:sldId id="309" r:id="rId54"/>
    <p:sldId id="310" r:id="rId55"/>
    <p:sldId id="311" r:id="rId56"/>
    <p:sldId id="312" r:id="rId57"/>
    <p:sldId id="317" r:id="rId58"/>
    <p:sldId id="314" r:id="rId59"/>
    <p:sldId id="318" r:id="rId60"/>
    <p:sldId id="319"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313" r:id="rId7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1D35"/>
    <a:srgbClr val="956251"/>
    <a:srgbClr val="9B2D1F"/>
    <a:srgbClr val="F2F2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FCDD03-B0CF-44DE-ACC1-8B3C068CDC9F}" v="11" dt="2024-09-30T14:53:55.7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39" autoAdjust="0"/>
    <p:restoredTop sz="95374" autoAdjust="0"/>
  </p:normalViewPr>
  <p:slideViewPr>
    <p:cSldViewPr snapToGrid="0">
      <p:cViewPr varScale="1">
        <p:scale>
          <a:sx n="62" d="100"/>
          <a:sy n="62" d="100"/>
        </p:scale>
        <p:origin x="1356"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ES HUI WEN" userId="3541b9e0-606d-4c51-a83e-60dbee75d3cd" providerId="ADAL" clId="{47FCDD03-B0CF-44DE-ACC1-8B3C068CDC9F}"/>
    <pc:docChg chg="undo custSel addSld delSld modSld">
      <pc:chgData name="NIES HUI WEN" userId="3541b9e0-606d-4c51-a83e-60dbee75d3cd" providerId="ADAL" clId="{47FCDD03-B0CF-44DE-ACC1-8B3C068CDC9F}" dt="2024-09-30T15:18:51.206" v="702" actId="255"/>
      <pc:docMkLst>
        <pc:docMk/>
      </pc:docMkLst>
      <pc:sldChg chg="modSp add del mod">
        <pc:chgData name="NIES HUI WEN" userId="3541b9e0-606d-4c51-a83e-60dbee75d3cd" providerId="ADAL" clId="{47FCDD03-B0CF-44DE-ACC1-8B3C068CDC9F}" dt="2024-09-30T14:43:46.179" v="28" actId="20577"/>
        <pc:sldMkLst>
          <pc:docMk/>
          <pc:sldMk cId="0" sldId="258"/>
        </pc:sldMkLst>
        <pc:spChg chg="mod">
          <ac:chgData name="NIES HUI WEN" userId="3541b9e0-606d-4c51-a83e-60dbee75d3cd" providerId="ADAL" clId="{47FCDD03-B0CF-44DE-ACC1-8B3C068CDC9F}" dt="2024-09-30T14:43:24.648" v="24" actId="404"/>
          <ac:spMkLst>
            <pc:docMk/>
            <pc:sldMk cId="0" sldId="258"/>
            <ac:spMk id="104" creationId="{00000000-0000-0000-0000-000000000000}"/>
          </ac:spMkLst>
        </pc:spChg>
        <pc:spChg chg="mod">
          <ac:chgData name="NIES HUI WEN" userId="3541b9e0-606d-4c51-a83e-60dbee75d3cd" providerId="ADAL" clId="{47FCDD03-B0CF-44DE-ACC1-8B3C068CDC9F}" dt="2024-09-30T14:43:46.179" v="28" actId="20577"/>
          <ac:spMkLst>
            <pc:docMk/>
            <pc:sldMk cId="0" sldId="258"/>
            <ac:spMk id="105" creationId="{00000000-0000-0000-0000-000000000000}"/>
          </ac:spMkLst>
        </pc:spChg>
      </pc:sldChg>
      <pc:sldChg chg="modSp add del mod">
        <pc:chgData name="NIES HUI WEN" userId="3541b9e0-606d-4c51-a83e-60dbee75d3cd" providerId="ADAL" clId="{47FCDD03-B0CF-44DE-ACC1-8B3C068CDC9F}" dt="2024-09-30T14:43:55.272" v="30" actId="20577"/>
        <pc:sldMkLst>
          <pc:docMk/>
          <pc:sldMk cId="0" sldId="259"/>
        </pc:sldMkLst>
        <pc:spChg chg="mod">
          <ac:chgData name="NIES HUI WEN" userId="3541b9e0-606d-4c51-a83e-60dbee75d3cd" providerId="ADAL" clId="{47FCDD03-B0CF-44DE-ACC1-8B3C068CDC9F}" dt="2024-09-30T14:43:36.850" v="27" actId="404"/>
          <ac:spMkLst>
            <pc:docMk/>
            <pc:sldMk cId="0" sldId="259"/>
            <ac:spMk id="113" creationId="{00000000-0000-0000-0000-000000000000}"/>
          </ac:spMkLst>
        </pc:spChg>
        <pc:spChg chg="mod">
          <ac:chgData name="NIES HUI WEN" userId="3541b9e0-606d-4c51-a83e-60dbee75d3cd" providerId="ADAL" clId="{47FCDD03-B0CF-44DE-ACC1-8B3C068CDC9F}" dt="2024-09-30T14:43:55.272" v="30" actId="20577"/>
          <ac:spMkLst>
            <pc:docMk/>
            <pc:sldMk cId="0" sldId="259"/>
            <ac:spMk id="114" creationId="{00000000-0000-0000-0000-000000000000}"/>
          </ac:spMkLst>
        </pc:spChg>
      </pc:sldChg>
      <pc:sldChg chg="modSp add del mod">
        <pc:chgData name="NIES HUI WEN" userId="3541b9e0-606d-4c51-a83e-60dbee75d3cd" providerId="ADAL" clId="{47FCDD03-B0CF-44DE-ACC1-8B3C068CDC9F}" dt="2024-09-30T14:44:44.715" v="47" actId="14100"/>
        <pc:sldMkLst>
          <pc:docMk/>
          <pc:sldMk cId="0" sldId="260"/>
        </pc:sldMkLst>
        <pc:spChg chg="mod">
          <ac:chgData name="NIES HUI WEN" userId="3541b9e0-606d-4c51-a83e-60dbee75d3cd" providerId="ADAL" clId="{47FCDD03-B0CF-44DE-ACC1-8B3C068CDC9F}" dt="2024-09-30T14:44:00.615" v="31" actId="403"/>
          <ac:spMkLst>
            <pc:docMk/>
            <pc:sldMk cId="0" sldId="260"/>
            <ac:spMk id="122" creationId="{00000000-0000-0000-0000-000000000000}"/>
          </ac:spMkLst>
        </pc:spChg>
        <pc:spChg chg="mod">
          <ac:chgData name="NIES HUI WEN" userId="3541b9e0-606d-4c51-a83e-60dbee75d3cd" providerId="ADAL" clId="{47FCDD03-B0CF-44DE-ACC1-8B3C068CDC9F}" dt="2024-09-30T14:44:26.945" v="35" actId="14100"/>
          <ac:spMkLst>
            <pc:docMk/>
            <pc:sldMk cId="0" sldId="260"/>
            <ac:spMk id="123" creationId="{00000000-0000-0000-0000-000000000000}"/>
          </ac:spMkLst>
        </pc:spChg>
        <pc:picChg chg="mod">
          <ac:chgData name="NIES HUI WEN" userId="3541b9e0-606d-4c51-a83e-60dbee75d3cd" providerId="ADAL" clId="{47FCDD03-B0CF-44DE-ACC1-8B3C068CDC9F}" dt="2024-09-30T14:44:44.715" v="47" actId="14100"/>
          <ac:picMkLst>
            <pc:docMk/>
            <pc:sldMk cId="0" sldId="260"/>
            <ac:picMk id="127" creationId="{00000000-0000-0000-0000-000000000000}"/>
          </ac:picMkLst>
        </pc:picChg>
      </pc:sldChg>
      <pc:sldChg chg="modSp add del mod">
        <pc:chgData name="NIES HUI WEN" userId="3541b9e0-606d-4c51-a83e-60dbee75d3cd" providerId="ADAL" clId="{47FCDD03-B0CF-44DE-ACC1-8B3C068CDC9F}" dt="2024-09-30T14:45:05.869" v="49" actId="404"/>
        <pc:sldMkLst>
          <pc:docMk/>
          <pc:sldMk cId="0" sldId="261"/>
        </pc:sldMkLst>
        <pc:spChg chg="mod">
          <ac:chgData name="NIES HUI WEN" userId="3541b9e0-606d-4c51-a83e-60dbee75d3cd" providerId="ADAL" clId="{47FCDD03-B0CF-44DE-ACC1-8B3C068CDC9F}" dt="2024-09-30T14:45:05.869" v="49" actId="404"/>
          <ac:spMkLst>
            <pc:docMk/>
            <pc:sldMk cId="0" sldId="261"/>
            <ac:spMk id="132" creationId="{00000000-0000-0000-0000-000000000000}"/>
          </ac:spMkLst>
        </pc:spChg>
      </pc:sldChg>
      <pc:sldChg chg="add del">
        <pc:chgData name="NIES HUI WEN" userId="3541b9e0-606d-4c51-a83e-60dbee75d3cd" providerId="ADAL" clId="{47FCDD03-B0CF-44DE-ACC1-8B3C068CDC9F}" dt="2024-09-30T14:42:50.121" v="22"/>
        <pc:sldMkLst>
          <pc:docMk/>
          <pc:sldMk cId="0" sldId="262"/>
        </pc:sldMkLst>
      </pc:sldChg>
      <pc:sldChg chg="add del">
        <pc:chgData name="NIES HUI WEN" userId="3541b9e0-606d-4c51-a83e-60dbee75d3cd" providerId="ADAL" clId="{47FCDD03-B0CF-44DE-ACC1-8B3C068CDC9F}" dt="2024-09-30T14:42:50.121" v="22"/>
        <pc:sldMkLst>
          <pc:docMk/>
          <pc:sldMk cId="0" sldId="263"/>
        </pc:sldMkLst>
      </pc:sldChg>
      <pc:sldChg chg="modSp add del mod">
        <pc:chgData name="NIES HUI WEN" userId="3541b9e0-606d-4c51-a83e-60dbee75d3cd" providerId="ADAL" clId="{47FCDD03-B0CF-44DE-ACC1-8B3C068CDC9F}" dt="2024-09-30T14:46:44.663" v="61" actId="404"/>
        <pc:sldMkLst>
          <pc:docMk/>
          <pc:sldMk cId="0" sldId="264"/>
        </pc:sldMkLst>
        <pc:spChg chg="mod">
          <ac:chgData name="NIES HUI WEN" userId="3541b9e0-606d-4c51-a83e-60dbee75d3cd" providerId="ADAL" clId="{47FCDD03-B0CF-44DE-ACC1-8B3C068CDC9F}" dt="2024-09-30T14:46:44.663" v="61" actId="404"/>
          <ac:spMkLst>
            <pc:docMk/>
            <pc:sldMk cId="0" sldId="264"/>
            <ac:spMk id="197" creationId="{00000000-0000-0000-0000-000000000000}"/>
          </ac:spMkLst>
        </pc:spChg>
        <pc:spChg chg="mod">
          <ac:chgData name="NIES HUI WEN" userId="3541b9e0-606d-4c51-a83e-60dbee75d3cd" providerId="ADAL" clId="{47FCDD03-B0CF-44DE-ACC1-8B3C068CDC9F}" dt="2024-09-30T14:45:40.013" v="52" actId="20577"/>
          <ac:spMkLst>
            <pc:docMk/>
            <pc:sldMk cId="0" sldId="264"/>
            <ac:spMk id="198" creationId="{00000000-0000-0000-0000-000000000000}"/>
          </ac:spMkLst>
        </pc:spChg>
        <pc:spChg chg="mod">
          <ac:chgData name="NIES HUI WEN" userId="3541b9e0-606d-4c51-a83e-60dbee75d3cd" providerId="ADAL" clId="{47FCDD03-B0CF-44DE-ACC1-8B3C068CDC9F}" dt="2024-09-30T14:45:58.295" v="55" actId="14100"/>
          <ac:spMkLst>
            <pc:docMk/>
            <pc:sldMk cId="0" sldId="264"/>
            <ac:spMk id="205" creationId="{00000000-0000-0000-0000-000000000000}"/>
          </ac:spMkLst>
        </pc:spChg>
        <pc:picChg chg="mod">
          <ac:chgData name="NIES HUI WEN" userId="3541b9e0-606d-4c51-a83e-60dbee75d3cd" providerId="ADAL" clId="{47FCDD03-B0CF-44DE-ACC1-8B3C068CDC9F}" dt="2024-09-30T14:45:50.434" v="53" actId="14100"/>
          <ac:picMkLst>
            <pc:docMk/>
            <pc:sldMk cId="0" sldId="264"/>
            <ac:picMk id="202" creationId="{00000000-0000-0000-0000-000000000000}"/>
          </ac:picMkLst>
        </pc:picChg>
      </pc:sldChg>
      <pc:sldChg chg="modSp add del mod">
        <pc:chgData name="NIES HUI WEN" userId="3541b9e0-606d-4c51-a83e-60dbee75d3cd" providerId="ADAL" clId="{47FCDD03-B0CF-44DE-ACC1-8B3C068CDC9F}" dt="2024-09-30T14:46:55.037" v="64" actId="403"/>
        <pc:sldMkLst>
          <pc:docMk/>
          <pc:sldMk cId="0" sldId="265"/>
        </pc:sldMkLst>
        <pc:spChg chg="mod">
          <ac:chgData name="NIES HUI WEN" userId="3541b9e0-606d-4c51-a83e-60dbee75d3cd" providerId="ADAL" clId="{47FCDD03-B0CF-44DE-ACC1-8B3C068CDC9F}" dt="2024-09-30T14:46:07.172" v="56" actId="404"/>
          <ac:spMkLst>
            <pc:docMk/>
            <pc:sldMk cId="0" sldId="265"/>
            <ac:spMk id="210" creationId="{00000000-0000-0000-0000-000000000000}"/>
          </ac:spMkLst>
        </pc:spChg>
        <pc:spChg chg="mod">
          <ac:chgData name="NIES HUI WEN" userId="3541b9e0-606d-4c51-a83e-60dbee75d3cd" providerId="ADAL" clId="{47FCDD03-B0CF-44DE-ACC1-8B3C068CDC9F}" dt="2024-09-30T14:46:55.037" v="64" actId="403"/>
          <ac:spMkLst>
            <pc:docMk/>
            <pc:sldMk cId="0" sldId="265"/>
            <ac:spMk id="218" creationId="{00000000-0000-0000-0000-000000000000}"/>
          </ac:spMkLst>
        </pc:spChg>
      </pc:sldChg>
      <pc:sldChg chg="modSp add del mod">
        <pc:chgData name="NIES HUI WEN" userId="3541b9e0-606d-4c51-a83e-60dbee75d3cd" providerId="ADAL" clId="{47FCDD03-B0CF-44DE-ACC1-8B3C068CDC9F}" dt="2024-09-30T14:46:32.915" v="59" actId="404"/>
        <pc:sldMkLst>
          <pc:docMk/>
          <pc:sldMk cId="0" sldId="266"/>
        </pc:sldMkLst>
        <pc:spChg chg="mod">
          <ac:chgData name="NIES HUI WEN" userId="3541b9e0-606d-4c51-a83e-60dbee75d3cd" providerId="ADAL" clId="{47FCDD03-B0CF-44DE-ACC1-8B3C068CDC9F}" dt="2024-09-30T14:46:18.145" v="57" actId="20577"/>
          <ac:spMkLst>
            <pc:docMk/>
            <pc:sldMk cId="0" sldId="266"/>
            <ac:spMk id="237" creationId="{00000000-0000-0000-0000-000000000000}"/>
          </ac:spMkLst>
        </pc:spChg>
        <pc:spChg chg="mod">
          <ac:chgData name="NIES HUI WEN" userId="3541b9e0-606d-4c51-a83e-60dbee75d3cd" providerId="ADAL" clId="{47FCDD03-B0CF-44DE-ACC1-8B3C068CDC9F}" dt="2024-09-30T14:46:32.915" v="59" actId="404"/>
          <ac:spMkLst>
            <pc:docMk/>
            <pc:sldMk cId="0" sldId="266"/>
            <ac:spMk id="240" creationId="{00000000-0000-0000-0000-000000000000}"/>
          </ac:spMkLst>
        </pc:spChg>
      </pc:sldChg>
      <pc:sldChg chg="modSp add del mod">
        <pc:chgData name="NIES HUI WEN" userId="3541b9e0-606d-4c51-a83e-60dbee75d3cd" providerId="ADAL" clId="{47FCDD03-B0CF-44DE-ACC1-8B3C068CDC9F}" dt="2024-09-30T14:47:53.319" v="77" actId="14100"/>
        <pc:sldMkLst>
          <pc:docMk/>
          <pc:sldMk cId="0" sldId="267"/>
        </pc:sldMkLst>
        <pc:spChg chg="mod">
          <ac:chgData name="NIES HUI WEN" userId="3541b9e0-606d-4c51-a83e-60dbee75d3cd" providerId="ADAL" clId="{47FCDD03-B0CF-44DE-ACC1-8B3C068CDC9F}" dt="2024-09-30T14:47:00.427" v="66" actId="404"/>
          <ac:spMkLst>
            <pc:docMk/>
            <pc:sldMk cId="0" sldId="267"/>
            <ac:spMk id="248" creationId="{00000000-0000-0000-0000-000000000000}"/>
          </ac:spMkLst>
        </pc:spChg>
        <pc:spChg chg="mod">
          <ac:chgData name="NIES HUI WEN" userId="3541b9e0-606d-4c51-a83e-60dbee75d3cd" providerId="ADAL" clId="{47FCDD03-B0CF-44DE-ACC1-8B3C068CDC9F}" dt="2024-09-30T14:47:53.319" v="77" actId="14100"/>
          <ac:spMkLst>
            <pc:docMk/>
            <pc:sldMk cId="0" sldId="267"/>
            <ac:spMk id="249" creationId="{00000000-0000-0000-0000-000000000000}"/>
          </ac:spMkLst>
        </pc:spChg>
        <pc:spChg chg="mod">
          <ac:chgData name="NIES HUI WEN" userId="3541b9e0-606d-4c51-a83e-60dbee75d3cd" providerId="ADAL" clId="{47FCDD03-B0CF-44DE-ACC1-8B3C068CDC9F}" dt="2024-09-30T14:47:38.236" v="73" actId="1076"/>
          <ac:spMkLst>
            <pc:docMk/>
            <pc:sldMk cId="0" sldId="267"/>
            <ac:spMk id="254" creationId="{00000000-0000-0000-0000-000000000000}"/>
          </ac:spMkLst>
        </pc:spChg>
        <pc:spChg chg="mod">
          <ac:chgData name="NIES HUI WEN" userId="3541b9e0-606d-4c51-a83e-60dbee75d3cd" providerId="ADAL" clId="{47FCDD03-B0CF-44DE-ACC1-8B3C068CDC9F}" dt="2024-09-30T14:47:46.282" v="76" actId="1076"/>
          <ac:spMkLst>
            <pc:docMk/>
            <pc:sldMk cId="0" sldId="267"/>
            <ac:spMk id="257" creationId="{00000000-0000-0000-0000-000000000000}"/>
          </ac:spMkLst>
        </pc:spChg>
        <pc:picChg chg="mod">
          <ac:chgData name="NIES HUI WEN" userId="3541b9e0-606d-4c51-a83e-60dbee75d3cd" providerId="ADAL" clId="{47FCDD03-B0CF-44DE-ACC1-8B3C068CDC9F}" dt="2024-09-30T14:47:38.236" v="73" actId="1076"/>
          <ac:picMkLst>
            <pc:docMk/>
            <pc:sldMk cId="0" sldId="267"/>
            <ac:picMk id="253" creationId="{00000000-0000-0000-0000-000000000000}"/>
          </ac:picMkLst>
        </pc:picChg>
      </pc:sldChg>
      <pc:sldChg chg="modSp add del mod">
        <pc:chgData name="NIES HUI WEN" userId="3541b9e0-606d-4c51-a83e-60dbee75d3cd" providerId="ADAL" clId="{47FCDD03-B0CF-44DE-ACC1-8B3C068CDC9F}" dt="2024-09-30T14:48:32.554" v="110" actId="404"/>
        <pc:sldMkLst>
          <pc:docMk/>
          <pc:sldMk cId="0" sldId="268"/>
        </pc:sldMkLst>
        <pc:spChg chg="mod">
          <ac:chgData name="NIES HUI WEN" userId="3541b9e0-606d-4c51-a83e-60dbee75d3cd" providerId="ADAL" clId="{47FCDD03-B0CF-44DE-ACC1-8B3C068CDC9F}" dt="2024-09-30T14:48:25.821" v="109" actId="404"/>
          <ac:spMkLst>
            <pc:docMk/>
            <pc:sldMk cId="0" sldId="268"/>
            <ac:spMk id="263" creationId="{00000000-0000-0000-0000-000000000000}"/>
          </ac:spMkLst>
        </pc:spChg>
        <pc:spChg chg="mod">
          <ac:chgData name="NIES HUI WEN" userId="3541b9e0-606d-4c51-a83e-60dbee75d3cd" providerId="ADAL" clId="{47FCDD03-B0CF-44DE-ACC1-8B3C068CDC9F}" dt="2024-09-30T14:48:32.554" v="110" actId="404"/>
          <ac:spMkLst>
            <pc:docMk/>
            <pc:sldMk cId="0" sldId="268"/>
            <ac:spMk id="264" creationId="{00000000-0000-0000-0000-000000000000}"/>
          </ac:spMkLst>
        </pc:spChg>
        <pc:spChg chg="mod">
          <ac:chgData name="NIES HUI WEN" userId="3541b9e0-606d-4c51-a83e-60dbee75d3cd" providerId="ADAL" clId="{47FCDD03-B0CF-44DE-ACC1-8B3C068CDC9F}" dt="2024-09-30T14:48:05.652" v="104" actId="1036"/>
          <ac:spMkLst>
            <pc:docMk/>
            <pc:sldMk cId="0" sldId="268"/>
            <ac:spMk id="269" creationId="{00000000-0000-0000-0000-000000000000}"/>
          </ac:spMkLst>
        </pc:spChg>
        <pc:spChg chg="mod">
          <ac:chgData name="NIES HUI WEN" userId="3541b9e0-606d-4c51-a83e-60dbee75d3cd" providerId="ADAL" clId="{47FCDD03-B0CF-44DE-ACC1-8B3C068CDC9F}" dt="2024-09-30T14:48:05.652" v="104" actId="1036"/>
          <ac:spMkLst>
            <pc:docMk/>
            <pc:sldMk cId="0" sldId="268"/>
            <ac:spMk id="270" creationId="{00000000-0000-0000-0000-000000000000}"/>
          </ac:spMkLst>
        </pc:spChg>
        <pc:spChg chg="mod">
          <ac:chgData name="NIES HUI WEN" userId="3541b9e0-606d-4c51-a83e-60dbee75d3cd" providerId="ADAL" clId="{47FCDD03-B0CF-44DE-ACC1-8B3C068CDC9F}" dt="2024-09-30T14:48:05.652" v="104" actId="1036"/>
          <ac:spMkLst>
            <pc:docMk/>
            <pc:sldMk cId="0" sldId="268"/>
            <ac:spMk id="271" creationId="{00000000-0000-0000-0000-000000000000}"/>
          </ac:spMkLst>
        </pc:spChg>
        <pc:spChg chg="mod">
          <ac:chgData name="NIES HUI WEN" userId="3541b9e0-606d-4c51-a83e-60dbee75d3cd" providerId="ADAL" clId="{47FCDD03-B0CF-44DE-ACC1-8B3C068CDC9F}" dt="2024-09-30T14:48:05.652" v="104" actId="1036"/>
          <ac:spMkLst>
            <pc:docMk/>
            <pc:sldMk cId="0" sldId="268"/>
            <ac:spMk id="272" creationId="{00000000-0000-0000-0000-000000000000}"/>
          </ac:spMkLst>
        </pc:spChg>
        <pc:spChg chg="mod">
          <ac:chgData name="NIES HUI WEN" userId="3541b9e0-606d-4c51-a83e-60dbee75d3cd" providerId="ADAL" clId="{47FCDD03-B0CF-44DE-ACC1-8B3C068CDC9F}" dt="2024-09-30T14:48:05.652" v="104" actId="1036"/>
          <ac:spMkLst>
            <pc:docMk/>
            <pc:sldMk cId="0" sldId="268"/>
            <ac:spMk id="273" creationId="{00000000-0000-0000-0000-000000000000}"/>
          </ac:spMkLst>
        </pc:spChg>
        <pc:spChg chg="mod">
          <ac:chgData name="NIES HUI WEN" userId="3541b9e0-606d-4c51-a83e-60dbee75d3cd" providerId="ADAL" clId="{47FCDD03-B0CF-44DE-ACC1-8B3C068CDC9F}" dt="2024-09-30T14:48:05.652" v="104" actId="1036"/>
          <ac:spMkLst>
            <pc:docMk/>
            <pc:sldMk cId="0" sldId="268"/>
            <ac:spMk id="274" creationId="{00000000-0000-0000-0000-000000000000}"/>
          </ac:spMkLst>
        </pc:spChg>
        <pc:spChg chg="mod">
          <ac:chgData name="NIES HUI WEN" userId="3541b9e0-606d-4c51-a83e-60dbee75d3cd" providerId="ADAL" clId="{47FCDD03-B0CF-44DE-ACC1-8B3C068CDC9F}" dt="2024-09-30T14:48:05.652" v="104" actId="1036"/>
          <ac:spMkLst>
            <pc:docMk/>
            <pc:sldMk cId="0" sldId="268"/>
            <ac:spMk id="275" creationId="{00000000-0000-0000-0000-000000000000}"/>
          </ac:spMkLst>
        </pc:spChg>
        <pc:spChg chg="mod">
          <ac:chgData name="NIES HUI WEN" userId="3541b9e0-606d-4c51-a83e-60dbee75d3cd" providerId="ADAL" clId="{47FCDD03-B0CF-44DE-ACC1-8B3C068CDC9F}" dt="2024-09-30T14:48:18.775" v="107" actId="1076"/>
          <ac:spMkLst>
            <pc:docMk/>
            <pc:sldMk cId="0" sldId="268"/>
            <ac:spMk id="276" creationId="{00000000-0000-0000-0000-000000000000}"/>
          </ac:spMkLst>
        </pc:spChg>
        <pc:picChg chg="mod">
          <ac:chgData name="NIES HUI WEN" userId="3541b9e0-606d-4c51-a83e-60dbee75d3cd" providerId="ADAL" clId="{47FCDD03-B0CF-44DE-ACC1-8B3C068CDC9F}" dt="2024-09-30T14:48:05.652" v="104" actId="1036"/>
          <ac:picMkLst>
            <pc:docMk/>
            <pc:sldMk cId="0" sldId="268"/>
            <ac:picMk id="268" creationId="{00000000-0000-0000-0000-000000000000}"/>
          </ac:picMkLst>
        </pc:picChg>
      </pc:sldChg>
      <pc:sldChg chg="modSp add del mod">
        <pc:chgData name="NIES HUI WEN" userId="3541b9e0-606d-4c51-a83e-60dbee75d3cd" providerId="ADAL" clId="{47FCDD03-B0CF-44DE-ACC1-8B3C068CDC9F}" dt="2024-09-30T14:48:41.365" v="113" actId="404"/>
        <pc:sldMkLst>
          <pc:docMk/>
          <pc:sldMk cId="0" sldId="269"/>
        </pc:sldMkLst>
        <pc:spChg chg="mod">
          <ac:chgData name="NIES HUI WEN" userId="3541b9e0-606d-4c51-a83e-60dbee75d3cd" providerId="ADAL" clId="{47FCDD03-B0CF-44DE-ACC1-8B3C068CDC9F}" dt="2024-09-30T14:48:39.225" v="112" actId="404"/>
          <ac:spMkLst>
            <pc:docMk/>
            <pc:sldMk cId="0" sldId="269"/>
            <ac:spMk id="281" creationId="{00000000-0000-0000-0000-000000000000}"/>
          </ac:spMkLst>
        </pc:spChg>
        <pc:spChg chg="mod">
          <ac:chgData name="NIES HUI WEN" userId="3541b9e0-606d-4c51-a83e-60dbee75d3cd" providerId="ADAL" clId="{47FCDD03-B0CF-44DE-ACC1-8B3C068CDC9F}" dt="2024-09-30T14:48:41.365" v="113" actId="404"/>
          <ac:spMkLst>
            <pc:docMk/>
            <pc:sldMk cId="0" sldId="269"/>
            <ac:spMk id="282" creationId="{00000000-0000-0000-0000-000000000000}"/>
          </ac:spMkLst>
        </pc:spChg>
      </pc:sldChg>
      <pc:sldChg chg="modSp add del mod">
        <pc:chgData name="NIES HUI WEN" userId="3541b9e0-606d-4c51-a83e-60dbee75d3cd" providerId="ADAL" clId="{47FCDD03-B0CF-44DE-ACC1-8B3C068CDC9F}" dt="2024-09-30T14:49:09.788" v="132" actId="1036"/>
        <pc:sldMkLst>
          <pc:docMk/>
          <pc:sldMk cId="0" sldId="270"/>
        </pc:sldMkLst>
        <pc:spChg chg="mod">
          <ac:chgData name="NIES HUI WEN" userId="3541b9e0-606d-4c51-a83e-60dbee75d3cd" providerId="ADAL" clId="{47FCDD03-B0CF-44DE-ACC1-8B3C068CDC9F}" dt="2024-09-30T14:48:47.880" v="115" actId="404"/>
          <ac:spMkLst>
            <pc:docMk/>
            <pc:sldMk cId="0" sldId="270"/>
            <ac:spMk id="294" creationId="{00000000-0000-0000-0000-000000000000}"/>
          </ac:spMkLst>
        </pc:spChg>
        <pc:spChg chg="mod">
          <ac:chgData name="NIES HUI WEN" userId="3541b9e0-606d-4c51-a83e-60dbee75d3cd" providerId="ADAL" clId="{47FCDD03-B0CF-44DE-ACC1-8B3C068CDC9F}" dt="2024-09-30T14:48:50.099" v="116" actId="404"/>
          <ac:spMkLst>
            <pc:docMk/>
            <pc:sldMk cId="0" sldId="270"/>
            <ac:spMk id="295" creationId="{00000000-0000-0000-0000-000000000000}"/>
          </ac:spMkLst>
        </pc:spChg>
        <pc:spChg chg="mod">
          <ac:chgData name="NIES HUI WEN" userId="3541b9e0-606d-4c51-a83e-60dbee75d3cd" providerId="ADAL" clId="{47FCDD03-B0CF-44DE-ACC1-8B3C068CDC9F}" dt="2024-09-30T14:49:03.414" v="121" actId="1076"/>
          <ac:spMkLst>
            <pc:docMk/>
            <pc:sldMk cId="0" sldId="270"/>
            <ac:spMk id="299" creationId="{00000000-0000-0000-0000-000000000000}"/>
          </ac:spMkLst>
        </pc:spChg>
        <pc:spChg chg="mod">
          <ac:chgData name="NIES HUI WEN" userId="3541b9e0-606d-4c51-a83e-60dbee75d3cd" providerId="ADAL" clId="{47FCDD03-B0CF-44DE-ACC1-8B3C068CDC9F}" dt="2024-09-30T14:49:09.788" v="132" actId="1036"/>
          <ac:spMkLst>
            <pc:docMk/>
            <pc:sldMk cId="0" sldId="270"/>
            <ac:spMk id="301" creationId="{00000000-0000-0000-0000-000000000000}"/>
          </ac:spMkLst>
        </pc:spChg>
        <pc:spChg chg="mod">
          <ac:chgData name="NIES HUI WEN" userId="3541b9e0-606d-4c51-a83e-60dbee75d3cd" providerId="ADAL" clId="{47FCDD03-B0CF-44DE-ACC1-8B3C068CDC9F}" dt="2024-09-30T14:49:09.788" v="132" actId="1036"/>
          <ac:spMkLst>
            <pc:docMk/>
            <pc:sldMk cId="0" sldId="270"/>
            <ac:spMk id="302" creationId="{00000000-0000-0000-0000-000000000000}"/>
          </ac:spMkLst>
        </pc:spChg>
        <pc:spChg chg="mod">
          <ac:chgData name="NIES HUI WEN" userId="3541b9e0-606d-4c51-a83e-60dbee75d3cd" providerId="ADAL" clId="{47FCDD03-B0CF-44DE-ACC1-8B3C068CDC9F}" dt="2024-09-30T14:49:09.788" v="132" actId="1036"/>
          <ac:spMkLst>
            <pc:docMk/>
            <pc:sldMk cId="0" sldId="270"/>
            <ac:spMk id="303" creationId="{00000000-0000-0000-0000-000000000000}"/>
          </ac:spMkLst>
        </pc:spChg>
        <pc:spChg chg="mod">
          <ac:chgData name="NIES HUI WEN" userId="3541b9e0-606d-4c51-a83e-60dbee75d3cd" providerId="ADAL" clId="{47FCDD03-B0CF-44DE-ACC1-8B3C068CDC9F}" dt="2024-09-30T14:49:09.788" v="132" actId="1036"/>
          <ac:spMkLst>
            <pc:docMk/>
            <pc:sldMk cId="0" sldId="270"/>
            <ac:spMk id="304" creationId="{00000000-0000-0000-0000-000000000000}"/>
          </ac:spMkLst>
        </pc:spChg>
        <pc:spChg chg="mod">
          <ac:chgData name="NIES HUI WEN" userId="3541b9e0-606d-4c51-a83e-60dbee75d3cd" providerId="ADAL" clId="{47FCDD03-B0CF-44DE-ACC1-8B3C068CDC9F}" dt="2024-09-30T14:49:09.788" v="132" actId="1036"/>
          <ac:spMkLst>
            <pc:docMk/>
            <pc:sldMk cId="0" sldId="270"/>
            <ac:spMk id="305" creationId="{00000000-0000-0000-0000-000000000000}"/>
          </ac:spMkLst>
        </pc:spChg>
        <pc:picChg chg="mod">
          <ac:chgData name="NIES HUI WEN" userId="3541b9e0-606d-4c51-a83e-60dbee75d3cd" providerId="ADAL" clId="{47FCDD03-B0CF-44DE-ACC1-8B3C068CDC9F}" dt="2024-09-30T14:49:09.788" v="132" actId="1036"/>
          <ac:picMkLst>
            <pc:docMk/>
            <pc:sldMk cId="0" sldId="270"/>
            <ac:picMk id="300" creationId="{00000000-0000-0000-0000-000000000000}"/>
          </ac:picMkLst>
        </pc:picChg>
      </pc:sldChg>
      <pc:sldChg chg="addSp delSp modSp add mod">
        <pc:chgData name="NIES HUI WEN" userId="3541b9e0-606d-4c51-a83e-60dbee75d3cd" providerId="ADAL" clId="{47FCDD03-B0CF-44DE-ACC1-8B3C068CDC9F}" dt="2024-09-30T14:54:59.444" v="278" actId="1076"/>
        <pc:sldMkLst>
          <pc:docMk/>
          <pc:sldMk cId="0" sldId="271"/>
        </pc:sldMkLst>
        <pc:spChg chg="mod">
          <ac:chgData name="NIES HUI WEN" userId="3541b9e0-606d-4c51-a83e-60dbee75d3cd" providerId="ADAL" clId="{47FCDD03-B0CF-44DE-ACC1-8B3C068CDC9F}" dt="2024-09-30T14:54:59.444" v="278" actId="1076"/>
          <ac:spMkLst>
            <pc:docMk/>
            <pc:sldMk cId="0" sldId="271"/>
            <ac:spMk id="315" creationId="{00000000-0000-0000-0000-000000000000}"/>
          </ac:spMkLst>
        </pc:spChg>
        <pc:spChg chg="mod">
          <ac:chgData name="NIES HUI WEN" userId="3541b9e0-606d-4c51-a83e-60dbee75d3cd" providerId="ADAL" clId="{47FCDD03-B0CF-44DE-ACC1-8B3C068CDC9F}" dt="2024-09-30T14:54:59.444" v="278" actId="1076"/>
          <ac:spMkLst>
            <pc:docMk/>
            <pc:sldMk cId="0" sldId="271"/>
            <ac:spMk id="316" creationId="{00000000-0000-0000-0000-000000000000}"/>
          </ac:spMkLst>
        </pc:spChg>
        <pc:picChg chg="add del mod">
          <ac:chgData name="NIES HUI WEN" userId="3541b9e0-606d-4c51-a83e-60dbee75d3cd" providerId="ADAL" clId="{47FCDD03-B0CF-44DE-ACC1-8B3C068CDC9F}" dt="2024-09-30T14:50:25.589" v="135" actId="478"/>
          <ac:picMkLst>
            <pc:docMk/>
            <pc:sldMk cId="0" sldId="271"/>
            <ac:picMk id="3" creationId="{7D90EA79-232A-BC42-ACC2-B535E8F59C6A}"/>
          </ac:picMkLst>
        </pc:picChg>
        <pc:picChg chg="add del mod">
          <ac:chgData name="NIES HUI WEN" userId="3541b9e0-606d-4c51-a83e-60dbee75d3cd" providerId="ADAL" clId="{47FCDD03-B0CF-44DE-ACC1-8B3C068CDC9F}" dt="2024-09-30T14:52:44.877" v="181" actId="478"/>
          <ac:picMkLst>
            <pc:docMk/>
            <pc:sldMk cId="0" sldId="271"/>
            <ac:picMk id="5" creationId="{84C07834-835B-1263-6680-AEF59E48716F}"/>
          </ac:picMkLst>
        </pc:picChg>
        <pc:picChg chg="add del mod">
          <ac:chgData name="NIES HUI WEN" userId="3541b9e0-606d-4c51-a83e-60dbee75d3cd" providerId="ADAL" clId="{47FCDD03-B0CF-44DE-ACC1-8B3C068CDC9F}" dt="2024-09-30T14:53:30.337" v="185" actId="478"/>
          <ac:picMkLst>
            <pc:docMk/>
            <pc:sldMk cId="0" sldId="271"/>
            <ac:picMk id="7" creationId="{19CCF78D-F87C-DF5B-3BE2-69454A338E68}"/>
          </ac:picMkLst>
        </pc:picChg>
        <pc:picChg chg="add mod">
          <ac:chgData name="NIES HUI WEN" userId="3541b9e0-606d-4c51-a83e-60dbee75d3cd" providerId="ADAL" clId="{47FCDD03-B0CF-44DE-ACC1-8B3C068CDC9F}" dt="2024-09-30T14:54:51.972" v="277" actId="1036"/>
          <ac:picMkLst>
            <pc:docMk/>
            <pc:sldMk cId="0" sldId="271"/>
            <ac:picMk id="9" creationId="{A714970C-C21B-2199-734B-9650CC895875}"/>
          </ac:picMkLst>
        </pc:picChg>
      </pc:sldChg>
      <pc:sldChg chg="modSp add mod">
        <pc:chgData name="NIES HUI WEN" userId="3541b9e0-606d-4c51-a83e-60dbee75d3cd" providerId="ADAL" clId="{47FCDD03-B0CF-44DE-ACC1-8B3C068CDC9F}" dt="2024-09-30T14:55:46.001" v="280" actId="404"/>
        <pc:sldMkLst>
          <pc:docMk/>
          <pc:sldMk cId="0" sldId="272"/>
        </pc:sldMkLst>
        <pc:spChg chg="mod">
          <ac:chgData name="NIES HUI WEN" userId="3541b9e0-606d-4c51-a83e-60dbee75d3cd" providerId="ADAL" clId="{47FCDD03-B0CF-44DE-ACC1-8B3C068CDC9F}" dt="2024-09-30T14:55:46.001" v="280" actId="404"/>
          <ac:spMkLst>
            <pc:docMk/>
            <pc:sldMk cId="0" sldId="272"/>
            <ac:spMk id="321" creationId="{00000000-0000-0000-0000-000000000000}"/>
          </ac:spMkLst>
        </pc:spChg>
      </pc:sldChg>
      <pc:sldChg chg="modSp add mod">
        <pc:chgData name="NIES HUI WEN" userId="3541b9e0-606d-4c51-a83e-60dbee75d3cd" providerId="ADAL" clId="{47FCDD03-B0CF-44DE-ACC1-8B3C068CDC9F}" dt="2024-09-30T14:56:57.344" v="289"/>
        <pc:sldMkLst>
          <pc:docMk/>
          <pc:sldMk cId="0" sldId="273"/>
        </pc:sldMkLst>
        <pc:spChg chg="mod">
          <ac:chgData name="NIES HUI WEN" userId="3541b9e0-606d-4c51-a83e-60dbee75d3cd" providerId="ADAL" clId="{47FCDD03-B0CF-44DE-ACC1-8B3C068CDC9F}" dt="2024-09-30T14:55:50.389" v="282" actId="404"/>
          <ac:spMkLst>
            <pc:docMk/>
            <pc:sldMk cId="0" sldId="273"/>
            <ac:spMk id="359" creationId="{00000000-0000-0000-0000-000000000000}"/>
          </ac:spMkLst>
        </pc:spChg>
        <pc:spChg chg="mod">
          <ac:chgData name="NIES HUI WEN" userId="3541b9e0-606d-4c51-a83e-60dbee75d3cd" providerId="ADAL" clId="{47FCDD03-B0CF-44DE-ACC1-8B3C068CDC9F}" dt="2024-09-30T14:56:57.344" v="289"/>
          <ac:spMkLst>
            <pc:docMk/>
            <pc:sldMk cId="0" sldId="273"/>
            <ac:spMk id="360" creationId="{00000000-0000-0000-0000-000000000000}"/>
          </ac:spMkLst>
        </pc:spChg>
      </pc:sldChg>
      <pc:sldChg chg="modSp add del mod">
        <pc:chgData name="NIES HUI WEN" userId="3541b9e0-606d-4c51-a83e-60dbee75d3cd" providerId="ADAL" clId="{47FCDD03-B0CF-44DE-ACC1-8B3C068CDC9F}" dt="2024-09-30T14:57:25.548" v="292" actId="404"/>
        <pc:sldMkLst>
          <pc:docMk/>
          <pc:sldMk cId="0" sldId="274"/>
        </pc:sldMkLst>
        <pc:spChg chg="mod">
          <ac:chgData name="NIES HUI WEN" userId="3541b9e0-606d-4c51-a83e-60dbee75d3cd" providerId="ADAL" clId="{47FCDD03-B0CF-44DE-ACC1-8B3C068CDC9F}" dt="2024-09-30T14:57:22.424" v="291" actId="404"/>
          <ac:spMkLst>
            <pc:docMk/>
            <pc:sldMk cId="0" sldId="274"/>
            <ac:spMk id="368" creationId="{00000000-0000-0000-0000-000000000000}"/>
          </ac:spMkLst>
        </pc:spChg>
        <pc:spChg chg="mod">
          <ac:chgData name="NIES HUI WEN" userId="3541b9e0-606d-4c51-a83e-60dbee75d3cd" providerId="ADAL" clId="{47FCDD03-B0CF-44DE-ACC1-8B3C068CDC9F}" dt="2024-09-30T14:57:25.548" v="292" actId="404"/>
          <ac:spMkLst>
            <pc:docMk/>
            <pc:sldMk cId="0" sldId="274"/>
            <ac:spMk id="372" creationId="{00000000-0000-0000-0000-000000000000}"/>
          </ac:spMkLst>
        </pc:spChg>
      </pc:sldChg>
      <pc:sldChg chg="addSp modSp mod">
        <pc:chgData name="NIES HUI WEN" userId="3541b9e0-606d-4c51-a83e-60dbee75d3cd" providerId="ADAL" clId="{47FCDD03-B0CF-44DE-ACC1-8B3C068CDC9F}" dt="2024-09-30T14:42:13.553" v="20"/>
        <pc:sldMkLst>
          <pc:docMk/>
          <pc:sldMk cId="793206217" sldId="275"/>
        </pc:sldMkLst>
        <pc:spChg chg="mod">
          <ac:chgData name="NIES HUI WEN" userId="3541b9e0-606d-4c51-a83e-60dbee75d3cd" providerId="ADAL" clId="{47FCDD03-B0CF-44DE-ACC1-8B3C068CDC9F}" dt="2024-09-30T14:41:50.783" v="17"/>
          <ac:spMkLst>
            <pc:docMk/>
            <pc:sldMk cId="793206217" sldId="275"/>
            <ac:spMk id="8" creationId="{4B6CFE8D-1D7F-7AB4-D3A4-CB51B8E0F265}"/>
          </ac:spMkLst>
        </pc:spChg>
        <pc:spChg chg="mod">
          <ac:chgData name="NIES HUI WEN" userId="3541b9e0-606d-4c51-a83e-60dbee75d3cd" providerId="ADAL" clId="{47FCDD03-B0CF-44DE-ACC1-8B3C068CDC9F}" dt="2024-09-30T14:41:59.590" v="19" actId="20577"/>
          <ac:spMkLst>
            <pc:docMk/>
            <pc:sldMk cId="793206217" sldId="275"/>
            <ac:spMk id="10" creationId="{3EDB0EF8-F1DF-06E5-66E8-726DC66B4C23}"/>
          </ac:spMkLst>
        </pc:spChg>
        <pc:spChg chg="mod">
          <ac:chgData name="NIES HUI WEN" userId="3541b9e0-606d-4c51-a83e-60dbee75d3cd" providerId="ADAL" clId="{47FCDD03-B0CF-44DE-ACC1-8B3C068CDC9F}" dt="2024-09-30T14:42:13.553" v="20"/>
          <ac:spMkLst>
            <pc:docMk/>
            <pc:sldMk cId="793206217" sldId="275"/>
            <ac:spMk id="11" creationId="{481919C2-F818-C7C4-E4AD-F1E3BE7FE9D6}"/>
          </ac:spMkLst>
        </pc:spChg>
        <pc:spChg chg="mod">
          <ac:chgData name="NIES HUI WEN" userId="3541b9e0-606d-4c51-a83e-60dbee75d3cd" providerId="ADAL" clId="{47FCDD03-B0CF-44DE-ACC1-8B3C068CDC9F}" dt="2024-09-30T14:40:58.323" v="10"/>
          <ac:spMkLst>
            <pc:docMk/>
            <pc:sldMk cId="793206217" sldId="275"/>
            <ac:spMk id="15" creationId="{06D76F8F-9451-9946-9AC6-6A4DC9337D85}"/>
          </ac:spMkLst>
        </pc:spChg>
        <pc:spChg chg="mod">
          <ac:chgData name="NIES HUI WEN" userId="3541b9e0-606d-4c51-a83e-60dbee75d3cd" providerId="ADAL" clId="{47FCDD03-B0CF-44DE-ACC1-8B3C068CDC9F}" dt="2024-09-30T14:40:47.293" v="9"/>
          <ac:spMkLst>
            <pc:docMk/>
            <pc:sldMk cId="793206217" sldId="275"/>
            <ac:spMk id="16" creationId="{929E73F1-1DD6-8DC9-0B8E-AD1B04B34741}"/>
          </ac:spMkLst>
        </pc:spChg>
        <pc:spChg chg="mod">
          <ac:chgData name="NIES HUI WEN" userId="3541b9e0-606d-4c51-a83e-60dbee75d3cd" providerId="ADAL" clId="{47FCDD03-B0CF-44DE-ACC1-8B3C068CDC9F}" dt="2024-09-30T14:41:09.762" v="11"/>
          <ac:spMkLst>
            <pc:docMk/>
            <pc:sldMk cId="793206217" sldId="275"/>
            <ac:spMk id="23" creationId="{32C9E1B7-E84D-CFFF-E5B9-40004CBFE476}"/>
          </ac:spMkLst>
        </pc:spChg>
        <pc:spChg chg="mod">
          <ac:chgData name="NIES HUI WEN" userId="3541b9e0-606d-4c51-a83e-60dbee75d3cd" providerId="ADAL" clId="{47FCDD03-B0CF-44DE-ACC1-8B3C068CDC9F}" dt="2024-09-30T14:41:23.551" v="14" actId="20577"/>
          <ac:spMkLst>
            <pc:docMk/>
            <pc:sldMk cId="793206217" sldId="275"/>
            <ac:spMk id="28" creationId="{B251F453-C9ED-7148-FA7B-213C2A2B0E76}"/>
          </ac:spMkLst>
        </pc:spChg>
        <pc:spChg chg="mod">
          <ac:chgData name="NIES HUI WEN" userId="3541b9e0-606d-4c51-a83e-60dbee75d3cd" providerId="ADAL" clId="{47FCDD03-B0CF-44DE-ACC1-8B3C068CDC9F}" dt="2024-09-30T14:41:35.855" v="15"/>
          <ac:spMkLst>
            <pc:docMk/>
            <pc:sldMk cId="793206217" sldId="275"/>
            <ac:spMk id="32" creationId="{CA5ACF9B-94E0-C8EA-A24E-D98A00EB4FFB}"/>
          </ac:spMkLst>
        </pc:spChg>
        <pc:grpChg chg="add mod">
          <ac:chgData name="NIES HUI WEN" userId="3541b9e0-606d-4c51-a83e-60dbee75d3cd" providerId="ADAL" clId="{47FCDD03-B0CF-44DE-ACC1-8B3C068CDC9F}" dt="2024-09-30T14:41:57.322" v="18" actId="1076"/>
          <ac:grpSpMkLst>
            <pc:docMk/>
            <pc:sldMk cId="793206217" sldId="275"/>
            <ac:grpSpMk id="5" creationId="{7568ECD8-46E4-6B16-01A2-4D8D758C989B}"/>
          </ac:grpSpMkLst>
        </pc:grpChg>
        <pc:picChg chg="mod">
          <ac:chgData name="NIES HUI WEN" userId="3541b9e0-606d-4c51-a83e-60dbee75d3cd" providerId="ADAL" clId="{47FCDD03-B0CF-44DE-ACC1-8B3C068CDC9F}" dt="2024-09-30T14:41:41.260" v="16" actId="1076"/>
          <ac:picMkLst>
            <pc:docMk/>
            <pc:sldMk cId="793206217" sldId="275"/>
            <ac:picMk id="3" creationId="{4458F1EA-447C-486C-DE06-EF8199F7967D}"/>
          </ac:picMkLst>
        </pc:picChg>
      </pc:sldChg>
      <pc:sldChg chg="modSp add del mod">
        <pc:chgData name="NIES HUI WEN" userId="3541b9e0-606d-4c51-a83e-60dbee75d3cd" providerId="ADAL" clId="{47FCDD03-B0CF-44DE-ACC1-8B3C068CDC9F}" dt="2024-09-30T14:58:18.949" v="303"/>
        <pc:sldMkLst>
          <pc:docMk/>
          <pc:sldMk cId="0" sldId="276"/>
        </pc:sldMkLst>
        <pc:spChg chg="mod">
          <ac:chgData name="NIES HUI WEN" userId="3541b9e0-606d-4c51-a83e-60dbee75d3cd" providerId="ADAL" clId="{47FCDD03-B0CF-44DE-ACC1-8B3C068CDC9F}" dt="2024-09-30T14:58:09.091" v="298" actId="404"/>
          <ac:spMkLst>
            <pc:docMk/>
            <pc:sldMk cId="0" sldId="276"/>
            <ac:spMk id="391" creationId="{00000000-0000-0000-0000-000000000000}"/>
          </ac:spMkLst>
        </pc:spChg>
        <pc:spChg chg="mod">
          <ac:chgData name="NIES HUI WEN" userId="3541b9e0-606d-4c51-a83e-60dbee75d3cd" providerId="ADAL" clId="{47FCDD03-B0CF-44DE-ACC1-8B3C068CDC9F}" dt="2024-09-30T14:58:18.949" v="303"/>
          <ac:spMkLst>
            <pc:docMk/>
            <pc:sldMk cId="0" sldId="276"/>
            <ac:spMk id="392" creationId="{00000000-0000-0000-0000-000000000000}"/>
          </ac:spMkLst>
        </pc:spChg>
      </pc:sldChg>
      <pc:sldChg chg="modSp add del mod">
        <pc:chgData name="NIES HUI WEN" userId="3541b9e0-606d-4c51-a83e-60dbee75d3cd" providerId="ADAL" clId="{47FCDD03-B0CF-44DE-ACC1-8B3C068CDC9F}" dt="2024-09-30T14:59:25.912" v="315" actId="14100"/>
        <pc:sldMkLst>
          <pc:docMk/>
          <pc:sldMk cId="0" sldId="277"/>
        </pc:sldMkLst>
        <pc:spChg chg="mod">
          <ac:chgData name="NIES HUI WEN" userId="3541b9e0-606d-4c51-a83e-60dbee75d3cd" providerId="ADAL" clId="{47FCDD03-B0CF-44DE-ACC1-8B3C068CDC9F}" dt="2024-09-30T14:58:27.260" v="305" actId="404"/>
          <ac:spMkLst>
            <pc:docMk/>
            <pc:sldMk cId="0" sldId="277"/>
            <ac:spMk id="412" creationId="{00000000-0000-0000-0000-000000000000}"/>
          </ac:spMkLst>
        </pc:spChg>
        <pc:spChg chg="mod">
          <ac:chgData name="NIES HUI WEN" userId="3541b9e0-606d-4c51-a83e-60dbee75d3cd" providerId="ADAL" clId="{47FCDD03-B0CF-44DE-ACC1-8B3C068CDC9F}" dt="2024-09-30T14:59:25.912" v="315" actId="14100"/>
          <ac:spMkLst>
            <pc:docMk/>
            <pc:sldMk cId="0" sldId="277"/>
            <ac:spMk id="413" creationId="{00000000-0000-0000-0000-000000000000}"/>
          </ac:spMkLst>
        </pc:spChg>
      </pc:sldChg>
      <pc:sldChg chg="modSp add del mod">
        <pc:chgData name="NIES HUI WEN" userId="3541b9e0-606d-4c51-a83e-60dbee75d3cd" providerId="ADAL" clId="{47FCDD03-B0CF-44DE-ACC1-8B3C068CDC9F}" dt="2024-09-30T14:59:48.362" v="320"/>
        <pc:sldMkLst>
          <pc:docMk/>
          <pc:sldMk cId="0" sldId="278"/>
        </pc:sldMkLst>
        <pc:spChg chg="mod">
          <ac:chgData name="NIES HUI WEN" userId="3541b9e0-606d-4c51-a83e-60dbee75d3cd" providerId="ADAL" clId="{47FCDD03-B0CF-44DE-ACC1-8B3C068CDC9F}" dt="2024-09-30T14:59:39.410" v="317" actId="404"/>
          <ac:spMkLst>
            <pc:docMk/>
            <pc:sldMk cId="0" sldId="278"/>
            <ac:spMk id="421" creationId="{00000000-0000-0000-0000-000000000000}"/>
          </ac:spMkLst>
        </pc:spChg>
        <pc:spChg chg="mod">
          <ac:chgData name="NIES HUI WEN" userId="3541b9e0-606d-4c51-a83e-60dbee75d3cd" providerId="ADAL" clId="{47FCDD03-B0CF-44DE-ACC1-8B3C068CDC9F}" dt="2024-09-30T14:59:48.362" v="320"/>
          <ac:spMkLst>
            <pc:docMk/>
            <pc:sldMk cId="0" sldId="278"/>
            <ac:spMk id="422" creationId="{00000000-0000-0000-0000-000000000000}"/>
          </ac:spMkLst>
        </pc:spChg>
      </pc:sldChg>
      <pc:sldChg chg="modSp add del mod">
        <pc:chgData name="NIES HUI WEN" userId="3541b9e0-606d-4c51-a83e-60dbee75d3cd" providerId="ADAL" clId="{47FCDD03-B0CF-44DE-ACC1-8B3C068CDC9F}" dt="2024-09-30T15:00:35.348" v="329" actId="14100"/>
        <pc:sldMkLst>
          <pc:docMk/>
          <pc:sldMk cId="0" sldId="279"/>
        </pc:sldMkLst>
        <pc:spChg chg="mod">
          <ac:chgData name="NIES HUI WEN" userId="3541b9e0-606d-4c51-a83e-60dbee75d3cd" providerId="ADAL" clId="{47FCDD03-B0CF-44DE-ACC1-8B3C068CDC9F}" dt="2024-09-30T14:59:59.023" v="323" actId="404"/>
          <ac:spMkLst>
            <pc:docMk/>
            <pc:sldMk cId="0" sldId="279"/>
            <ac:spMk id="430" creationId="{00000000-0000-0000-0000-000000000000}"/>
          </ac:spMkLst>
        </pc:spChg>
        <pc:spChg chg="mod">
          <ac:chgData name="NIES HUI WEN" userId="3541b9e0-606d-4c51-a83e-60dbee75d3cd" providerId="ADAL" clId="{47FCDD03-B0CF-44DE-ACC1-8B3C068CDC9F}" dt="2024-09-30T15:00:35.348" v="329" actId="14100"/>
          <ac:spMkLst>
            <pc:docMk/>
            <pc:sldMk cId="0" sldId="279"/>
            <ac:spMk id="431" creationId="{00000000-0000-0000-0000-000000000000}"/>
          </ac:spMkLst>
        </pc:spChg>
        <pc:spChg chg="mod">
          <ac:chgData name="NIES HUI WEN" userId="3541b9e0-606d-4c51-a83e-60dbee75d3cd" providerId="ADAL" clId="{47FCDD03-B0CF-44DE-ACC1-8B3C068CDC9F}" dt="2024-09-30T15:00:13.625" v="325" actId="1076"/>
          <ac:spMkLst>
            <pc:docMk/>
            <pc:sldMk cId="0" sldId="279"/>
            <ac:spMk id="435" creationId="{00000000-0000-0000-0000-000000000000}"/>
          </ac:spMkLst>
        </pc:spChg>
        <pc:picChg chg="mod">
          <ac:chgData name="NIES HUI WEN" userId="3541b9e0-606d-4c51-a83e-60dbee75d3cd" providerId="ADAL" clId="{47FCDD03-B0CF-44DE-ACC1-8B3C068CDC9F}" dt="2024-09-30T15:00:11.084" v="324" actId="1076"/>
          <ac:picMkLst>
            <pc:docMk/>
            <pc:sldMk cId="0" sldId="279"/>
            <ac:picMk id="436" creationId="{00000000-0000-0000-0000-000000000000}"/>
          </ac:picMkLst>
        </pc:picChg>
      </pc:sldChg>
      <pc:sldChg chg="add del">
        <pc:chgData name="NIES HUI WEN" userId="3541b9e0-606d-4c51-a83e-60dbee75d3cd" providerId="ADAL" clId="{47FCDD03-B0CF-44DE-ACC1-8B3C068CDC9F}" dt="2024-09-30T14:42:50.121" v="22"/>
        <pc:sldMkLst>
          <pc:docMk/>
          <pc:sldMk cId="0" sldId="280"/>
        </pc:sldMkLst>
      </pc:sldChg>
      <pc:sldChg chg="modSp add del mod">
        <pc:chgData name="NIES HUI WEN" userId="3541b9e0-606d-4c51-a83e-60dbee75d3cd" providerId="ADAL" clId="{47FCDD03-B0CF-44DE-ACC1-8B3C068CDC9F}" dt="2024-09-30T15:01:03.062" v="345" actId="1036"/>
        <pc:sldMkLst>
          <pc:docMk/>
          <pc:sldMk cId="0" sldId="281"/>
        </pc:sldMkLst>
        <pc:spChg chg="mod">
          <ac:chgData name="NIES HUI WEN" userId="3541b9e0-606d-4c51-a83e-60dbee75d3cd" providerId="ADAL" clId="{47FCDD03-B0CF-44DE-ACC1-8B3C068CDC9F}" dt="2024-09-30T15:00:44.674" v="331" actId="404"/>
          <ac:spMkLst>
            <pc:docMk/>
            <pc:sldMk cId="0" sldId="281"/>
            <ac:spMk id="453" creationId="{00000000-0000-0000-0000-000000000000}"/>
          </ac:spMkLst>
        </pc:spChg>
        <pc:spChg chg="mod">
          <ac:chgData name="NIES HUI WEN" userId="3541b9e0-606d-4c51-a83e-60dbee75d3cd" providerId="ADAL" clId="{47FCDD03-B0CF-44DE-ACC1-8B3C068CDC9F}" dt="2024-09-30T15:00:56.001" v="333"/>
          <ac:spMkLst>
            <pc:docMk/>
            <pc:sldMk cId="0" sldId="281"/>
            <ac:spMk id="454" creationId="{00000000-0000-0000-0000-000000000000}"/>
          </ac:spMkLst>
        </pc:spChg>
        <pc:spChg chg="mod">
          <ac:chgData name="NIES HUI WEN" userId="3541b9e0-606d-4c51-a83e-60dbee75d3cd" providerId="ADAL" clId="{47FCDD03-B0CF-44DE-ACC1-8B3C068CDC9F}" dt="2024-09-30T15:01:03.062" v="345" actId="1036"/>
          <ac:spMkLst>
            <pc:docMk/>
            <pc:sldMk cId="0" sldId="281"/>
            <ac:spMk id="459" creationId="{00000000-0000-0000-0000-000000000000}"/>
          </ac:spMkLst>
        </pc:spChg>
        <pc:spChg chg="mod">
          <ac:chgData name="NIES HUI WEN" userId="3541b9e0-606d-4c51-a83e-60dbee75d3cd" providerId="ADAL" clId="{47FCDD03-B0CF-44DE-ACC1-8B3C068CDC9F}" dt="2024-09-30T15:01:03.062" v="345" actId="1036"/>
          <ac:spMkLst>
            <pc:docMk/>
            <pc:sldMk cId="0" sldId="281"/>
            <ac:spMk id="460" creationId="{00000000-0000-0000-0000-000000000000}"/>
          </ac:spMkLst>
        </pc:spChg>
        <pc:picChg chg="mod">
          <ac:chgData name="NIES HUI WEN" userId="3541b9e0-606d-4c51-a83e-60dbee75d3cd" providerId="ADAL" clId="{47FCDD03-B0CF-44DE-ACC1-8B3C068CDC9F}" dt="2024-09-30T15:01:03.062" v="345" actId="1036"/>
          <ac:picMkLst>
            <pc:docMk/>
            <pc:sldMk cId="0" sldId="281"/>
            <ac:picMk id="458" creationId="{00000000-0000-0000-0000-000000000000}"/>
          </ac:picMkLst>
        </pc:picChg>
      </pc:sldChg>
      <pc:sldChg chg="modSp add del mod">
        <pc:chgData name="NIES HUI WEN" userId="3541b9e0-606d-4c51-a83e-60dbee75d3cd" providerId="ADAL" clId="{47FCDD03-B0CF-44DE-ACC1-8B3C068CDC9F}" dt="2024-09-30T15:01:41.001" v="381" actId="1036"/>
        <pc:sldMkLst>
          <pc:docMk/>
          <pc:sldMk cId="0" sldId="282"/>
        </pc:sldMkLst>
        <pc:spChg chg="mod">
          <ac:chgData name="NIES HUI WEN" userId="3541b9e0-606d-4c51-a83e-60dbee75d3cd" providerId="ADAL" clId="{47FCDD03-B0CF-44DE-ACC1-8B3C068CDC9F}" dt="2024-09-30T15:01:10.342" v="347" actId="404"/>
          <ac:spMkLst>
            <pc:docMk/>
            <pc:sldMk cId="0" sldId="282"/>
            <ac:spMk id="466" creationId="{00000000-0000-0000-0000-000000000000}"/>
          </ac:spMkLst>
        </pc:spChg>
        <pc:spChg chg="mod">
          <ac:chgData name="NIES HUI WEN" userId="3541b9e0-606d-4c51-a83e-60dbee75d3cd" providerId="ADAL" clId="{47FCDD03-B0CF-44DE-ACC1-8B3C068CDC9F}" dt="2024-09-30T15:01:31.125" v="376"/>
          <ac:spMkLst>
            <pc:docMk/>
            <pc:sldMk cId="0" sldId="282"/>
            <ac:spMk id="467" creationId="{00000000-0000-0000-0000-000000000000}"/>
          </ac:spMkLst>
        </pc:spChg>
        <pc:spChg chg="mod">
          <ac:chgData name="NIES HUI WEN" userId="3541b9e0-606d-4c51-a83e-60dbee75d3cd" providerId="ADAL" clId="{47FCDD03-B0CF-44DE-ACC1-8B3C068CDC9F}" dt="2024-09-30T15:01:41.001" v="381" actId="1036"/>
          <ac:spMkLst>
            <pc:docMk/>
            <pc:sldMk cId="0" sldId="282"/>
            <ac:spMk id="471" creationId="{00000000-0000-0000-0000-000000000000}"/>
          </ac:spMkLst>
        </pc:spChg>
        <pc:spChg chg="mod">
          <ac:chgData name="NIES HUI WEN" userId="3541b9e0-606d-4c51-a83e-60dbee75d3cd" providerId="ADAL" clId="{47FCDD03-B0CF-44DE-ACC1-8B3C068CDC9F}" dt="2024-09-30T15:01:18.622" v="373" actId="1036"/>
          <ac:spMkLst>
            <pc:docMk/>
            <pc:sldMk cId="0" sldId="282"/>
            <ac:spMk id="472" creationId="{00000000-0000-0000-0000-000000000000}"/>
          </ac:spMkLst>
        </pc:spChg>
        <pc:picChg chg="mod">
          <ac:chgData name="NIES HUI WEN" userId="3541b9e0-606d-4c51-a83e-60dbee75d3cd" providerId="ADAL" clId="{47FCDD03-B0CF-44DE-ACC1-8B3C068CDC9F}" dt="2024-09-30T15:01:18.622" v="373" actId="1036"/>
          <ac:picMkLst>
            <pc:docMk/>
            <pc:sldMk cId="0" sldId="282"/>
            <ac:picMk id="465" creationId="{00000000-0000-0000-0000-000000000000}"/>
          </ac:picMkLst>
        </pc:picChg>
      </pc:sldChg>
      <pc:sldChg chg="modSp add del mod">
        <pc:chgData name="NIES HUI WEN" userId="3541b9e0-606d-4c51-a83e-60dbee75d3cd" providerId="ADAL" clId="{47FCDD03-B0CF-44DE-ACC1-8B3C068CDC9F}" dt="2024-09-30T15:02:32.479" v="389" actId="404"/>
        <pc:sldMkLst>
          <pc:docMk/>
          <pc:sldMk cId="0" sldId="283"/>
        </pc:sldMkLst>
        <pc:spChg chg="mod">
          <ac:chgData name="NIES HUI WEN" userId="3541b9e0-606d-4c51-a83e-60dbee75d3cd" providerId="ADAL" clId="{47FCDD03-B0CF-44DE-ACC1-8B3C068CDC9F}" dt="2024-09-30T15:02:32.479" v="389" actId="404"/>
          <ac:spMkLst>
            <pc:docMk/>
            <pc:sldMk cId="0" sldId="283"/>
            <ac:spMk id="478" creationId="{00000000-0000-0000-0000-000000000000}"/>
          </ac:spMkLst>
        </pc:spChg>
        <pc:spChg chg="mod">
          <ac:chgData name="NIES HUI WEN" userId="3541b9e0-606d-4c51-a83e-60dbee75d3cd" providerId="ADAL" clId="{47FCDD03-B0CF-44DE-ACC1-8B3C068CDC9F}" dt="2024-09-30T15:02:27.604" v="387" actId="20577"/>
          <ac:spMkLst>
            <pc:docMk/>
            <pc:sldMk cId="0" sldId="283"/>
            <ac:spMk id="479" creationId="{00000000-0000-0000-0000-000000000000}"/>
          </ac:spMkLst>
        </pc:spChg>
        <pc:spChg chg="mod">
          <ac:chgData name="NIES HUI WEN" userId="3541b9e0-606d-4c51-a83e-60dbee75d3cd" providerId="ADAL" clId="{47FCDD03-B0CF-44DE-ACC1-8B3C068CDC9F}" dt="2024-09-30T15:02:08.135" v="382"/>
          <ac:spMkLst>
            <pc:docMk/>
            <pc:sldMk cId="0" sldId="283"/>
            <ac:spMk id="483" creationId="{00000000-0000-0000-0000-000000000000}"/>
          </ac:spMkLst>
        </pc:spChg>
        <pc:spChg chg="mod">
          <ac:chgData name="NIES HUI WEN" userId="3541b9e0-606d-4c51-a83e-60dbee75d3cd" providerId="ADAL" clId="{47FCDD03-B0CF-44DE-ACC1-8B3C068CDC9F}" dt="2024-09-30T15:02:14.040" v="383"/>
          <ac:spMkLst>
            <pc:docMk/>
            <pc:sldMk cId="0" sldId="283"/>
            <ac:spMk id="484" creationId="{00000000-0000-0000-0000-000000000000}"/>
          </ac:spMkLst>
        </pc:spChg>
      </pc:sldChg>
      <pc:sldChg chg="modSp add del mod">
        <pc:chgData name="NIES HUI WEN" userId="3541b9e0-606d-4c51-a83e-60dbee75d3cd" providerId="ADAL" clId="{47FCDD03-B0CF-44DE-ACC1-8B3C068CDC9F}" dt="2024-09-30T15:03:33.826" v="403" actId="1076"/>
        <pc:sldMkLst>
          <pc:docMk/>
          <pc:sldMk cId="0" sldId="284"/>
        </pc:sldMkLst>
        <pc:spChg chg="mod">
          <ac:chgData name="NIES HUI WEN" userId="3541b9e0-606d-4c51-a83e-60dbee75d3cd" providerId="ADAL" clId="{47FCDD03-B0CF-44DE-ACC1-8B3C068CDC9F}" dt="2024-09-30T15:02:37.790" v="391" actId="404"/>
          <ac:spMkLst>
            <pc:docMk/>
            <pc:sldMk cId="0" sldId="284"/>
            <ac:spMk id="490" creationId="{00000000-0000-0000-0000-000000000000}"/>
          </ac:spMkLst>
        </pc:spChg>
        <pc:spChg chg="mod">
          <ac:chgData name="NIES HUI WEN" userId="3541b9e0-606d-4c51-a83e-60dbee75d3cd" providerId="ADAL" clId="{47FCDD03-B0CF-44DE-ACC1-8B3C068CDC9F}" dt="2024-09-30T15:03:27.952" v="402" actId="14100"/>
          <ac:spMkLst>
            <pc:docMk/>
            <pc:sldMk cId="0" sldId="284"/>
            <ac:spMk id="491" creationId="{00000000-0000-0000-0000-000000000000}"/>
          </ac:spMkLst>
        </pc:spChg>
        <pc:spChg chg="mod">
          <ac:chgData name="NIES HUI WEN" userId="3541b9e0-606d-4c51-a83e-60dbee75d3cd" providerId="ADAL" clId="{47FCDD03-B0CF-44DE-ACC1-8B3C068CDC9F}" dt="2024-09-30T15:03:33.826" v="403" actId="1076"/>
          <ac:spMkLst>
            <pc:docMk/>
            <pc:sldMk cId="0" sldId="284"/>
            <ac:spMk id="495" creationId="{00000000-0000-0000-0000-000000000000}"/>
          </ac:spMkLst>
        </pc:spChg>
      </pc:sldChg>
      <pc:sldChg chg="modSp add del mod">
        <pc:chgData name="NIES HUI WEN" userId="3541b9e0-606d-4c51-a83e-60dbee75d3cd" providerId="ADAL" clId="{47FCDD03-B0CF-44DE-ACC1-8B3C068CDC9F}" dt="2024-09-30T15:06:00.715" v="474" actId="207"/>
        <pc:sldMkLst>
          <pc:docMk/>
          <pc:sldMk cId="0" sldId="285"/>
        </pc:sldMkLst>
        <pc:spChg chg="mod">
          <ac:chgData name="NIES HUI WEN" userId="3541b9e0-606d-4c51-a83e-60dbee75d3cd" providerId="ADAL" clId="{47FCDD03-B0CF-44DE-ACC1-8B3C068CDC9F}" dt="2024-09-30T15:03:48.446" v="406" actId="404"/>
          <ac:spMkLst>
            <pc:docMk/>
            <pc:sldMk cId="0" sldId="285"/>
            <ac:spMk id="500" creationId="{00000000-0000-0000-0000-000000000000}"/>
          </ac:spMkLst>
        </pc:spChg>
        <pc:spChg chg="mod">
          <ac:chgData name="NIES HUI WEN" userId="3541b9e0-606d-4c51-a83e-60dbee75d3cd" providerId="ADAL" clId="{47FCDD03-B0CF-44DE-ACC1-8B3C068CDC9F}" dt="2024-09-30T15:06:00.715" v="474" actId="207"/>
          <ac:spMkLst>
            <pc:docMk/>
            <pc:sldMk cId="0" sldId="285"/>
            <ac:spMk id="505" creationId="{00000000-0000-0000-0000-000000000000}"/>
          </ac:spMkLst>
        </pc:spChg>
        <pc:spChg chg="mod">
          <ac:chgData name="NIES HUI WEN" userId="3541b9e0-606d-4c51-a83e-60dbee75d3cd" providerId="ADAL" clId="{47FCDD03-B0CF-44DE-ACC1-8B3C068CDC9F}" dt="2024-09-30T15:06:00.715" v="474" actId="207"/>
          <ac:spMkLst>
            <pc:docMk/>
            <pc:sldMk cId="0" sldId="285"/>
            <ac:spMk id="506" creationId="{00000000-0000-0000-0000-000000000000}"/>
          </ac:spMkLst>
        </pc:spChg>
      </pc:sldChg>
      <pc:sldChg chg="modSp add del mod">
        <pc:chgData name="NIES HUI WEN" userId="3541b9e0-606d-4c51-a83e-60dbee75d3cd" providerId="ADAL" clId="{47FCDD03-B0CF-44DE-ACC1-8B3C068CDC9F}" dt="2024-09-30T15:06:27.660" v="483" actId="20577"/>
        <pc:sldMkLst>
          <pc:docMk/>
          <pc:sldMk cId="0" sldId="286"/>
        </pc:sldMkLst>
        <pc:spChg chg="mod">
          <ac:chgData name="NIES HUI WEN" userId="3541b9e0-606d-4c51-a83e-60dbee75d3cd" providerId="ADAL" clId="{47FCDD03-B0CF-44DE-ACC1-8B3C068CDC9F}" dt="2024-09-30T15:06:27.660" v="483" actId="20577"/>
          <ac:spMkLst>
            <pc:docMk/>
            <pc:sldMk cId="0" sldId="286"/>
            <ac:spMk id="511" creationId="{00000000-0000-0000-0000-000000000000}"/>
          </ac:spMkLst>
        </pc:spChg>
        <pc:spChg chg="mod">
          <ac:chgData name="NIES HUI WEN" userId="3541b9e0-606d-4c51-a83e-60dbee75d3cd" providerId="ADAL" clId="{47FCDD03-B0CF-44DE-ACC1-8B3C068CDC9F}" dt="2024-09-30T15:06:19.310" v="481" actId="14100"/>
          <ac:spMkLst>
            <pc:docMk/>
            <pc:sldMk cId="0" sldId="286"/>
            <ac:spMk id="512" creationId="{00000000-0000-0000-0000-000000000000}"/>
          </ac:spMkLst>
        </pc:spChg>
      </pc:sldChg>
      <pc:sldChg chg="modSp add del mod">
        <pc:chgData name="NIES HUI WEN" userId="3541b9e0-606d-4c51-a83e-60dbee75d3cd" providerId="ADAL" clId="{47FCDD03-B0CF-44DE-ACC1-8B3C068CDC9F}" dt="2024-09-30T15:06:36.278" v="485" actId="404"/>
        <pc:sldMkLst>
          <pc:docMk/>
          <pc:sldMk cId="0" sldId="287"/>
        </pc:sldMkLst>
        <pc:spChg chg="mod">
          <ac:chgData name="NIES HUI WEN" userId="3541b9e0-606d-4c51-a83e-60dbee75d3cd" providerId="ADAL" clId="{47FCDD03-B0CF-44DE-ACC1-8B3C068CDC9F}" dt="2024-09-30T15:06:36.278" v="485" actId="404"/>
          <ac:spMkLst>
            <pc:docMk/>
            <pc:sldMk cId="0" sldId="287"/>
            <ac:spMk id="520" creationId="{00000000-0000-0000-0000-000000000000}"/>
          </ac:spMkLst>
        </pc:spChg>
      </pc:sldChg>
      <pc:sldChg chg="modSp add del mod">
        <pc:chgData name="NIES HUI WEN" userId="3541b9e0-606d-4c51-a83e-60dbee75d3cd" providerId="ADAL" clId="{47FCDD03-B0CF-44DE-ACC1-8B3C068CDC9F}" dt="2024-09-30T15:06:51.765" v="491" actId="20577"/>
        <pc:sldMkLst>
          <pc:docMk/>
          <pc:sldMk cId="0" sldId="288"/>
        </pc:sldMkLst>
        <pc:spChg chg="mod">
          <ac:chgData name="NIES HUI WEN" userId="3541b9e0-606d-4c51-a83e-60dbee75d3cd" providerId="ADAL" clId="{47FCDD03-B0CF-44DE-ACC1-8B3C068CDC9F}" dt="2024-09-30T15:06:40.705" v="487" actId="404"/>
          <ac:spMkLst>
            <pc:docMk/>
            <pc:sldMk cId="0" sldId="288"/>
            <ac:spMk id="558" creationId="{00000000-0000-0000-0000-000000000000}"/>
          </ac:spMkLst>
        </pc:spChg>
        <pc:spChg chg="mod">
          <ac:chgData name="NIES HUI WEN" userId="3541b9e0-606d-4c51-a83e-60dbee75d3cd" providerId="ADAL" clId="{47FCDD03-B0CF-44DE-ACC1-8B3C068CDC9F}" dt="2024-09-30T15:06:51.765" v="491" actId="20577"/>
          <ac:spMkLst>
            <pc:docMk/>
            <pc:sldMk cId="0" sldId="288"/>
            <ac:spMk id="559" creationId="{00000000-0000-0000-0000-000000000000}"/>
          </ac:spMkLst>
        </pc:spChg>
      </pc:sldChg>
      <pc:sldChg chg="modSp add mod">
        <pc:chgData name="NIES HUI WEN" userId="3541b9e0-606d-4c51-a83e-60dbee75d3cd" providerId="ADAL" clId="{47FCDD03-B0CF-44DE-ACC1-8B3C068CDC9F}" dt="2024-09-30T15:07:10.777" v="497" actId="1076"/>
        <pc:sldMkLst>
          <pc:docMk/>
          <pc:sldMk cId="0" sldId="289"/>
        </pc:sldMkLst>
        <pc:spChg chg="mod">
          <ac:chgData name="NIES HUI WEN" userId="3541b9e0-606d-4c51-a83e-60dbee75d3cd" providerId="ADAL" clId="{47FCDD03-B0CF-44DE-ACC1-8B3C068CDC9F}" dt="2024-09-30T15:06:58.889" v="493" actId="404"/>
          <ac:spMkLst>
            <pc:docMk/>
            <pc:sldMk cId="0" sldId="289"/>
            <ac:spMk id="567" creationId="{00000000-0000-0000-0000-000000000000}"/>
          </ac:spMkLst>
        </pc:spChg>
        <pc:spChg chg="mod">
          <ac:chgData name="NIES HUI WEN" userId="3541b9e0-606d-4c51-a83e-60dbee75d3cd" providerId="ADAL" clId="{47FCDD03-B0CF-44DE-ACC1-8B3C068CDC9F}" dt="2024-09-30T15:07:04.388" v="495" actId="20577"/>
          <ac:spMkLst>
            <pc:docMk/>
            <pc:sldMk cId="0" sldId="289"/>
            <ac:spMk id="568" creationId="{00000000-0000-0000-0000-000000000000}"/>
          </ac:spMkLst>
        </pc:spChg>
        <pc:picChg chg="mod">
          <ac:chgData name="NIES HUI WEN" userId="3541b9e0-606d-4c51-a83e-60dbee75d3cd" providerId="ADAL" clId="{47FCDD03-B0CF-44DE-ACC1-8B3C068CDC9F}" dt="2024-09-30T15:07:10.777" v="497" actId="1076"/>
          <ac:picMkLst>
            <pc:docMk/>
            <pc:sldMk cId="0" sldId="289"/>
            <ac:picMk id="572" creationId="{00000000-0000-0000-0000-000000000000}"/>
          </ac:picMkLst>
        </pc:picChg>
      </pc:sldChg>
      <pc:sldChg chg="modSp add del mod">
        <pc:chgData name="NIES HUI WEN" userId="3541b9e0-606d-4c51-a83e-60dbee75d3cd" providerId="ADAL" clId="{47FCDD03-B0CF-44DE-ACC1-8B3C068CDC9F}" dt="2024-09-30T15:07:38.579" v="513" actId="14100"/>
        <pc:sldMkLst>
          <pc:docMk/>
          <pc:sldMk cId="0" sldId="290"/>
        </pc:sldMkLst>
        <pc:picChg chg="mod">
          <ac:chgData name="NIES HUI WEN" userId="3541b9e0-606d-4c51-a83e-60dbee75d3cd" providerId="ADAL" clId="{47FCDD03-B0CF-44DE-ACC1-8B3C068CDC9F}" dt="2024-09-30T15:07:38.579" v="513" actId="14100"/>
          <ac:picMkLst>
            <pc:docMk/>
            <pc:sldMk cId="0" sldId="290"/>
            <ac:picMk id="580" creationId="{00000000-0000-0000-0000-000000000000}"/>
          </ac:picMkLst>
        </pc:picChg>
      </pc:sldChg>
      <pc:sldChg chg="delSp modSp add del mod">
        <pc:chgData name="NIES HUI WEN" userId="3541b9e0-606d-4c51-a83e-60dbee75d3cd" providerId="ADAL" clId="{47FCDD03-B0CF-44DE-ACC1-8B3C068CDC9F}" dt="2024-09-30T15:08:16.152" v="518" actId="14100"/>
        <pc:sldMkLst>
          <pc:docMk/>
          <pc:sldMk cId="0" sldId="291"/>
        </pc:sldMkLst>
        <pc:spChg chg="del">
          <ac:chgData name="NIES HUI WEN" userId="3541b9e0-606d-4c51-a83e-60dbee75d3cd" providerId="ADAL" clId="{47FCDD03-B0CF-44DE-ACC1-8B3C068CDC9F}" dt="2024-09-30T15:08:08.231" v="517" actId="478"/>
          <ac:spMkLst>
            <pc:docMk/>
            <pc:sldMk cId="0" sldId="291"/>
            <ac:spMk id="585" creationId="{00000000-0000-0000-0000-000000000000}"/>
          </ac:spMkLst>
        </pc:spChg>
        <pc:spChg chg="del">
          <ac:chgData name="NIES HUI WEN" userId="3541b9e0-606d-4c51-a83e-60dbee75d3cd" providerId="ADAL" clId="{47FCDD03-B0CF-44DE-ACC1-8B3C068CDC9F}" dt="2024-09-30T15:08:08.231" v="517" actId="478"/>
          <ac:spMkLst>
            <pc:docMk/>
            <pc:sldMk cId="0" sldId="291"/>
            <ac:spMk id="586" creationId="{00000000-0000-0000-0000-000000000000}"/>
          </ac:spMkLst>
        </pc:spChg>
        <pc:spChg chg="mod">
          <ac:chgData name="NIES HUI WEN" userId="3541b9e0-606d-4c51-a83e-60dbee75d3cd" providerId="ADAL" clId="{47FCDD03-B0CF-44DE-ACC1-8B3C068CDC9F}" dt="2024-09-30T15:08:16.152" v="518" actId="14100"/>
          <ac:spMkLst>
            <pc:docMk/>
            <pc:sldMk cId="0" sldId="291"/>
            <ac:spMk id="587" creationId="{00000000-0000-0000-0000-000000000000}"/>
          </ac:spMkLst>
        </pc:spChg>
        <pc:spChg chg="mod">
          <ac:chgData name="NIES HUI WEN" userId="3541b9e0-606d-4c51-a83e-60dbee75d3cd" providerId="ADAL" clId="{47FCDD03-B0CF-44DE-ACC1-8B3C068CDC9F}" dt="2024-09-30T15:07:49.748" v="515" actId="404"/>
          <ac:spMkLst>
            <pc:docMk/>
            <pc:sldMk cId="0" sldId="291"/>
            <ac:spMk id="588" creationId="{00000000-0000-0000-0000-000000000000}"/>
          </ac:spMkLst>
        </pc:spChg>
      </pc:sldChg>
      <pc:sldChg chg="modSp add del mod">
        <pc:chgData name="NIES HUI WEN" userId="3541b9e0-606d-4c51-a83e-60dbee75d3cd" providerId="ADAL" clId="{47FCDD03-B0CF-44DE-ACC1-8B3C068CDC9F}" dt="2024-09-30T15:08:29.993" v="519" actId="207"/>
        <pc:sldMkLst>
          <pc:docMk/>
          <pc:sldMk cId="0" sldId="292"/>
        </pc:sldMkLst>
        <pc:spChg chg="mod">
          <ac:chgData name="NIES HUI WEN" userId="3541b9e0-606d-4c51-a83e-60dbee75d3cd" providerId="ADAL" clId="{47FCDD03-B0CF-44DE-ACC1-8B3C068CDC9F}" dt="2024-09-30T15:08:29.993" v="519" actId="207"/>
          <ac:spMkLst>
            <pc:docMk/>
            <pc:sldMk cId="0" sldId="292"/>
            <ac:spMk id="609" creationId="{00000000-0000-0000-0000-000000000000}"/>
          </ac:spMkLst>
        </pc:spChg>
        <pc:spChg chg="mod">
          <ac:chgData name="NIES HUI WEN" userId="3541b9e0-606d-4c51-a83e-60dbee75d3cd" providerId="ADAL" clId="{47FCDD03-B0CF-44DE-ACC1-8B3C068CDC9F}" dt="2024-09-30T15:08:29.993" v="519" actId="207"/>
          <ac:spMkLst>
            <pc:docMk/>
            <pc:sldMk cId="0" sldId="292"/>
            <ac:spMk id="610" creationId="{00000000-0000-0000-0000-000000000000}"/>
          </ac:spMkLst>
        </pc:spChg>
      </pc:sldChg>
      <pc:sldChg chg="modSp add del mod">
        <pc:chgData name="NIES HUI WEN" userId="3541b9e0-606d-4c51-a83e-60dbee75d3cd" providerId="ADAL" clId="{47FCDD03-B0CF-44DE-ACC1-8B3C068CDC9F}" dt="2024-09-30T15:08:52.739" v="525" actId="404"/>
        <pc:sldMkLst>
          <pc:docMk/>
          <pc:sldMk cId="0" sldId="293"/>
        </pc:sldMkLst>
        <pc:spChg chg="mod">
          <ac:chgData name="NIES HUI WEN" userId="3541b9e0-606d-4c51-a83e-60dbee75d3cd" providerId="ADAL" clId="{47FCDD03-B0CF-44DE-ACC1-8B3C068CDC9F}" dt="2024-09-30T15:08:52.739" v="525" actId="404"/>
          <ac:spMkLst>
            <pc:docMk/>
            <pc:sldMk cId="0" sldId="293"/>
            <ac:spMk id="616" creationId="{00000000-0000-0000-0000-000000000000}"/>
          </ac:spMkLst>
        </pc:spChg>
        <pc:spChg chg="mod">
          <ac:chgData name="NIES HUI WEN" userId="3541b9e0-606d-4c51-a83e-60dbee75d3cd" providerId="ADAL" clId="{47FCDD03-B0CF-44DE-ACC1-8B3C068CDC9F}" dt="2024-09-30T15:08:47.834" v="523" actId="6549"/>
          <ac:spMkLst>
            <pc:docMk/>
            <pc:sldMk cId="0" sldId="293"/>
            <ac:spMk id="621" creationId="{00000000-0000-0000-0000-000000000000}"/>
          </ac:spMkLst>
        </pc:spChg>
      </pc:sldChg>
      <pc:sldChg chg="modSp add del mod">
        <pc:chgData name="NIES HUI WEN" userId="3541b9e0-606d-4c51-a83e-60dbee75d3cd" providerId="ADAL" clId="{47FCDD03-B0CF-44DE-ACC1-8B3C068CDC9F}" dt="2024-09-30T15:10:37.613" v="575" actId="207"/>
        <pc:sldMkLst>
          <pc:docMk/>
          <pc:sldMk cId="0" sldId="294"/>
        </pc:sldMkLst>
        <pc:spChg chg="mod">
          <ac:chgData name="NIES HUI WEN" userId="3541b9e0-606d-4c51-a83e-60dbee75d3cd" providerId="ADAL" clId="{47FCDD03-B0CF-44DE-ACC1-8B3C068CDC9F}" dt="2024-09-30T15:08:59.050" v="527" actId="404"/>
          <ac:spMkLst>
            <pc:docMk/>
            <pc:sldMk cId="0" sldId="294"/>
            <ac:spMk id="632" creationId="{00000000-0000-0000-0000-000000000000}"/>
          </ac:spMkLst>
        </pc:spChg>
        <pc:spChg chg="mod">
          <ac:chgData name="NIES HUI WEN" userId="3541b9e0-606d-4c51-a83e-60dbee75d3cd" providerId="ADAL" clId="{47FCDD03-B0CF-44DE-ACC1-8B3C068CDC9F}" dt="2024-09-30T15:10:37.613" v="575" actId="207"/>
          <ac:spMkLst>
            <pc:docMk/>
            <pc:sldMk cId="0" sldId="294"/>
            <ac:spMk id="637" creationId="{00000000-0000-0000-0000-000000000000}"/>
          </ac:spMkLst>
        </pc:spChg>
        <pc:spChg chg="mod">
          <ac:chgData name="NIES HUI WEN" userId="3541b9e0-606d-4c51-a83e-60dbee75d3cd" providerId="ADAL" clId="{47FCDD03-B0CF-44DE-ACC1-8B3C068CDC9F}" dt="2024-09-30T15:10:37.613" v="575" actId="207"/>
          <ac:spMkLst>
            <pc:docMk/>
            <pc:sldMk cId="0" sldId="294"/>
            <ac:spMk id="638" creationId="{00000000-0000-0000-0000-000000000000}"/>
          </ac:spMkLst>
        </pc:spChg>
        <pc:spChg chg="mod">
          <ac:chgData name="NIES HUI WEN" userId="3541b9e0-606d-4c51-a83e-60dbee75d3cd" providerId="ADAL" clId="{47FCDD03-B0CF-44DE-ACC1-8B3C068CDC9F}" dt="2024-09-30T15:09:27.873" v="553" actId="1036"/>
          <ac:spMkLst>
            <pc:docMk/>
            <pc:sldMk cId="0" sldId="294"/>
            <ac:spMk id="640" creationId="{00000000-0000-0000-0000-000000000000}"/>
          </ac:spMkLst>
        </pc:spChg>
        <pc:spChg chg="mod">
          <ac:chgData name="NIES HUI WEN" userId="3541b9e0-606d-4c51-a83e-60dbee75d3cd" providerId="ADAL" clId="{47FCDD03-B0CF-44DE-ACC1-8B3C068CDC9F}" dt="2024-09-30T15:09:27.873" v="553" actId="1036"/>
          <ac:spMkLst>
            <pc:docMk/>
            <pc:sldMk cId="0" sldId="294"/>
            <ac:spMk id="641" creationId="{00000000-0000-0000-0000-000000000000}"/>
          </ac:spMkLst>
        </pc:spChg>
        <pc:picChg chg="mod">
          <ac:chgData name="NIES HUI WEN" userId="3541b9e0-606d-4c51-a83e-60dbee75d3cd" providerId="ADAL" clId="{47FCDD03-B0CF-44DE-ACC1-8B3C068CDC9F}" dt="2024-09-30T15:09:32.841" v="559" actId="1036"/>
          <ac:picMkLst>
            <pc:docMk/>
            <pc:sldMk cId="0" sldId="294"/>
            <ac:picMk id="633" creationId="{00000000-0000-0000-0000-000000000000}"/>
          </ac:picMkLst>
        </pc:picChg>
      </pc:sldChg>
      <pc:sldChg chg="modSp add mod">
        <pc:chgData name="NIES HUI WEN" userId="3541b9e0-606d-4c51-a83e-60dbee75d3cd" providerId="ADAL" clId="{47FCDD03-B0CF-44DE-ACC1-8B3C068CDC9F}" dt="2024-09-30T15:09:46.901" v="563" actId="1076"/>
        <pc:sldMkLst>
          <pc:docMk/>
          <pc:sldMk cId="0" sldId="295"/>
        </pc:sldMkLst>
        <pc:spChg chg="mod">
          <ac:chgData name="NIES HUI WEN" userId="3541b9e0-606d-4c51-a83e-60dbee75d3cd" providerId="ADAL" clId="{47FCDD03-B0CF-44DE-ACC1-8B3C068CDC9F}" dt="2024-09-30T15:09:41.293" v="561" actId="404"/>
          <ac:spMkLst>
            <pc:docMk/>
            <pc:sldMk cId="0" sldId="295"/>
            <ac:spMk id="646" creationId="{00000000-0000-0000-0000-000000000000}"/>
          </ac:spMkLst>
        </pc:spChg>
        <pc:picChg chg="mod">
          <ac:chgData name="NIES HUI WEN" userId="3541b9e0-606d-4c51-a83e-60dbee75d3cd" providerId="ADAL" clId="{47FCDD03-B0CF-44DE-ACC1-8B3C068CDC9F}" dt="2024-09-30T15:09:46.901" v="563" actId="1076"/>
          <ac:picMkLst>
            <pc:docMk/>
            <pc:sldMk cId="0" sldId="295"/>
            <ac:picMk id="647" creationId="{00000000-0000-0000-0000-000000000000}"/>
          </ac:picMkLst>
        </pc:picChg>
      </pc:sldChg>
      <pc:sldChg chg="modSp add mod">
        <pc:chgData name="NIES HUI WEN" userId="3541b9e0-606d-4c51-a83e-60dbee75d3cd" providerId="ADAL" clId="{47FCDD03-B0CF-44DE-ACC1-8B3C068CDC9F}" dt="2024-09-30T15:10:23.959" v="574" actId="207"/>
        <pc:sldMkLst>
          <pc:docMk/>
          <pc:sldMk cId="0" sldId="296"/>
        </pc:sldMkLst>
        <pc:spChg chg="mod">
          <ac:chgData name="NIES HUI WEN" userId="3541b9e0-606d-4c51-a83e-60dbee75d3cd" providerId="ADAL" clId="{47FCDD03-B0CF-44DE-ACC1-8B3C068CDC9F}" dt="2024-09-30T15:09:54.900" v="565" actId="404"/>
          <ac:spMkLst>
            <pc:docMk/>
            <pc:sldMk cId="0" sldId="296"/>
            <ac:spMk id="656" creationId="{00000000-0000-0000-0000-000000000000}"/>
          </ac:spMkLst>
        </pc:spChg>
        <pc:spChg chg="mod">
          <ac:chgData name="NIES HUI WEN" userId="3541b9e0-606d-4c51-a83e-60dbee75d3cd" providerId="ADAL" clId="{47FCDD03-B0CF-44DE-ACC1-8B3C068CDC9F}" dt="2024-09-30T15:10:19.975" v="573" actId="207"/>
          <ac:spMkLst>
            <pc:docMk/>
            <pc:sldMk cId="0" sldId="296"/>
            <ac:spMk id="660" creationId="{00000000-0000-0000-0000-000000000000}"/>
          </ac:spMkLst>
        </pc:spChg>
        <pc:spChg chg="mod">
          <ac:chgData name="NIES HUI WEN" userId="3541b9e0-606d-4c51-a83e-60dbee75d3cd" providerId="ADAL" clId="{47FCDD03-B0CF-44DE-ACC1-8B3C068CDC9F}" dt="2024-09-30T15:10:23.959" v="574" actId="207"/>
          <ac:spMkLst>
            <pc:docMk/>
            <pc:sldMk cId="0" sldId="296"/>
            <ac:spMk id="663" creationId="{00000000-0000-0000-0000-000000000000}"/>
          </ac:spMkLst>
        </pc:spChg>
        <pc:spChg chg="mod">
          <ac:chgData name="NIES HUI WEN" userId="3541b9e0-606d-4c51-a83e-60dbee75d3cd" providerId="ADAL" clId="{47FCDD03-B0CF-44DE-ACC1-8B3C068CDC9F}" dt="2024-09-30T15:10:23.959" v="574" actId="207"/>
          <ac:spMkLst>
            <pc:docMk/>
            <pc:sldMk cId="0" sldId="296"/>
            <ac:spMk id="664" creationId="{00000000-0000-0000-0000-000000000000}"/>
          </ac:spMkLst>
        </pc:spChg>
      </pc:sldChg>
      <pc:sldChg chg="modSp add mod">
        <pc:chgData name="NIES HUI WEN" userId="3541b9e0-606d-4c51-a83e-60dbee75d3cd" providerId="ADAL" clId="{47FCDD03-B0CF-44DE-ACC1-8B3C068CDC9F}" dt="2024-09-30T15:10:57.074" v="581" actId="1076"/>
        <pc:sldMkLst>
          <pc:docMk/>
          <pc:sldMk cId="0" sldId="297"/>
        </pc:sldMkLst>
        <pc:spChg chg="mod">
          <ac:chgData name="NIES HUI WEN" userId="3541b9e0-606d-4c51-a83e-60dbee75d3cd" providerId="ADAL" clId="{47FCDD03-B0CF-44DE-ACC1-8B3C068CDC9F}" dt="2024-09-30T15:10:48.330" v="577" actId="404"/>
          <ac:spMkLst>
            <pc:docMk/>
            <pc:sldMk cId="0" sldId="297"/>
            <ac:spMk id="669" creationId="{00000000-0000-0000-0000-000000000000}"/>
          </ac:spMkLst>
        </pc:spChg>
        <pc:spChg chg="mod">
          <ac:chgData name="NIES HUI WEN" userId="3541b9e0-606d-4c51-a83e-60dbee75d3cd" providerId="ADAL" clId="{47FCDD03-B0CF-44DE-ACC1-8B3C068CDC9F}" dt="2024-09-30T15:10:53.619" v="580" actId="403"/>
          <ac:spMkLst>
            <pc:docMk/>
            <pc:sldMk cId="0" sldId="297"/>
            <ac:spMk id="670" creationId="{00000000-0000-0000-0000-000000000000}"/>
          </ac:spMkLst>
        </pc:spChg>
        <pc:spChg chg="mod">
          <ac:chgData name="NIES HUI WEN" userId="3541b9e0-606d-4c51-a83e-60dbee75d3cd" providerId="ADAL" clId="{47FCDD03-B0CF-44DE-ACC1-8B3C068CDC9F}" dt="2024-09-30T15:10:57.074" v="581" actId="1076"/>
          <ac:spMkLst>
            <pc:docMk/>
            <pc:sldMk cId="0" sldId="297"/>
            <ac:spMk id="674" creationId="{00000000-0000-0000-0000-000000000000}"/>
          </ac:spMkLst>
        </pc:spChg>
      </pc:sldChg>
      <pc:sldChg chg="modSp add mod">
        <pc:chgData name="NIES HUI WEN" userId="3541b9e0-606d-4c51-a83e-60dbee75d3cd" providerId="ADAL" clId="{47FCDD03-B0CF-44DE-ACC1-8B3C068CDC9F}" dt="2024-09-30T15:11:06.854" v="583" actId="404"/>
        <pc:sldMkLst>
          <pc:docMk/>
          <pc:sldMk cId="0" sldId="298"/>
        </pc:sldMkLst>
        <pc:spChg chg="mod">
          <ac:chgData name="NIES HUI WEN" userId="3541b9e0-606d-4c51-a83e-60dbee75d3cd" providerId="ADAL" clId="{47FCDD03-B0CF-44DE-ACC1-8B3C068CDC9F}" dt="2024-09-30T15:11:06.854" v="583" actId="404"/>
          <ac:spMkLst>
            <pc:docMk/>
            <pc:sldMk cId="0" sldId="298"/>
            <ac:spMk id="679" creationId="{00000000-0000-0000-0000-000000000000}"/>
          </ac:spMkLst>
        </pc:spChg>
      </pc:sldChg>
      <pc:sldChg chg="del">
        <pc:chgData name="NIES HUI WEN" userId="3541b9e0-606d-4c51-a83e-60dbee75d3cd" providerId="ADAL" clId="{47FCDD03-B0CF-44DE-ACC1-8B3C068CDC9F}" dt="2024-09-30T14:42:25.895" v="21" actId="47"/>
        <pc:sldMkLst>
          <pc:docMk/>
          <pc:sldMk cId="159187616" sldId="298"/>
        </pc:sldMkLst>
      </pc:sldChg>
      <pc:sldChg chg="delSp modSp add mod">
        <pc:chgData name="NIES HUI WEN" userId="3541b9e0-606d-4c51-a83e-60dbee75d3cd" providerId="ADAL" clId="{47FCDD03-B0CF-44DE-ACC1-8B3C068CDC9F}" dt="2024-09-30T15:11:17.834" v="587" actId="404"/>
        <pc:sldMkLst>
          <pc:docMk/>
          <pc:sldMk cId="0" sldId="299"/>
        </pc:sldMkLst>
        <pc:spChg chg="del">
          <ac:chgData name="NIES HUI WEN" userId="3541b9e0-606d-4c51-a83e-60dbee75d3cd" providerId="ADAL" clId="{47FCDD03-B0CF-44DE-ACC1-8B3C068CDC9F}" dt="2024-09-30T15:11:12.775" v="584" actId="478"/>
          <ac:spMkLst>
            <pc:docMk/>
            <pc:sldMk cId="0" sldId="299"/>
            <ac:spMk id="718" creationId="{00000000-0000-0000-0000-000000000000}"/>
          </ac:spMkLst>
        </pc:spChg>
        <pc:spChg chg="mod">
          <ac:chgData name="NIES HUI WEN" userId="3541b9e0-606d-4c51-a83e-60dbee75d3cd" providerId="ADAL" clId="{47FCDD03-B0CF-44DE-ACC1-8B3C068CDC9F}" dt="2024-09-30T15:11:17.834" v="587" actId="404"/>
          <ac:spMkLst>
            <pc:docMk/>
            <pc:sldMk cId="0" sldId="299"/>
            <ac:spMk id="719" creationId="{00000000-0000-0000-0000-000000000000}"/>
          </ac:spMkLst>
        </pc:spChg>
        <pc:spChg chg="mod">
          <ac:chgData name="NIES HUI WEN" userId="3541b9e0-606d-4c51-a83e-60dbee75d3cd" providerId="ADAL" clId="{47FCDD03-B0CF-44DE-ACC1-8B3C068CDC9F}" dt="2024-09-30T15:11:15.680" v="586" actId="404"/>
          <ac:spMkLst>
            <pc:docMk/>
            <pc:sldMk cId="0" sldId="299"/>
            <ac:spMk id="720" creationId="{00000000-0000-0000-0000-000000000000}"/>
          </ac:spMkLst>
        </pc:spChg>
      </pc:sldChg>
      <pc:sldChg chg="modSp add mod">
        <pc:chgData name="NIES HUI WEN" userId="3541b9e0-606d-4c51-a83e-60dbee75d3cd" providerId="ADAL" clId="{47FCDD03-B0CF-44DE-ACC1-8B3C068CDC9F}" dt="2024-09-30T15:11:25.879" v="590" actId="404"/>
        <pc:sldMkLst>
          <pc:docMk/>
          <pc:sldMk cId="0" sldId="300"/>
        </pc:sldMkLst>
        <pc:spChg chg="mod">
          <ac:chgData name="NIES HUI WEN" userId="3541b9e0-606d-4c51-a83e-60dbee75d3cd" providerId="ADAL" clId="{47FCDD03-B0CF-44DE-ACC1-8B3C068CDC9F}" dt="2024-09-30T15:11:23.817" v="589" actId="404"/>
          <ac:spMkLst>
            <pc:docMk/>
            <pc:sldMk cId="0" sldId="300"/>
            <ac:spMk id="728" creationId="{00000000-0000-0000-0000-000000000000}"/>
          </ac:spMkLst>
        </pc:spChg>
        <pc:spChg chg="mod">
          <ac:chgData name="NIES HUI WEN" userId="3541b9e0-606d-4c51-a83e-60dbee75d3cd" providerId="ADAL" clId="{47FCDD03-B0CF-44DE-ACC1-8B3C068CDC9F}" dt="2024-09-30T15:11:25.879" v="590" actId="404"/>
          <ac:spMkLst>
            <pc:docMk/>
            <pc:sldMk cId="0" sldId="300"/>
            <ac:spMk id="729" creationId="{00000000-0000-0000-0000-000000000000}"/>
          </ac:spMkLst>
        </pc:spChg>
      </pc:sldChg>
      <pc:sldChg chg="modSp add mod">
        <pc:chgData name="NIES HUI WEN" userId="3541b9e0-606d-4c51-a83e-60dbee75d3cd" providerId="ADAL" clId="{47FCDD03-B0CF-44DE-ACC1-8B3C068CDC9F}" dt="2024-09-30T15:11:36.596" v="594" actId="20577"/>
        <pc:sldMkLst>
          <pc:docMk/>
          <pc:sldMk cId="0" sldId="301"/>
        </pc:sldMkLst>
        <pc:spChg chg="mod">
          <ac:chgData name="NIES HUI WEN" userId="3541b9e0-606d-4c51-a83e-60dbee75d3cd" providerId="ADAL" clId="{47FCDD03-B0CF-44DE-ACC1-8B3C068CDC9F}" dt="2024-09-30T15:11:30.379" v="592" actId="404"/>
          <ac:spMkLst>
            <pc:docMk/>
            <pc:sldMk cId="0" sldId="301"/>
            <ac:spMk id="737" creationId="{00000000-0000-0000-0000-000000000000}"/>
          </ac:spMkLst>
        </pc:spChg>
        <pc:spChg chg="mod">
          <ac:chgData name="NIES HUI WEN" userId="3541b9e0-606d-4c51-a83e-60dbee75d3cd" providerId="ADAL" clId="{47FCDD03-B0CF-44DE-ACC1-8B3C068CDC9F}" dt="2024-09-30T15:11:36.596" v="594" actId="20577"/>
          <ac:spMkLst>
            <pc:docMk/>
            <pc:sldMk cId="0" sldId="301"/>
            <ac:spMk id="738" creationId="{00000000-0000-0000-0000-000000000000}"/>
          </ac:spMkLst>
        </pc:spChg>
      </pc:sldChg>
      <pc:sldChg chg="modSp add del mod">
        <pc:chgData name="NIES HUI WEN" userId="3541b9e0-606d-4c51-a83e-60dbee75d3cd" providerId="ADAL" clId="{47FCDD03-B0CF-44DE-ACC1-8B3C068CDC9F}" dt="2024-09-30T15:12:19.754" v="599" actId="47"/>
        <pc:sldMkLst>
          <pc:docMk/>
          <pc:sldMk cId="0" sldId="302"/>
        </pc:sldMkLst>
        <pc:spChg chg="mod">
          <ac:chgData name="NIES HUI WEN" userId="3541b9e0-606d-4c51-a83e-60dbee75d3cd" providerId="ADAL" clId="{47FCDD03-B0CF-44DE-ACC1-8B3C068CDC9F}" dt="2024-09-30T15:11:51.187" v="596" actId="404"/>
          <ac:spMkLst>
            <pc:docMk/>
            <pc:sldMk cId="0" sldId="302"/>
            <ac:spMk id="747" creationId="{00000000-0000-0000-0000-000000000000}"/>
          </ac:spMkLst>
        </pc:spChg>
        <pc:spChg chg="mod">
          <ac:chgData name="NIES HUI WEN" userId="3541b9e0-606d-4c51-a83e-60dbee75d3cd" providerId="ADAL" clId="{47FCDD03-B0CF-44DE-ACC1-8B3C068CDC9F}" dt="2024-09-30T15:11:55.874" v="598" actId="20577"/>
          <ac:spMkLst>
            <pc:docMk/>
            <pc:sldMk cId="0" sldId="302"/>
            <ac:spMk id="748" creationId="{00000000-0000-0000-0000-000000000000}"/>
          </ac:spMkLst>
        </pc:spChg>
      </pc:sldChg>
      <pc:sldChg chg="modSp add mod">
        <pc:chgData name="NIES HUI WEN" userId="3541b9e0-606d-4c51-a83e-60dbee75d3cd" providerId="ADAL" clId="{47FCDD03-B0CF-44DE-ACC1-8B3C068CDC9F}" dt="2024-09-30T15:12:25.626" v="601" actId="404"/>
        <pc:sldMkLst>
          <pc:docMk/>
          <pc:sldMk cId="0" sldId="303"/>
        </pc:sldMkLst>
        <pc:spChg chg="mod">
          <ac:chgData name="NIES HUI WEN" userId="3541b9e0-606d-4c51-a83e-60dbee75d3cd" providerId="ADAL" clId="{47FCDD03-B0CF-44DE-ACC1-8B3C068CDC9F}" dt="2024-09-30T15:12:25.626" v="601" actId="404"/>
          <ac:spMkLst>
            <pc:docMk/>
            <pc:sldMk cId="0" sldId="303"/>
            <ac:spMk id="757" creationId="{00000000-0000-0000-0000-000000000000}"/>
          </ac:spMkLst>
        </pc:spChg>
      </pc:sldChg>
      <pc:sldChg chg="modSp add mod">
        <pc:chgData name="NIES HUI WEN" userId="3541b9e0-606d-4c51-a83e-60dbee75d3cd" providerId="ADAL" clId="{47FCDD03-B0CF-44DE-ACC1-8B3C068CDC9F}" dt="2024-09-30T15:12:50.164" v="613" actId="6549"/>
        <pc:sldMkLst>
          <pc:docMk/>
          <pc:sldMk cId="0" sldId="304"/>
        </pc:sldMkLst>
        <pc:spChg chg="mod">
          <ac:chgData name="NIES HUI WEN" userId="3541b9e0-606d-4c51-a83e-60dbee75d3cd" providerId="ADAL" clId="{47FCDD03-B0CF-44DE-ACC1-8B3C068CDC9F}" dt="2024-09-30T15:12:30.938" v="603" actId="404"/>
          <ac:spMkLst>
            <pc:docMk/>
            <pc:sldMk cId="0" sldId="304"/>
            <ac:spMk id="766" creationId="{00000000-0000-0000-0000-000000000000}"/>
          </ac:spMkLst>
        </pc:spChg>
        <pc:spChg chg="mod">
          <ac:chgData name="NIES HUI WEN" userId="3541b9e0-606d-4c51-a83e-60dbee75d3cd" providerId="ADAL" clId="{47FCDD03-B0CF-44DE-ACC1-8B3C068CDC9F}" dt="2024-09-30T15:12:50.164" v="613" actId="6549"/>
          <ac:spMkLst>
            <pc:docMk/>
            <pc:sldMk cId="0" sldId="304"/>
            <ac:spMk id="771" creationId="{00000000-0000-0000-0000-000000000000}"/>
          </ac:spMkLst>
        </pc:spChg>
      </pc:sldChg>
      <pc:sldChg chg="modSp add mod">
        <pc:chgData name="NIES HUI WEN" userId="3541b9e0-606d-4c51-a83e-60dbee75d3cd" providerId="ADAL" clId="{47FCDD03-B0CF-44DE-ACC1-8B3C068CDC9F}" dt="2024-09-30T15:13:00.490" v="615" actId="404"/>
        <pc:sldMkLst>
          <pc:docMk/>
          <pc:sldMk cId="0" sldId="305"/>
        </pc:sldMkLst>
        <pc:spChg chg="mod">
          <ac:chgData name="NIES HUI WEN" userId="3541b9e0-606d-4c51-a83e-60dbee75d3cd" providerId="ADAL" clId="{47FCDD03-B0CF-44DE-ACC1-8B3C068CDC9F}" dt="2024-09-30T15:13:00.490" v="615" actId="404"/>
          <ac:spMkLst>
            <pc:docMk/>
            <pc:sldMk cId="0" sldId="305"/>
            <ac:spMk id="777" creationId="{00000000-0000-0000-0000-000000000000}"/>
          </ac:spMkLst>
        </pc:spChg>
      </pc:sldChg>
      <pc:sldChg chg="add">
        <pc:chgData name="NIES HUI WEN" userId="3541b9e0-606d-4c51-a83e-60dbee75d3cd" providerId="ADAL" clId="{47FCDD03-B0CF-44DE-ACC1-8B3C068CDC9F}" dt="2024-09-30T14:42:50.121" v="22"/>
        <pc:sldMkLst>
          <pc:docMk/>
          <pc:sldMk cId="0" sldId="306"/>
        </pc:sldMkLst>
      </pc:sldChg>
      <pc:sldChg chg="modSp add mod">
        <pc:chgData name="NIES HUI WEN" userId="3541b9e0-606d-4c51-a83e-60dbee75d3cd" providerId="ADAL" clId="{47FCDD03-B0CF-44DE-ACC1-8B3C068CDC9F}" dt="2024-09-30T15:13:15.241" v="618" actId="255"/>
        <pc:sldMkLst>
          <pc:docMk/>
          <pc:sldMk cId="0" sldId="307"/>
        </pc:sldMkLst>
        <pc:spChg chg="mod">
          <ac:chgData name="NIES HUI WEN" userId="3541b9e0-606d-4c51-a83e-60dbee75d3cd" providerId="ADAL" clId="{47FCDD03-B0CF-44DE-ACC1-8B3C068CDC9F}" dt="2024-09-30T15:13:10.180" v="617" actId="404"/>
          <ac:spMkLst>
            <pc:docMk/>
            <pc:sldMk cId="0" sldId="307"/>
            <ac:spMk id="796" creationId="{00000000-0000-0000-0000-000000000000}"/>
          </ac:spMkLst>
        </pc:spChg>
        <pc:spChg chg="mod">
          <ac:chgData name="NIES HUI WEN" userId="3541b9e0-606d-4c51-a83e-60dbee75d3cd" providerId="ADAL" clId="{47FCDD03-B0CF-44DE-ACC1-8B3C068CDC9F}" dt="2024-09-30T15:13:15.241" v="618" actId="255"/>
          <ac:spMkLst>
            <pc:docMk/>
            <pc:sldMk cId="0" sldId="307"/>
            <ac:spMk id="797" creationId="{00000000-0000-0000-0000-000000000000}"/>
          </ac:spMkLst>
        </pc:spChg>
      </pc:sldChg>
      <pc:sldChg chg="modSp add mod">
        <pc:chgData name="NIES HUI WEN" userId="3541b9e0-606d-4c51-a83e-60dbee75d3cd" providerId="ADAL" clId="{47FCDD03-B0CF-44DE-ACC1-8B3C068CDC9F}" dt="2024-09-30T15:13:21.300" v="620" actId="404"/>
        <pc:sldMkLst>
          <pc:docMk/>
          <pc:sldMk cId="0" sldId="308"/>
        </pc:sldMkLst>
        <pc:spChg chg="mod">
          <ac:chgData name="NIES HUI WEN" userId="3541b9e0-606d-4c51-a83e-60dbee75d3cd" providerId="ADAL" clId="{47FCDD03-B0CF-44DE-ACC1-8B3C068CDC9F}" dt="2024-09-30T15:13:21.300" v="620" actId="404"/>
          <ac:spMkLst>
            <pc:docMk/>
            <pc:sldMk cId="0" sldId="308"/>
            <ac:spMk id="805" creationId="{00000000-0000-0000-0000-000000000000}"/>
          </ac:spMkLst>
        </pc:spChg>
      </pc:sldChg>
      <pc:sldChg chg="delSp modSp add mod">
        <pc:chgData name="NIES HUI WEN" userId="3541b9e0-606d-4c51-a83e-60dbee75d3cd" providerId="ADAL" clId="{47FCDD03-B0CF-44DE-ACC1-8B3C068CDC9F}" dt="2024-09-30T15:13:30.751" v="624" actId="404"/>
        <pc:sldMkLst>
          <pc:docMk/>
          <pc:sldMk cId="0" sldId="309"/>
        </pc:sldMkLst>
        <pc:spChg chg="del">
          <ac:chgData name="NIES HUI WEN" userId="3541b9e0-606d-4c51-a83e-60dbee75d3cd" providerId="ADAL" clId="{47FCDD03-B0CF-44DE-ACC1-8B3C068CDC9F}" dt="2024-09-30T15:13:26.970" v="623" actId="478"/>
          <ac:spMkLst>
            <pc:docMk/>
            <pc:sldMk cId="0" sldId="309"/>
            <ac:spMk id="843" creationId="{00000000-0000-0000-0000-000000000000}"/>
          </ac:spMkLst>
        </pc:spChg>
        <pc:spChg chg="mod">
          <ac:chgData name="NIES HUI WEN" userId="3541b9e0-606d-4c51-a83e-60dbee75d3cd" providerId="ADAL" clId="{47FCDD03-B0CF-44DE-ACC1-8B3C068CDC9F}" dt="2024-09-30T15:13:30.751" v="624" actId="404"/>
          <ac:spMkLst>
            <pc:docMk/>
            <pc:sldMk cId="0" sldId="309"/>
            <ac:spMk id="844" creationId="{00000000-0000-0000-0000-000000000000}"/>
          </ac:spMkLst>
        </pc:spChg>
        <pc:spChg chg="mod">
          <ac:chgData name="NIES HUI WEN" userId="3541b9e0-606d-4c51-a83e-60dbee75d3cd" providerId="ADAL" clId="{47FCDD03-B0CF-44DE-ACC1-8B3C068CDC9F}" dt="2024-09-30T15:13:24.799" v="622" actId="404"/>
          <ac:spMkLst>
            <pc:docMk/>
            <pc:sldMk cId="0" sldId="309"/>
            <ac:spMk id="845" creationId="{00000000-0000-0000-0000-000000000000}"/>
          </ac:spMkLst>
        </pc:spChg>
      </pc:sldChg>
      <pc:sldChg chg="modSp add mod">
        <pc:chgData name="NIES HUI WEN" userId="3541b9e0-606d-4c51-a83e-60dbee75d3cd" providerId="ADAL" clId="{47FCDD03-B0CF-44DE-ACC1-8B3C068CDC9F}" dt="2024-09-30T15:13:38.437" v="627" actId="404"/>
        <pc:sldMkLst>
          <pc:docMk/>
          <pc:sldMk cId="0" sldId="310"/>
        </pc:sldMkLst>
        <pc:spChg chg="mod">
          <ac:chgData name="NIES HUI WEN" userId="3541b9e0-606d-4c51-a83e-60dbee75d3cd" providerId="ADAL" clId="{47FCDD03-B0CF-44DE-ACC1-8B3C068CDC9F}" dt="2024-09-30T15:13:36.297" v="626" actId="404"/>
          <ac:spMkLst>
            <pc:docMk/>
            <pc:sldMk cId="0" sldId="310"/>
            <ac:spMk id="853" creationId="{00000000-0000-0000-0000-000000000000}"/>
          </ac:spMkLst>
        </pc:spChg>
        <pc:spChg chg="mod">
          <ac:chgData name="NIES HUI WEN" userId="3541b9e0-606d-4c51-a83e-60dbee75d3cd" providerId="ADAL" clId="{47FCDD03-B0CF-44DE-ACC1-8B3C068CDC9F}" dt="2024-09-30T15:13:38.437" v="627" actId="404"/>
          <ac:spMkLst>
            <pc:docMk/>
            <pc:sldMk cId="0" sldId="310"/>
            <ac:spMk id="854" creationId="{00000000-0000-0000-0000-000000000000}"/>
          </ac:spMkLst>
        </pc:spChg>
      </pc:sldChg>
      <pc:sldChg chg="modSp add mod">
        <pc:chgData name="NIES HUI WEN" userId="3541b9e0-606d-4c51-a83e-60dbee75d3cd" providerId="ADAL" clId="{47FCDD03-B0CF-44DE-ACC1-8B3C068CDC9F}" dt="2024-09-30T15:15:09.568" v="647"/>
        <pc:sldMkLst>
          <pc:docMk/>
          <pc:sldMk cId="0" sldId="311"/>
        </pc:sldMkLst>
        <pc:spChg chg="mod">
          <ac:chgData name="NIES HUI WEN" userId="3541b9e0-606d-4c51-a83e-60dbee75d3cd" providerId="ADAL" clId="{47FCDD03-B0CF-44DE-ACC1-8B3C068CDC9F}" dt="2024-09-30T15:13:42.111" v="629" actId="404"/>
          <ac:spMkLst>
            <pc:docMk/>
            <pc:sldMk cId="0" sldId="311"/>
            <ac:spMk id="862" creationId="{00000000-0000-0000-0000-000000000000}"/>
          </ac:spMkLst>
        </pc:spChg>
        <pc:spChg chg="mod">
          <ac:chgData name="NIES HUI WEN" userId="3541b9e0-606d-4c51-a83e-60dbee75d3cd" providerId="ADAL" clId="{47FCDD03-B0CF-44DE-ACC1-8B3C068CDC9F}" dt="2024-09-30T15:14:17.761" v="636"/>
          <ac:spMkLst>
            <pc:docMk/>
            <pc:sldMk cId="0" sldId="311"/>
            <ac:spMk id="866" creationId="{00000000-0000-0000-0000-000000000000}"/>
          </ac:spMkLst>
        </pc:spChg>
        <pc:spChg chg="mod">
          <ac:chgData name="NIES HUI WEN" userId="3541b9e0-606d-4c51-a83e-60dbee75d3cd" providerId="ADAL" clId="{47FCDD03-B0CF-44DE-ACC1-8B3C068CDC9F}" dt="2024-09-30T15:15:09.568" v="647"/>
          <ac:spMkLst>
            <pc:docMk/>
            <pc:sldMk cId="0" sldId="311"/>
            <ac:spMk id="868" creationId="{00000000-0000-0000-0000-000000000000}"/>
          </ac:spMkLst>
        </pc:spChg>
      </pc:sldChg>
      <pc:sldChg chg="modSp add mod">
        <pc:chgData name="NIES HUI WEN" userId="3541b9e0-606d-4c51-a83e-60dbee75d3cd" providerId="ADAL" clId="{47FCDD03-B0CF-44DE-ACC1-8B3C068CDC9F}" dt="2024-09-30T15:15:24.603" v="650" actId="404"/>
        <pc:sldMkLst>
          <pc:docMk/>
          <pc:sldMk cId="0" sldId="312"/>
        </pc:sldMkLst>
        <pc:spChg chg="mod">
          <ac:chgData name="NIES HUI WEN" userId="3541b9e0-606d-4c51-a83e-60dbee75d3cd" providerId="ADAL" clId="{47FCDD03-B0CF-44DE-ACC1-8B3C068CDC9F}" dt="2024-09-30T15:15:22.510" v="649" actId="404"/>
          <ac:spMkLst>
            <pc:docMk/>
            <pc:sldMk cId="0" sldId="312"/>
            <ac:spMk id="873" creationId="{00000000-0000-0000-0000-000000000000}"/>
          </ac:spMkLst>
        </pc:spChg>
        <pc:spChg chg="mod">
          <ac:chgData name="NIES HUI WEN" userId="3541b9e0-606d-4c51-a83e-60dbee75d3cd" providerId="ADAL" clId="{47FCDD03-B0CF-44DE-ACC1-8B3C068CDC9F}" dt="2024-09-30T15:15:24.603" v="650" actId="404"/>
          <ac:spMkLst>
            <pc:docMk/>
            <pc:sldMk cId="0" sldId="312"/>
            <ac:spMk id="874" creationId="{00000000-0000-0000-0000-000000000000}"/>
          </ac:spMkLst>
        </pc:spChg>
      </pc:sldChg>
      <pc:sldChg chg="modSp add mod">
        <pc:chgData name="NIES HUI WEN" userId="3541b9e0-606d-4c51-a83e-60dbee75d3cd" providerId="ADAL" clId="{47FCDD03-B0CF-44DE-ACC1-8B3C068CDC9F}" dt="2024-09-30T15:15:38.991" v="655" actId="404"/>
        <pc:sldMkLst>
          <pc:docMk/>
          <pc:sldMk cId="0" sldId="314"/>
        </pc:sldMkLst>
        <pc:spChg chg="mod">
          <ac:chgData name="NIES HUI WEN" userId="3541b9e0-606d-4c51-a83e-60dbee75d3cd" providerId="ADAL" clId="{47FCDD03-B0CF-44DE-ACC1-8B3C068CDC9F}" dt="2024-09-30T15:15:36.601" v="654" actId="404"/>
          <ac:spMkLst>
            <pc:docMk/>
            <pc:sldMk cId="0" sldId="314"/>
            <ac:spMk id="895" creationId="{00000000-0000-0000-0000-000000000000}"/>
          </ac:spMkLst>
        </pc:spChg>
        <pc:spChg chg="mod">
          <ac:chgData name="NIES HUI WEN" userId="3541b9e0-606d-4c51-a83e-60dbee75d3cd" providerId="ADAL" clId="{47FCDD03-B0CF-44DE-ACC1-8B3C068CDC9F}" dt="2024-09-30T15:15:38.991" v="655" actId="404"/>
          <ac:spMkLst>
            <pc:docMk/>
            <pc:sldMk cId="0" sldId="314"/>
            <ac:spMk id="896" creationId="{00000000-0000-0000-0000-000000000000}"/>
          </ac:spMkLst>
        </pc:spChg>
      </pc:sldChg>
      <pc:sldChg chg="modSp mod">
        <pc:chgData name="NIES HUI WEN" userId="3541b9e0-606d-4c51-a83e-60dbee75d3cd" providerId="ADAL" clId="{47FCDD03-B0CF-44DE-ACC1-8B3C068CDC9F}" dt="2024-09-30T14:40:27.180" v="8" actId="20577"/>
        <pc:sldMkLst>
          <pc:docMk/>
          <pc:sldMk cId="1793746909" sldId="315"/>
        </pc:sldMkLst>
        <pc:spChg chg="mod">
          <ac:chgData name="NIES HUI WEN" userId="3541b9e0-606d-4c51-a83e-60dbee75d3cd" providerId="ADAL" clId="{47FCDD03-B0CF-44DE-ACC1-8B3C068CDC9F}" dt="2024-09-30T14:40:27.180" v="8" actId="20577"/>
          <ac:spMkLst>
            <pc:docMk/>
            <pc:sldMk cId="1793746909" sldId="315"/>
            <ac:spMk id="4" creationId="{8DAD0E23-96B9-5B33-C4F6-4DBCE5F54F96}"/>
          </ac:spMkLst>
        </pc:spChg>
      </pc:sldChg>
      <pc:sldChg chg="modSp add del mod">
        <pc:chgData name="NIES HUI WEN" userId="3541b9e0-606d-4c51-a83e-60dbee75d3cd" providerId="ADAL" clId="{47FCDD03-B0CF-44DE-ACC1-8B3C068CDC9F}" dt="2024-09-30T14:57:58.939" v="296"/>
        <pc:sldMkLst>
          <pc:docMk/>
          <pc:sldMk cId="0" sldId="316"/>
        </pc:sldMkLst>
        <pc:spChg chg="mod">
          <ac:chgData name="NIES HUI WEN" userId="3541b9e0-606d-4c51-a83e-60dbee75d3cd" providerId="ADAL" clId="{47FCDD03-B0CF-44DE-ACC1-8B3C068CDC9F}" dt="2024-09-30T14:57:30.115" v="294" actId="404"/>
          <ac:spMkLst>
            <pc:docMk/>
            <pc:sldMk cId="0" sldId="316"/>
            <ac:spMk id="379" creationId="{00000000-0000-0000-0000-000000000000}"/>
          </ac:spMkLst>
        </pc:spChg>
        <pc:spChg chg="mod">
          <ac:chgData name="NIES HUI WEN" userId="3541b9e0-606d-4c51-a83e-60dbee75d3cd" providerId="ADAL" clId="{47FCDD03-B0CF-44DE-ACC1-8B3C068CDC9F}" dt="2024-09-30T14:57:49.909" v="295"/>
          <ac:spMkLst>
            <pc:docMk/>
            <pc:sldMk cId="0" sldId="316"/>
            <ac:spMk id="384" creationId="{00000000-0000-0000-0000-000000000000}"/>
          </ac:spMkLst>
        </pc:spChg>
        <pc:spChg chg="mod">
          <ac:chgData name="NIES HUI WEN" userId="3541b9e0-606d-4c51-a83e-60dbee75d3cd" providerId="ADAL" clId="{47FCDD03-B0CF-44DE-ACC1-8B3C068CDC9F}" dt="2024-09-30T14:57:58.939" v="296"/>
          <ac:spMkLst>
            <pc:docMk/>
            <pc:sldMk cId="0" sldId="316"/>
            <ac:spMk id="385" creationId="{00000000-0000-0000-0000-000000000000}"/>
          </ac:spMkLst>
        </pc:spChg>
      </pc:sldChg>
      <pc:sldChg chg="modSp add mod">
        <pc:chgData name="NIES HUI WEN" userId="3541b9e0-606d-4c51-a83e-60dbee75d3cd" providerId="ADAL" clId="{47FCDD03-B0CF-44DE-ACC1-8B3C068CDC9F}" dt="2024-09-30T15:15:30.587" v="652" actId="404"/>
        <pc:sldMkLst>
          <pc:docMk/>
          <pc:sldMk cId="0" sldId="317"/>
        </pc:sldMkLst>
        <pc:spChg chg="mod">
          <ac:chgData name="NIES HUI WEN" userId="3541b9e0-606d-4c51-a83e-60dbee75d3cd" providerId="ADAL" clId="{47FCDD03-B0CF-44DE-ACC1-8B3C068CDC9F}" dt="2024-09-30T15:15:30.587" v="652" actId="404"/>
          <ac:spMkLst>
            <pc:docMk/>
            <pc:sldMk cId="0" sldId="317"/>
            <ac:spMk id="882" creationId="{00000000-0000-0000-0000-000000000000}"/>
          </ac:spMkLst>
        </pc:spChg>
      </pc:sldChg>
      <pc:sldChg chg="modSp add mod">
        <pc:chgData name="NIES HUI WEN" userId="3541b9e0-606d-4c51-a83e-60dbee75d3cd" providerId="ADAL" clId="{47FCDD03-B0CF-44DE-ACC1-8B3C068CDC9F}" dt="2024-09-30T15:15:51.864" v="659" actId="403"/>
        <pc:sldMkLst>
          <pc:docMk/>
          <pc:sldMk cId="0" sldId="318"/>
        </pc:sldMkLst>
        <pc:spChg chg="mod">
          <ac:chgData name="NIES HUI WEN" userId="3541b9e0-606d-4c51-a83e-60dbee75d3cd" providerId="ADAL" clId="{47FCDD03-B0CF-44DE-ACC1-8B3C068CDC9F}" dt="2024-09-30T15:15:43.350" v="657" actId="404"/>
          <ac:spMkLst>
            <pc:docMk/>
            <pc:sldMk cId="0" sldId="318"/>
            <ac:spMk id="904" creationId="{00000000-0000-0000-0000-000000000000}"/>
          </ac:spMkLst>
        </pc:spChg>
        <pc:spChg chg="mod">
          <ac:chgData name="NIES HUI WEN" userId="3541b9e0-606d-4c51-a83e-60dbee75d3cd" providerId="ADAL" clId="{47FCDD03-B0CF-44DE-ACC1-8B3C068CDC9F}" dt="2024-09-30T15:15:51.864" v="659" actId="403"/>
          <ac:spMkLst>
            <pc:docMk/>
            <pc:sldMk cId="0" sldId="318"/>
            <ac:spMk id="905" creationId="{00000000-0000-0000-0000-000000000000}"/>
          </ac:spMkLst>
        </pc:spChg>
      </pc:sldChg>
      <pc:sldChg chg="modSp add mod">
        <pc:chgData name="NIES HUI WEN" userId="3541b9e0-606d-4c51-a83e-60dbee75d3cd" providerId="ADAL" clId="{47FCDD03-B0CF-44DE-ACC1-8B3C068CDC9F}" dt="2024-09-30T15:16:00.987" v="661" actId="404"/>
        <pc:sldMkLst>
          <pc:docMk/>
          <pc:sldMk cId="0" sldId="319"/>
        </pc:sldMkLst>
        <pc:spChg chg="mod">
          <ac:chgData name="NIES HUI WEN" userId="3541b9e0-606d-4c51-a83e-60dbee75d3cd" providerId="ADAL" clId="{47FCDD03-B0CF-44DE-ACC1-8B3C068CDC9F}" dt="2024-09-30T15:16:00.987" v="661" actId="404"/>
          <ac:spMkLst>
            <pc:docMk/>
            <pc:sldMk cId="0" sldId="319"/>
            <ac:spMk id="913" creationId="{00000000-0000-0000-0000-000000000000}"/>
          </ac:spMkLst>
        </pc:spChg>
      </pc:sldChg>
      <pc:sldChg chg="delSp modSp add mod">
        <pc:chgData name="NIES HUI WEN" userId="3541b9e0-606d-4c51-a83e-60dbee75d3cd" providerId="ADAL" clId="{47FCDD03-B0CF-44DE-ACC1-8B3C068CDC9F}" dt="2024-09-30T15:16:52.913" v="666" actId="13926"/>
        <pc:sldMkLst>
          <pc:docMk/>
          <pc:sldMk cId="0" sldId="320"/>
        </pc:sldMkLst>
        <pc:spChg chg="del">
          <ac:chgData name="NIES HUI WEN" userId="3541b9e0-606d-4c51-a83e-60dbee75d3cd" providerId="ADAL" clId="{47FCDD03-B0CF-44DE-ACC1-8B3C068CDC9F}" dt="2024-09-30T15:16:45.758" v="665" actId="478"/>
          <ac:spMkLst>
            <pc:docMk/>
            <pc:sldMk cId="0" sldId="320"/>
            <ac:spMk id="950" creationId="{00000000-0000-0000-0000-000000000000}"/>
          </ac:spMkLst>
        </pc:spChg>
        <pc:spChg chg="mod">
          <ac:chgData name="NIES HUI WEN" userId="3541b9e0-606d-4c51-a83e-60dbee75d3cd" providerId="ADAL" clId="{47FCDD03-B0CF-44DE-ACC1-8B3C068CDC9F}" dt="2024-09-30T15:16:32.986" v="663" actId="404"/>
          <ac:spMkLst>
            <pc:docMk/>
            <pc:sldMk cId="0" sldId="320"/>
            <ac:spMk id="951" creationId="{00000000-0000-0000-0000-000000000000}"/>
          </ac:spMkLst>
        </pc:spChg>
        <pc:spChg chg="mod">
          <ac:chgData name="NIES HUI WEN" userId="3541b9e0-606d-4c51-a83e-60dbee75d3cd" providerId="ADAL" clId="{47FCDD03-B0CF-44DE-ACC1-8B3C068CDC9F}" dt="2024-09-30T15:16:52.913" v="666" actId="13926"/>
          <ac:spMkLst>
            <pc:docMk/>
            <pc:sldMk cId="0" sldId="320"/>
            <ac:spMk id="952" creationId="{00000000-0000-0000-0000-000000000000}"/>
          </ac:spMkLst>
        </pc:spChg>
      </pc:sldChg>
      <pc:sldChg chg="modSp add mod">
        <pc:chgData name="NIES HUI WEN" userId="3541b9e0-606d-4c51-a83e-60dbee75d3cd" providerId="ADAL" clId="{47FCDD03-B0CF-44DE-ACC1-8B3C068CDC9F}" dt="2024-09-30T15:17:21.410" v="674"/>
        <pc:sldMkLst>
          <pc:docMk/>
          <pc:sldMk cId="0" sldId="321"/>
        </pc:sldMkLst>
        <pc:spChg chg="mod">
          <ac:chgData name="NIES HUI WEN" userId="3541b9e0-606d-4c51-a83e-60dbee75d3cd" providerId="ADAL" clId="{47FCDD03-B0CF-44DE-ACC1-8B3C068CDC9F}" dt="2024-09-30T15:17:02.083" v="668" actId="404"/>
          <ac:spMkLst>
            <pc:docMk/>
            <pc:sldMk cId="0" sldId="321"/>
            <ac:spMk id="963" creationId="{00000000-0000-0000-0000-000000000000}"/>
          </ac:spMkLst>
        </pc:spChg>
        <pc:spChg chg="mod">
          <ac:chgData name="NIES HUI WEN" userId="3541b9e0-606d-4c51-a83e-60dbee75d3cd" providerId="ADAL" clId="{47FCDD03-B0CF-44DE-ACC1-8B3C068CDC9F}" dt="2024-09-30T15:17:21.410" v="674"/>
          <ac:spMkLst>
            <pc:docMk/>
            <pc:sldMk cId="0" sldId="321"/>
            <ac:spMk id="964" creationId="{00000000-0000-0000-0000-000000000000}"/>
          </ac:spMkLst>
        </pc:spChg>
      </pc:sldChg>
      <pc:sldChg chg="modSp add mod">
        <pc:chgData name="NIES HUI WEN" userId="3541b9e0-606d-4c51-a83e-60dbee75d3cd" providerId="ADAL" clId="{47FCDD03-B0CF-44DE-ACC1-8B3C068CDC9F}" dt="2024-09-30T15:17:41.750" v="679" actId="14100"/>
        <pc:sldMkLst>
          <pc:docMk/>
          <pc:sldMk cId="0" sldId="322"/>
        </pc:sldMkLst>
        <pc:spChg chg="mod">
          <ac:chgData name="NIES HUI WEN" userId="3541b9e0-606d-4c51-a83e-60dbee75d3cd" providerId="ADAL" clId="{47FCDD03-B0CF-44DE-ACC1-8B3C068CDC9F}" dt="2024-09-30T15:17:34.736" v="677" actId="404"/>
          <ac:spMkLst>
            <pc:docMk/>
            <pc:sldMk cId="0" sldId="322"/>
            <ac:spMk id="972" creationId="{00000000-0000-0000-0000-000000000000}"/>
          </ac:spMkLst>
        </pc:spChg>
        <pc:spChg chg="mod">
          <ac:chgData name="NIES HUI WEN" userId="3541b9e0-606d-4c51-a83e-60dbee75d3cd" providerId="ADAL" clId="{47FCDD03-B0CF-44DE-ACC1-8B3C068CDC9F}" dt="2024-09-30T15:17:31.377" v="675" actId="404"/>
          <ac:spMkLst>
            <pc:docMk/>
            <pc:sldMk cId="0" sldId="322"/>
            <ac:spMk id="973" creationId="{00000000-0000-0000-0000-000000000000}"/>
          </ac:spMkLst>
        </pc:spChg>
        <pc:picChg chg="mod">
          <ac:chgData name="NIES HUI WEN" userId="3541b9e0-606d-4c51-a83e-60dbee75d3cd" providerId="ADAL" clId="{47FCDD03-B0CF-44DE-ACC1-8B3C068CDC9F}" dt="2024-09-30T15:17:41.750" v="679" actId="14100"/>
          <ac:picMkLst>
            <pc:docMk/>
            <pc:sldMk cId="0" sldId="322"/>
            <ac:picMk id="977" creationId="{00000000-0000-0000-0000-000000000000}"/>
          </ac:picMkLst>
        </pc:picChg>
      </pc:sldChg>
      <pc:sldChg chg="modSp add mod">
        <pc:chgData name="NIES HUI WEN" userId="3541b9e0-606d-4c51-a83e-60dbee75d3cd" providerId="ADAL" clId="{47FCDD03-B0CF-44DE-ACC1-8B3C068CDC9F}" dt="2024-09-30T15:17:51.342" v="682" actId="14100"/>
        <pc:sldMkLst>
          <pc:docMk/>
          <pc:sldMk cId="0" sldId="323"/>
        </pc:sldMkLst>
        <pc:spChg chg="mod">
          <ac:chgData name="NIES HUI WEN" userId="3541b9e0-606d-4c51-a83e-60dbee75d3cd" providerId="ADAL" clId="{47FCDD03-B0CF-44DE-ACC1-8B3C068CDC9F}" dt="2024-09-30T15:17:48.343" v="681" actId="404"/>
          <ac:spMkLst>
            <pc:docMk/>
            <pc:sldMk cId="0" sldId="323"/>
            <ac:spMk id="986" creationId="{00000000-0000-0000-0000-000000000000}"/>
          </ac:spMkLst>
        </pc:spChg>
        <pc:picChg chg="mod">
          <ac:chgData name="NIES HUI WEN" userId="3541b9e0-606d-4c51-a83e-60dbee75d3cd" providerId="ADAL" clId="{47FCDD03-B0CF-44DE-ACC1-8B3C068CDC9F}" dt="2024-09-30T15:17:51.342" v="682" actId="14100"/>
          <ac:picMkLst>
            <pc:docMk/>
            <pc:sldMk cId="0" sldId="323"/>
            <ac:picMk id="990" creationId="{00000000-0000-0000-0000-000000000000}"/>
          </ac:picMkLst>
        </pc:picChg>
      </pc:sldChg>
      <pc:sldChg chg="modSp add mod">
        <pc:chgData name="NIES HUI WEN" userId="3541b9e0-606d-4c51-a83e-60dbee75d3cd" providerId="ADAL" clId="{47FCDD03-B0CF-44DE-ACC1-8B3C068CDC9F}" dt="2024-09-30T15:17:57.107" v="684" actId="404"/>
        <pc:sldMkLst>
          <pc:docMk/>
          <pc:sldMk cId="0" sldId="324"/>
        </pc:sldMkLst>
        <pc:spChg chg="mod">
          <ac:chgData name="NIES HUI WEN" userId="3541b9e0-606d-4c51-a83e-60dbee75d3cd" providerId="ADAL" clId="{47FCDD03-B0CF-44DE-ACC1-8B3C068CDC9F}" dt="2024-09-30T15:17:57.107" v="684" actId="404"/>
          <ac:spMkLst>
            <pc:docMk/>
            <pc:sldMk cId="0" sldId="324"/>
            <ac:spMk id="995" creationId="{00000000-0000-0000-0000-000000000000}"/>
          </ac:spMkLst>
        </pc:spChg>
      </pc:sldChg>
      <pc:sldChg chg="modSp add mod">
        <pc:chgData name="NIES HUI WEN" userId="3541b9e0-606d-4c51-a83e-60dbee75d3cd" providerId="ADAL" clId="{47FCDD03-B0CF-44DE-ACC1-8B3C068CDC9F}" dt="2024-09-30T15:18:03.902" v="687" actId="404"/>
        <pc:sldMkLst>
          <pc:docMk/>
          <pc:sldMk cId="0" sldId="325"/>
        </pc:sldMkLst>
        <pc:spChg chg="mod">
          <ac:chgData name="NIES HUI WEN" userId="3541b9e0-606d-4c51-a83e-60dbee75d3cd" providerId="ADAL" clId="{47FCDD03-B0CF-44DE-ACC1-8B3C068CDC9F}" dt="2024-09-30T15:18:01.169" v="686" actId="404"/>
          <ac:spMkLst>
            <pc:docMk/>
            <pc:sldMk cId="0" sldId="325"/>
            <ac:spMk id="1013" creationId="{00000000-0000-0000-0000-000000000000}"/>
          </ac:spMkLst>
        </pc:spChg>
        <pc:spChg chg="mod">
          <ac:chgData name="NIES HUI WEN" userId="3541b9e0-606d-4c51-a83e-60dbee75d3cd" providerId="ADAL" clId="{47FCDD03-B0CF-44DE-ACC1-8B3C068CDC9F}" dt="2024-09-30T15:18:03.902" v="687" actId="404"/>
          <ac:spMkLst>
            <pc:docMk/>
            <pc:sldMk cId="0" sldId="325"/>
            <ac:spMk id="1014" creationId="{00000000-0000-0000-0000-000000000000}"/>
          </ac:spMkLst>
        </pc:spChg>
      </pc:sldChg>
      <pc:sldChg chg="modSp add mod">
        <pc:chgData name="NIES HUI WEN" userId="3541b9e0-606d-4c51-a83e-60dbee75d3cd" providerId="ADAL" clId="{47FCDD03-B0CF-44DE-ACC1-8B3C068CDC9F}" dt="2024-09-30T15:18:12.010" v="690" actId="404"/>
        <pc:sldMkLst>
          <pc:docMk/>
          <pc:sldMk cId="0" sldId="326"/>
        </pc:sldMkLst>
        <pc:spChg chg="mod">
          <ac:chgData name="NIES HUI WEN" userId="3541b9e0-606d-4c51-a83e-60dbee75d3cd" providerId="ADAL" clId="{47FCDD03-B0CF-44DE-ACC1-8B3C068CDC9F}" dt="2024-09-30T15:18:09.511" v="689" actId="404"/>
          <ac:spMkLst>
            <pc:docMk/>
            <pc:sldMk cId="0" sldId="326"/>
            <ac:spMk id="1023" creationId="{00000000-0000-0000-0000-000000000000}"/>
          </ac:spMkLst>
        </pc:spChg>
        <pc:spChg chg="mod">
          <ac:chgData name="NIES HUI WEN" userId="3541b9e0-606d-4c51-a83e-60dbee75d3cd" providerId="ADAL" clId="{47FCDD03-B0CF-44DE-ACC1-8B3C068CDC9F}" dt="2024-09-30T15:18:12.010" v="690" actId="404"/>
          <ac:spMkLst>
            <pc:docMk/>
            <pc:sldMk cId="0" sldId="326"/>
            <ac:spMk id="1024" creationId="{00000000-0000-0000-0000-000000000000}"/>
          </ac:spMkLst>
        </pc:spChg>
      </pc:sldChg>
      <pc:sldChg chg="modSp add mod">
        <pc:chgData name="NIES HUI WEN" userId="3541b9e0-606d-4c51-a83e-60dbee75d3cd" providerId="ADAL" clId="{47FCDD03-B0CF-44DE-ACC1-8B3C068CDC9F}" dt="2024-09-30T15:18:21.555" v="693" actId="404"/>
        <pc:sldMkLst>
          <pc:docMk/>
          <pc:sldMk cId="0" sldId="327"/>
        </pc:sldMkLst>
        <pc:spChg chg="mod">
          <ac:chgData name="NIES HUI WEN" userId="3541b9e0-606d-4c51-a83e-60dbee75d3cd" providerId="ADAL" clId="{47FCDD03-B0CF-44DE-ACC1-8B3C068CDC9F}" dt="2024-09-30T15:18:17.541" v="692" actId="404"/>
          <ac:spMkLst>
            <pc:docMk/>
            <pc:sldMk cId="0" sldId="327"/>
            <ac:spMk id="1033" creationId="{00000000-0000-0000-0000-000000000000}"/>
          </ac:spMkLst>
        </pc:spChg>
        <pc:spChg chg="mod">
          <ac:chgData name="NIES HUI WEN" userId="3541b9e0-606d-4c51-a83e-60dbee75d3cd" providerId="ADAL" clId="{47FCDD03-B0CF-44DE-ACC1-8B3C068CDC9F}" dt="2024-09-30T15:18:21.555" v="693" actId="404"/>
          <ac:spMkLst>
            <pc:docMk/>
            <pc:sldMk cId="0" sldId="327"/>
            <ac:spMk id="1034" creationId="{00000000-0000-0000-0000-000000000000}"/>
          </ac:spMkLst>
        </pc:spChg>
      </pc:sldChg>
      <pc:sldChg chg="modSp add mod">
        <pc:chgData name="NIES HUI WEN" userId="3541b9e0-606d-4c51-a83e-60dbee75d3cd" providerId="ADAL" clId="{47FCDD03-B0CF-44DE-ACC1-8B3C068CDC9F}" dt="2024-09-30T15:18:27.367" v="695" actId="404"/>
        <pc:sldMkLst>
          <pc:docMk/>
          <pc:sldMk cId="0" sldId="328"/>
        </pc:sldMkLst>
        <pc:spChg chg="mod">
          <ac:chgData name="NIES HUI WEN" userId="3541b9e0-606d-4c51-a83e-60dbee75d3cd" providerId="ADAL" clId="{47FCDD03-B0CF-44DE-ACC1-8B3C068CDC9F}" dt="2024-09-30T15:18:27.367" v="695" actId="404"/>
          <ac:spMkLst>
            <pc:docMk/>
            <pc:sldMk cId="0" sldId="328"/>
            <ac:spMk id="1044" creationId="{00000000-0000-0000-0000-000000000000}"/>
          </ac:spMkLst>
        </pc:spChg>
      </pc:sldChg>
      <pc:sldChg chg="modSp add mod">
        <pc:chgData name="NIES HUI WEN" userId="3541b9e0-606d-4c51-a83e-60dbee75d3cd" providerId="ADAL" clId="{47FCDD03-B0CF-44DE-ACC1-8B3C068CDC9F}" dt="2024-09-30T15:18:36.896" v="697" actId="404"/>
        <pc:sldMkLst>
          <pc:docMk/>
          <pc:sldMk cId="0" sldId="329"/>
        </pc:sldMkLst>
        <pc:spChg chg="mod">
          <ac:chgData name="NIES HUI WEN" userId="3541b9e0-606d-4c51-a83e-60dbee75d3cd" providerId="ADAL" clId="{47FCDD03-B0CF-44DE-ACC1-8B3C068CDC9F}" dt="2024-09-30T15:18:36.896" v="697" actId="404"/>
          <ac:spMkLst>
            <pc:docMk/>
            <pc:sldMk cId="0" sldId="329"/>
            <ac:spMk id="1061" creationId="{00000000-0000-0000-0000-000000000000}"/>
          </ac:spMkLst>
        </pc:spChg>
      </pc:sldChg>
      <pc:sldChg chg="modSp add mod">
        <pc:chgData name="NIES HUI WEN" userId="3541b9e0-606d-4c51-a83e-60dbee75d3cd" providerId="ADAL" clId="{47FCDD03-B0CF-44DE-ACC1-8B3C068CDC9F}" dt="2024-09-30T15:18:40.724" v="699" actId="404"/>
        <pc:sldMkLst>
          <pc:docMk/>
          <pc:sldMk cId="0" sldId="330"/>
        </pc:sldMkLst>
        <pc:spChg chg="mod">
          <ac:chgData name="NIES HUI WEN" userId="3541b9e0-606d-4c51-a83e-60dbee75d3cd" providerId="ADAL" clId="{47FCDD03-B0CF-44DE-ACC1-8B3C068CDC9F}" dt="2024-09-30T15:18:40.724" v="699" actId="404"/>
          <ac:spMkLst>
            <pc:docMk/>
            <pc:sldMk cId="0" sldId="330"/>
            <ac:spMk id="1076" creationId="{00000000-0000-0000-0000-000000000000}"/>
          </ac:spMkLst>
        </pc:spChg>
      </pc:sldChg>
      <pc:sldChg chg="modSp add mod">
        <pc:chgData name="NIES HUI WEN" userId="3541b9e0-606d-4c51-a83e-60dbee75d3cd" providerId="ADAL" clId="{47FCDD03-B0CF-44DE-ACC1-8B3C068CDC9F}" dt="2024-09-30T15:18:51.206" v="702" actId="255"/>
        <pc:sldMkLst>
          <pc:docMk/>
          <pc:sldMk cId="0" sldId="331"/>
        </pc:sldMkLst>
        <pc:spChg chg="mod">
          <ac:chgData name="NIES HUI WEN" userId="3541b9e0-606d-4c51-a83e-60dbee75d3cd" providerId="ADAL" clId="{47FCDD03-B0CF-44DE-ACC1-8B3C068CDC9F}" dt="2024-09-30T15:18:45.941" v="701" actId="404"/>
          <ac:spMkLst>
            <pc:docMk/>
            <pc:sldMk cId="0" sldId="331"/>
            <ac:spMk id="1085" creationId="{00000000-0000-0000-0000-000000000000}"/>
          </ac:spMkLst>
        </pc:spChg>
        <pc:spChg chg="mod">
          <ac:chgData name="NIES HUI WEN" userId="3541b9e0-606d-4c51-a83e-60dbee75d3cd" providerId="ADAL" clId="{47FCDD03-B0CF-44DE-ACC1-8B3C068CDC9F}" dt="2024-09-30T15:18:51.206" v="702" actId="255"/>
          <ac:spMkLst>
            <pc:docMk/>
            <pc:sldMk cId="0" sldId="331"/>
            <ac:spMk id="1086"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ABEE9D1-46F3-E289-C541-D87F6E36B31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E55F3D5-7491-78F3-0EBF-CC9118B30D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7907D2-A919-44FE-BA36-2CFD609C64AF}" type="datetimeFigureOut">
              <a:rPr lang="en-GB" smtClean="0"/>
              <a:t>30/09/2024</a:t>
            </a:fld>
            <a:endParaRPr lang="en-GB"/>
          </a:p>
        </p:txBody>
      </p:sp>
      <p:sp>
        <p:nvSpPr>
          <p:cNvPr id="4" name="Footer Placeholder 3">
            <a:extLst>
              <a:ext uri="{FF2B5EF4-FFF2-40B4-BE49-F238E27FC236}">
                <a16:creationId xmlns:a16="http://schemas.microsoft.com/office/drawing/2014/main" id="{7CDDCDF6-F333-82F8-4BE6-251C2F9FFFB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287995E1-68EC-0D18-A6AF-C0B759EEE0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C57102-937D-44C2-BD5D-FC6E2A9170E8}" type="slidenum">
              <a:rPr lang="en-GB" smtClean="0"/>
              <a:t>‹#›</a:t>
            </a:fld>
            <a:endParaRPr lang="en-GB"/>
          </a:p>
        </p:txBody>
      </p:sp>
    </p:spTree>
    <p:extLst>
      <p:ext uri="{BB962C8B-B14F-4D97-AF65-F5344CB8AC3E}">
        <p14:creationId xmlns:p14="http://schemas.microsoft.com/office/powerpoint/2010/main" val="37260768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509BF-53EE-4D84-844F-BEC1430829BC}" type="datetimeFigureOut">
              <a:rPr lang="en-US" smtClean="0"/>
              <a:t>30-Sep-24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B6879-5321-45FF-A6AE-E6B1BB62CBAD}" type="slidenum">
              <a:rPr lang="en-US" smtClean="0"/>
              <a:t>‹#›</a:t>
            </a:fld>
            <a:endParaRPr lang="en-US"/>
          </a:p>
        </p:txBody>
      </p:sp>
    </p:spTree>
    <p:extLst>
      <p:ext uri="{BB962C8B-B14F-4D97-AF65-F5344CB8AC3E}">
        <p14:creationId xmlns:p14="http://schemas.microsoft.com/office/powerpoint/2010/main" val="338174193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2" name="Google Shape;102;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1" name="Google Shape;11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0" name="Google Shape;120;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0" name="Google Shape;130;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9" name="Google Shape;169;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0" name="Google Shape;18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5" name="Google Shape;195;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8" name="Google Shape;208;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7" name="Google Shape;227;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6" name="Google Shape;246;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1" name="Google Shape;261;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9" name="Google Shape;279;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2" name="Google Shape;292;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9" name="Google Shape;309;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9" name="Google Shape;319;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7" name="Google Shape;357;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6" name="Google Shape;366;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7" name="Google Shape;377;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9" name="Google Shape;389;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8" name="Google Shape;398;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9" name="Google Shape;419;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8" name="Google Shape;428;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9" name="Google Shape;439;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1" name="Google Shape;451;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3" name="Google Shape;463;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5" name="Google Shape;475;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8" name="Google Shape;488;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8" name="Google Shape;498;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9" name="Google Shape;509;p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8" name="Google Shape;518;p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6" name="Google Shape;556;p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5" name="Google Shape;565;p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5" name="Google Shape;575;p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83" name="Google Shape;583;p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4" name="Google Shape;594;p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14" name="Google Shape;614;p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30" name="Google Shape;630;p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44" name="Google Shape;644;p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4" name="Google Shape;654;p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67" name="Google Shape;667;p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77" name="Google Shape;677;p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16" name="Google Shape;716;p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26" name="Google Shape;726;p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35" name="Google Shape;735;p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55" name="Google Shape;755;p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64" name="Google Shape;764;p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75" name="Google Shape;775;p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86" name="Google Shape;786;p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94" name="Google Shape;794;p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03" name="Google Shape;803;p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41" name="Google Shape;841;p5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51" name="Google Shape;851;p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0" name="Google Shape;860;p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71" name="Google Shape;871;p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80" name="Google Shape;880;p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93" name="Google Shape;893;p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02" name="Google Shape;902;p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11" name="Google Shape;911;p6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48" name="Google Shape;948;p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61" name="Google Shape;961;p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70" name="Google Shape;970;p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84" name="Google Shape;984;p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93" name="Google Shape;993;p6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11" name="Google Shape;1011;p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21" name="Google Shape;1021;p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31" name="Google Shape;1031;p6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42" name="Google Shape;1042;p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59" name="Google Shape;1059;p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74" name="Google Shape;1074;p7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83" name="Google Shape;1083;p7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tiff"/><Relationship Id="rId5" Type="http://schemas.openxmlformats.org/officeDocument/2006/relationships/image" Target="../media/image7.svg"/><Relationship Id="rId10" Type="http://schemas.openxmlformats.org/officeDocument/2006/relationships/image" Target="../media/image11.svg"/><Relationship Id="rId4" Type="http://schemas.openxmlformats.org/officeDocument/2006/relationships/image" Target="../media/image6.png"/><Relationship Id="rId9"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912E74-8957-4046-8937-1199D0665174}" type="slidenum">
              <a:rPr lang="en-US" smtClean="0"/>
              <a:pPr/>
              <a:t>‹#›</a:t>
            </a:fld>
            <a:endParaRPr lang="en-US" dirty="0"/>
          </a:p>
        </p:txBody>
      </p:sp>
      <p:pic>
        <p:nvPicPr>
          <p:cNvPr id="7" name="Picture 6">
            <a:extLst>
              <a:ext uri="{FF2B5EF4-FFF2-40B4-BE49-F238E27FC236}">
                <a16:creationId xmlns:a16="http://schemas.microsoft.com/office/drawing/2014/main" id="{9A6B0B4B-BC05-F069-308A-CF9CE0898A3E}"/>
              </a:ext>
            </a:extLst>
          </p:cNvPr>
          <p:cNvPicPr>
            <a:picLocks noChangeAspect="1"/>
          </p:cNvPicPr>
          <p:nvPr userDrawn="1"/>
        </p:nvPicPr>
        <p:blipFill>
          <a:blip r:embed="rId2">
            <a:alphaModFix amt="99000"/>
          </a:blip>
          <a:stretch>
            <a:fillRect/>
          </a:stretch>
        </p:blipFill>
        <p:spPr>
          <a:xfrm rot="10800000" flipV="1">
            <a:off x="5073" y="1271"/>
            <a:ext cx="9055360" cy="3109189"/>
          </a:xfrm>
          <a:prstGeom prst="rect">
            <a:avLst/>
          </a:prstGeom>
        </p:spPr>
      </p:pic>
      <p:pic>
        <p:nvPicPr>
          <p:cNvPr id="8" name="Picture 7">
            <a:extLst>
              <a:ext uri="{FF2B5EF4-FFF2-40B4-BE49-F238E27FC236}">
                <a16:creationId xmlns:a16="http://schemas.microsoft.com/office/drawing/2014/main" id="{C218EC17-C2A5-3CC4-201E-BBC6A65B0BC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9" name="Group 8">
            <a:extLst>
              <a:ext uri="{FF2B5EF4-FFF2-40B4-BE49-F238E27FC236}">
                <a16:creationId xmlns:a16="http://schemas.microsoft.com/office/drawing/2014/main" id="{BB56D67D-4497-5379-1DF1-9E025368A7DF}"/>
              </a:ext>
            </a:extLst>
          </p:cNvPr>
          <p:cNvGrpSpPr/>
          <p:nvPr userDrawn="1"/>
        </p:nvGrpSpPr>
        <p:grpSpPr>
          <a:xfrm>
            <a:off x="0" y="336866"/>
            <a:ext cx="628650" cy="390908"/>
            <a:chOff x="0" y="585597"/>
            <a:chExt cx="838200" cy="390908"/>
          </a:xfrm>
        </p:grpSpPr>
        <p:sp>
          <p:nvSpPr>
            <p:cNvPr id="10" name="Rectangle 9">
              <a:extLst>
                <a:ext uri="{FF2B5EF4-FFF2-40B4-BE49-F238E27FC236}">
                  <a16:creationId xmlns:a16="http://schemas.microsoft.com/office/drawing/2014/main" id="{753CC86A-7192-E514-E725-BC4767D567D1}"/>
                </a:ext>
              </a:extLst>
            </p:cNvPr>
            <p:cNvSpPr/>
            <p:nvPr userDrawn="1"/>
          </p:nvSpPr>
          <p:spPr>
            <a:xfrm>
              <a:off x="0" y="585598"/>
              <a:ext cx="624901"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Right Triangle 10">
              <a:extLst>
                <a:ext uri="{FF2B5EF4-FFF2-40B4-BE49-F238E27FC236}">
                  <a16:creationId xmlns:a16="http://schemas.microsoft.com/office/drawing/2014/main" id="{13DAC4A5-7685-AF9C-7A1C-694E96290348}"/>
                </a:ext>
              </a:extLst>
            </p:cNvPr>
            <p:cNvSpPr/>
            <p:nvPr userDrawn="1"/>
          </p:nvSpPr>
          <p:spPr>
            <a:xfrm flipV="1">
              <a:off x="624901" y="585597"/>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2" name="Group 11">
            <a:extLst>
              <a:ext uri="{FF2B5EF4-FFF2-40B4-BE49-F238E27FC236}">
                <a16:creationId xmlns:a16="http://schemas.microsoft.com/office/drawing/2014/main" id="{5E17D1CE-F55D-C30D-1170-C99D2F88BB3A}"/>
              </a:ext>
            </a:extLst>
          </p:cNvPr>
          <p:cNvGrpSpPr/>
          <p:nvPr userDrawn="1"/>
        </p:nvGrpSpPr>
        <p:grpSpPr>
          <a:xfrm>
            <a:off x="8936250" y="4900066"/>
            <a:ext cx="219291" cy="1456285"/>
            <a:chOff x="-22867" y="4982614"/>
            <a:chExt cx="292388" cy="1456285"/>
          </a:xfrm>
        </p:grpSpPr>
        <p:sp>
          <p:nvSpPr>
            <p:cNvPr id="13" name="Rectangle 12">
              <a:extLst>
                <a:ext uri="{FF2B5EF4-FFF2-40B4-BE49-F238E27FC236}">
                  <a16:creationId xmlns:a16="http://schemas.microsoft.com/office/drawing/2014/main" id="{94E84CC1-5B15-9C07-4C24-F5A58A3FC55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extBox 13">
              <a:extLst>
                <a:ext uri="{FF2B5EF4-FFF2-40B4-BE49-F238E27FC236}">
                  <a16:creationId xmlns:a16="http://schemas.microsoft.com/office/drawing/2014/main" id="{3A1A2A61-ED23-070D-FF9B-D59CBE5E0CD3}"/>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658331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912E74-8957-4046-8937-1199D0665174}" type="slidenum">
              <a:rPr lang="en-US" smtClean="0"/>
              <a:t>‹#›</a:t>
            </a:fld>
            <a:endParaRPr lang="en-US"/>
          </a:p>
        </p:txBody>
      </p:sp>
      <p:pic>
        <p:nvPicPr>
          <p:cNvPr id="7" name="Picture 6">
            <a:extLst>
              <a:ext uri="{FF2B5EF4-FFF2-40B4-BE49-F238E27FC236}">
                <a16:creationId xmlns:a16="http://schemas.microsoft.com/office/drawing/2014/main" id="{495E53B3-2309-2C0C-C967-B120F422A754}"/>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sp>
        <p:nvSpPr>
          <p:cNvPr id="8" name="Rectangle 7">
            <a:extLst>
              <a:ext uri="{FF2B5EF4-FFF2-40B4-BE49-F238E27FC236}">
                <a16:creationId xmlns:a16="http://schemas.microsoft.com/office/drawing/2014/main" id="{12A8941E-878A-3E7D-B933-AEB61B23D17D}"/>
              </a:ext>
            </a:extLst>
          </p:cNvPr>
          <p:cNvSpPr/>
          <p:nvPr userDrawn="1"/>
        </p:nvSpPr>
        <p:spPr>
          <a:xfrm>
            <a:off x="2920816" y="21432"/>
            <a:ext cx="3345126" cy="2565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 name="Picture 8">
            <a:extLst>
              <a:ext uri="{FF2B5EF4-FFF2-40B4-BE49-F238E27FC236}">
                <a16:creationId xmlns:a16="http://schemas.microsoft.com/office/drawing/2014/main" id="{2DD2951F-1A2B-C55A-029A-FE20769B54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sp>
        <p:nvSpPr>
          <p:cNvPr id="10" name="Rectangle 9">
            <a:extLst>
              <a:ext uri="{FF2B5EF4-FFF2-40B4-BE49-F238E27FC236}">
                <a16:creationId xmlns:a16="http://schemas.microsoft.com/office/drawing/2014/main" id="{55A51AEA-5AF6-303E-B8D1-0D4230D7E94E}"/>
              </a:ext>
            </a:extLst>
          </p:cNvPr>
          <p:cNvSpPr/>
          <p:nvPr userDrawn="1"/>
        </p:nvSpPr>
        <p:spPr>
          <a:xfrm>
            <a:off x="-1" y="6808663"/>
            <a:ext cx="9186760" cy="10897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1" name="Group 10">
            <a:extLst>
              <a:ext uri="{FF2B5EF4-FFF2-40B4-BE49-F238E27FC236}">
                <a16:creationId xmlns:a16="http://schemas.microsoft.com/office/drawing/2014/main" id="{D47AAF0B-D9D5-00AB-3089-218D59428AB1}"/>
              </a:ext>
            </a:extLst>
          </p:cNvPr>
          <p:cNvGrpSpPr/>
          <p:nvPr userDrawn="1"/>
        </p:nvGrpSpPr>
        <p:grpSpPr>
          <a:xfrm>
            <a:off x="8936250" y="4900066"/>
            <a:ext cx="219291" cy="1456285"/>
            <a:chOff x="-22867" y="4982614"/>
            <a:chExt cx="292388" cy="1456285"/>
          </a:xfrm>
        </p:grpSpPr>
        <p:sp>
          <p:nvSpPr>
            <p:cNvPr id="12" name="Rectangle 11">
              <a:extLst>
                <a:ext uri="{FF2B5EF4-FFF2-40B4-BE49-F238E27FC236}">
                  <a16:creationId xmlns:a16="http://schemas.microsoft.com/office/drawing/2014/main" id="{A25F1A1B-C77F-A915-C667-5B6C7332DF6D}"/>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a:extLst>
                <a:ext uri="{FF2B5EF4-FFF2-40B4-BE49-F238E27FC236}">
                  <a16:creationId xmlns:a16="http://schemas.microsoft.com/office/drawing/2014/main" id="{256B0045-683E-F374-F906-EF41E02340B2}"/>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882265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912E74-8957-4046-8937-1199D0665174}" type="slidenum">
              <a:rPr lang="en-US" smtClean="0"/>
              <a:t>‹#›</a:t>
            </a:fld>
            <a:endParaRPr lang="en-US"/>
          </a:p>
        </p:txBody>
      </p:sp>
      <p:pic>
        <p:nvPicPr>
          <p:cNvPr id="7" name="Picture 6">
            <a:extLst>
              <a:ext uri="{FF2B5EF4-FFF2-40B4-BE49-F238E27FC236}">
                <a16:creationId xmlns:a16="http://schemas.microsoft.com/office/drawing/2014/main" id="{AD9448F9-E83E-3CA9-E7A4-9ECE4348D05C}"/>
              </a:ext>
            </a:extLst>
          </p:cNvPr>
          <p:cNvPicPr>
            <a:picLocks noChangeAspect="1"/>
          </p:cNvPicPr>
          <p:nvPr userDrawn="1"/>
        </p:nvPicPr>
        <p:blipFill>
          <a:blip r:embed="rId2">
            <a:alphaModFix amt="99000"/>
          </a:blip>
          <a:stretch>
            <a:fillRect/>
          </a:stretch>
        </p:blipFill>
        <p:spPr>
          <a:xfrm rot="10800000" flipV="1">
            <a:off x="5073" y="1271"/>
            <a:ext cx="9055360" cy="3109189"/>
          </a:xfrm>
          <a:prstGeom prst="rect">
            <a:avLst/>
          </a:prstGeom>
        </p:spPr>
      </p:pic>
      <p:grpSp>
        <p:nvGrpSpPr>
          <p:cNvPr id="8" name="Group 7">
            <a:extLst>
              <a:ext uri="{FF2B5EF4-FFF2-40B4-BE49-F238E27FC236}">
                <a16:creationId xmlns:a16="http://schemas.microsoft.com/office/drawing/2014/main" id="{A718E676-9969-1F60-96F3-7448BDDFA3AC}"/>
              </a:ext>
            </a:extLst>
          </p:cNvPr>
          <p:cNvGrpSpPr/>
          <p:nvPr userDrawn="1"/>
        </p:nvGrpSpPr>
        <p:grpSpPr>
          <a:xfrm>
            <a:off x="0" y="6438899"/>
            <a:ext cx="3319088" cy="419100"/>
            <a:chOff x="0" y="6438899"/>
            <a:chExt cx="4425450" cy="419100"/>
          </a:xfrm>
        </p:grpSpPr>
        <p:sp>
          <p:nvSpPr>
            <p:cNvPr id="9" name="Rectangle 8">
              <a:extLst>
                <a:ext uri="{FF2B5EF4-FFF2-40B4-BE49-F238E27FC236}">
                  <a16:creationId xmlns:a16="http://schemas.microsoft.com/office/drawing/2014/main" id="{AE64ECE5-3B8E-77E2-4B8D-BB0AD40C201B}"/>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ight Triangle 9">
              <a:extLst>
                <a:ext uri="{FF2B5EF4-FFF2-40B4-BE49-F238E27FC236}">
                  <a16:creationId xmlns:a16="http://schemas.microsoft.com/office/drawing/2014/main" id="{A36602EA-EC1A-3A35-3A95-A0FCD987D84D}"/>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pic>
        <p:nvPicPr>
          <p:cNvPr id="11" name="Picture 10">
            <a:extLst>
              <a:ext uri="{FF2B5EF4-FFF2-40B4-BE49-F238E27FC236}">
                <a16:creationId xmlns:a16="http://schemas.microsoft.com/office/drawing/2014/main" id="{5731C0BE-A8C7-AF0F-80E1-BD11C8950E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12" name="Group 11">
            <a:extLst>
              <a:ext uri="{FF2B5EF4-FFF2-40B4-BE49-F238E27FC236}">
                <a16:creationId xmlns:a16="http://schemas.microsoft.com/office/drawing/2014/main" id="{966C76B2-1DC8-0C1F-F6C7-CD2C496FF19D}"/>
              </a:ext>
            </a:extLst>
          </p:cNvPr>
          <p:cNvGrpSpPr/>
          <p:nvPr userDrawn="1"/>
        </p:nvGrpSpPr>
        <p:grpSpPr>
          <a:xfrm>
            <a:off x="0" y="0"/>
            <a:ext cx="1601261" cy="390908"/>
            <a:chOff x="0" y="0"/>
            <a:chExt cx="2135014" cy="390908"/>
          </a:xfrm>
        </p:grpSpPr>
        <p:sp>
          <p:nvSpPr>
            <p:cNvPr id="13" name="Rectangle 12">
              <a:extLst>
                <a:ext uri="{FF2B5EF4-FFF2-40B4-BE49-F238E27FC236}">
                  <a16:creationId xmlns:a16="http://schemas.microsoft.com/office/drawing/2014/main" id="{C2DB049F-A486-34CE-EBEA-8998639DC234}"/>
                </a:ext>
              </a:extLst>
            </p:cNvPr>
            <p:cNvSpPr/>
            <p:nvPr userDrawn="1"/>
          </p:nvSpPr>
          <p:spPr>
            <a:xfrm>
              <a:off x="0" y="1"/>
              <a:ext cx="1921715"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ight Triangle 13">
              <a:extLst>
                <a:ext uri="{FF2B5EF4-FFF2-40B4-BE49-F238E27FC236}">
                  <a16:creationId xmlns:a16="http://schemas.microsoft.com/office/drawing/2014/main" id="{6026D243-E711-96A5-B6FC-D25C799BCB04}"/>
                </a:ext>
              </a:extLst>
            </p:cNvPr>
            <p:cNvSpPr/>
            <p:nvPr userDrawn="1"/>
          </p:nvSpPr>
          <p:spPr>
            <a:xfrm flipV="1">
              <a:off x="1921715" y="0"/>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5" name="Group 14">
            <a:extLst>
              <a:ext uri="{FF2B5EF4-FFF2-40B4-BE49-F238E27FC236}">
                <a16:creationId xmlns:a16="http://schemas.microsoft.com/office/drawing/2014/main" id="{119402DC-8414-B782-14B4-A0EBCB830A66}"/>
              </a:ext>
            </a:extLst>
          </p:cNvPr>
          <p:cNvGrpSpPr/>
          <p:nvPr userDrawn="1"/>
        </p:nvGrpSpPr>
        <p:grpSpPr>
          <a:xfrm>
            <a:off x="8936250" y="4900066"/>
            <a:ext cx="219291" cy="1456285"/>
            <a:chOff x="-22867" y="4982614"/>
            <a:chExt cx="292388" cy="1456285"/>
          </a:xfrm>
        </p:grpSpPr>
        <p:sp>
          <p:nvSpPr>
            <p:cNvPr id="16" name="Rectangle 15">
              <a:extLst>
                <a:ext uri="{FF2B5EF4-FFF2-40B4-BE49-F238E27FC236}">
                  <a16:creationId xmlns:a16="http://schemas.microsoft.com/office/drawing/2014/main" id="{08078A44-238C-EB90-0934-0A2D1E5BF81D}"/>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D4D20D91-5275-06DB-3F4C-0B6A7CCF8AFD}"/>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690718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C94D4E92-F652-43BC-353C-BFC8F14D727A}"/>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sp>
        <p:nvSpPr>
          <p:cNvPr id="9" name="Rectangle 8">
            <a:extLst>
              <a:ext uri="{FF2B5EF4-FFF2-40B4-BE49-F238E27FC236}">
                <a16:creationId xmlns:a16="http://schemas.microsoft.com/office/drawing/2014/main" id="{516B76C9-D126-1291-18B1-EA28FC240104}"/>
              </a:ext>
            </a:extLst>
          </p:cNvPr>
          <p:cNvSpPr/>
          <p:nvPr userDrawn="1"/>
        </p:nvSpPr>
        <p:spPr>
          <a:xfrm>
            <a:off x="-28575" y="1690688"/>
            <a:ext cx="9172575" cy="5167312"/>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a:extLst>
              <a:ext uri="{FF2B5EF4-FFF2-40B4-BE49-F238E27FC236}">
                <a16:creationId xmlns:a16="http://schemas.microsoft.com/office/drawing/2014/main" id="{D07E1F1A-D116-ED3C-A829-E17F9AC631E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11" name="Group 10">
            <a:extLst>
              <a:ext uri="{FF2B5EF4-FFF2-40B4-BE49-F238E27FC236}">
                <a16:creationId xmlns:a16="http://schemas.microsoft.com/office/drawing/2014/main" id="{E316DD72-0C18-9DDC-03AA-B1378086F226}"/>
              </a:ext>
            </a:extLst>
          </p:cNvPr>
          <p:cNvGrpSpPr/>
          <p:nvPr userDrawn="1"/>
        </p:nvGrpSpPr>
        <p:grpSpPr>
          <a:xfrm>
            <a:off x="8936250" y="4900066"/>
            <a:ext cx="219291" cy="1456285"/>
            <a:chOff x="-22867" y="4982614"/>
            <a:chExt cx="292388" cy="1456285"/>
          </a:xfrm>
        </p:grpSpPr>
        <p:sp>
          <p:nvSpPr>
            <p:cNvPr id="12" name="Rectangle 11">
              <a:extLst>
                <a:ext uri="{FF2B5EF4-FFF2-40B4-BE49-F238E27FC236}">
                  <a16:creationId xmlns:a16="http://schemas.microsoft.com/office/drawing/2014/main" id="{5E8C2E3B-F6D8-38F0-B56B-EFBE314443E4}"/>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a:extLst>
                <a:ext uri="{FF2B5EF4-FFF2-40B4-BE49-F238E27FC236}">
                  <a16:creationId xmlns:a16="http://schemas.microsoft.com/office/drawing/2014/main" id="{96A2FD0B-80EB-8E2D-B8C7-2C6777D5E405}"/>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476940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B77D95B2-E614-77B3-4BF3-9885C7DE454E}"/>
              </a:ext>
            </a:extLst>
          </p:cNvPr>
          <p:cNvPicPr>
            <a:picLocks noChangeAspect="1"/>
          </p:cNvPicPr>
          <p:nvPr userDrawn="1"/>
        </p:nvPicPr>
        <p:blipFill>
          <a:blip r:embed="rId2">
            <a:alphaModFix amt="99000"/>
          </a:blip>
          <a:stretch>
            <a:fillRect/>
          </a:stretch>
        </p:blipFill>
        <p:spPr>
          <a:xfrm rot="10800000" flipV="1">
            <a:off x="5073" y="1271"/>
            <a:ext cx="9055360" cy="3109189"/>
          </a:xfrm>
          <a:prstGeom prst="rect">
            <a:avLst/>
          </a:prstGeom>
        </p:spPr>
      </p:pic>
      <p:pic>
        <p:nvPicPr>
          <p:cNvPr id="11" name="Picture 10">
            <a:extLst>
              <a:ext uri="{FF2B5EF4-FFF2-40B4-BE49-F238E27FC236}">
                <a16:creationId xmlns:a16="http://schemas.microsoft.com/office/drawing/2014/main" id="{65599A14-565C-6D40-2E3C-8728A7E28A0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sp>
        <p:nvSpPr>
          <p:cNvPr id="12" name="Rectangle 11">
            <a:extLst>
              <a:ext uri="{FF2B5EF4-FFF2-40B4-BE49-F238E27FC236}">
                <a16:creationId xmlns:a16="http://schemas.microsoft.com/office/drawing/2014/main" id="{48410E57-F87D-5097-037F-D39119181ED1}"/>
              </a:ext>
            </a:extLst>
          </p:cNvPr>
          <p:cNvSpPr/>
          <p:nvPr userDrawn="1"/>
        </p:nvSpPr>
        <p:spPr>
          <a:xfrm>
            <a:off x="5074" y="342266"/>
            <a:ext cx="7702229" cy="4571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3" name="Group 12">
            <a:extLst>
              <a:ext uri="{FF2B5EF4-FFF2-40B4-BE49-F238E27FC236}">
                <a16:creationId xmlns:a16="http://schemas.microsoft.com/office/drawing/2014/main" id="{3863F3E3-AA89-2623-B433-07306FB52145}"/>
              </a:ext>
            </a:extLst>
          </p:cNvPr>
          <p:cNvGrpSpPr/>
          <p:nvPr userDrawn="1"/>
        </p:nvGrpSpPr>
        <p:grpSpPr>
          <a:xfrm>
            <a:off x="8936250" y="4900066"/>
            <a:ext cx="219291" cy="1456285"/>
            <a:chOff x="-22867" y="4982614"/>
            <a:chExt cx="292388" cy="1456285"/>
          </a:xfrm>
        </p:grpSpPr>
        <p:sp>
          <p:nvSpPr>
            <p:cNvPr id="14" name="Rectangle 13">
              <a:extLst>
                <a:ext uri="{FF2B5EF4-FFF2-40B4-BE49-F238E27FC236}">
                  <a16:creationId xmlns:a16="http://schemas.microsoft.com/office/drawing/2014/main" id="{F1643A54-3EA1-CB08-6D75-4DD1B81C8346}"/>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TextBox 14">
              <a:extLst>
                <a:ext uri="{FF2B5EF4-FFF2-40B4-BE49-F238E27FC236}">
                  <a16:creationId xmlns:a16="http://schemas.microsoft.com/office/drawing/2014/main" id="{1CF5C3F7-9593-968D-84F5-A4C9313842DF}"/>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954705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912E74-8957-4046-8937-1199D0665174}" type="slidenum">
              <a:rPr lang="en-US" smtClean="0"/>
              <a:t>‹#›</a:t>
            </a:fld>
            <a:endParaRPr lang="en-US"/>
          </a:p>
        </p:txBody>
      </p:sp>
      <p:pic>
        <p:nvPicPr>
          <p:cNvPr id="6" name="Picture 5">
            <a:extLst>
              <a:ext uri="{FF2B5EF4-FFF2-40B4-BE49-F238E27FC236}">
                <a16:creationId xmlns:a16="http://schemas.microsoft.com/office/drawing/2014/main" id="{F83E5801-1E52-3B32-D36B-D3D99AD29717}"/>
              </a:ext>
            </a:extLst>
          </p:cNvPr>
          <p:cNvPicPr>
            <a:picLocks noChangeAspect="1"/>
          </p:cNvPicPr>
          <p:nvPr userDrawn="1"/>
        </p:nvPicPr>
        <p:blipFill>
          <a:blip r:embed="rId2">
            <a:alphaModFix amt="99000"/>
          </a:blip>
          <a:stretch>
            <a:fillRect/>
          </a:stretch>
        </p:blipFill>
        <p:spPr>
          <a:xfrm rot="10800000" flipV="1">
            <a:off x="5073" y="1271"/>
            <a:ext cx="9055360" cy="3109189"/>
          </a:xfrm>
          <a:prstGeom prst="rect">
            <a:avLst/>
          </a:prstGeom>
        </p:spPr>
      </p:pic>
      <p:grpSp>
        <p:nvGrpSpPr>
          <p:cNvPr id="7" name="Group 6">
            <a:extLst>
              <a:ext uri="{FF2B5EF4-FFF2-40B4-BE49-F238E27FC236}">
                <a16:creationId xmlns:a16="http://schemas.microsoft.com/office/drawing/2014/main" id="{C348FABE-4AF0-757C-5CB2-3BD73CAB3F8E}"/>
              </a:ext>
            </a:extLst>
          </p:cNvPr>
          <p:cNvGrpSpPr/>
          <p:nvPr userDrawn="1"/>
        </p:nvGrpSpPr>
        <p:grpSpPr>
          <a:xfrm flipH="1">
            <a:off x="6672360" y="6438900"/>
            <a:ext cx="2471641" cy="419101"/>
            <a:chOff x="0" y="6438899"/>
            <a:chExt cx="4425450" cy="419100"/>
          </a:xfrm>
        </p:grpSpPr>
        <p:sp>
          <p:nvSpPr>
            <p:cNvPr id="8" name="Rectangle 7">
              <a:extLst>
                <a:ext uri="{FF2B5EF4-FFF2-40B4-BE49-F238E27FC236}">
                  <a16:creationId xmlns:a16="http://schemas.microsoft.com/office/drawing/2014/main" id="{915A030C-FFF3-F9CE-15C2-0808A57B39D0}"/>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 name="Right Triangle 8">
              <a:extLst>
                <a:ext uri="{FF2B5EF4-FFF2-40B4-BE49-F238E27FC236}">
                  <a16:creationId xmlns:a16="http://schemas.microsoft.com/office/drawing/2014/main" id="{69E73123-9BC6-81E5-3E76-2337BA5FBF69}"/>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pic>
        <p:nvPicPr>
          <p:cNvPr id="10" name="Picture 9">
            <a:extLst>
              <a:ext uri="{FF2B5EF4-FFF2-40B4-BE49-F238E27FC236}">
                <a16:creationId xmlns:a16="http://schemas.microsoft.com/office/drawing/2014/main" id="{362F8B8C-B618-7D2D-80BF-FC79F877EBB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11" name="Group 10">
            <a:extLst>
              <a:ext uri="{FF2B5EF4-FFF2-40B4-BE49-F238E27FC236}">
                <a16:creationId xmlns:a16="http://schemas.microsoft.com/office/drawing/2014/main" id="{C1C20AC3-5B7C-4178-CDF1-5F174318E151}"/>
              </a:ext>
            </a:extLst>
          </p:cNvPr>
          <p:cNvGrpSpPr/>
          <p:nvPr userDrawn="1"/>
        </p:nvGrpSpPr>
        <p:grpSpPr>
          <a:xfrm>
            <a:off x="8936250" y="4900066"/>
            <a:ext cx="219291" cy="1456285"/>
            <a:chOff x="-22867" y="4982614"/>
            <a:chExt cx="292388" cy="1456285"/>
          </a:xfrm>
        </p:grpSpPr>
        <p:sp>
          <p:nvSpPr>
            <p:cNvPr id="12" name="Rectangle 11">
              <a:extLst>
                <a:ext uri="{FF2B5EF4-FFF2-40B4-BE49-F238E27FC236}">
                  <a16:creationId xmlns:a16="http://schemas.microsoft.com/office/drawing/2014/main" id="{BE362EEB-2412-A9AC-A17D-F1526974A403}"/>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a:extLst>
                <a:ext uri="{FF2B5EF4-FFF2-40B4-BE49-F238E27FC236}">
                  <a16:creationId xmlns:a16="http://schemas.microsoft.com/office/drawing/2014/main" id="{E301CC39-F722-C585-8B5A-C8EF5629EEC6}"/>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744283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912E74-8957-4046-8937-1199D0665174}" type="slidenum">
              <a:rPr lang="en-US" smtClean="0"/>
              <a:t>‹#›</a:t>
            </a:fld>
            <a:endParaRPr lang="en-US"/>
          </a:p>
        </p:txBody>
      </p:sp>
      <p:pic>
        <p:nvPicPr>
          <p:cNvPr id="5" name="Picture 4">
            <a:extLst>
              <a:ext uri="{FF2B5EF4-FFF2-40B4-BE49-F238E27FC236}">
                <a16:creationId xmlns:a16="http://schemas.microsoft.com/office/drawing/2014/main" id="{65BEB601-C044-43A6-BE68-4B326C788039}"/>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pic>
        <p:nvPicPr>
          <p:cNvPr id="6" name="Picture 5">
            <a:extLst>
              <a:ext uri="{FF2B5EF4-FFF2-40B4-BE49-F238E27FC236}">
                <a16:creationId xmlns:a16="http://schemas.microsoft.com/office/drawing/2014/main" id="{BD05C64A-3566-5E04-F0E8-BF1A62D05AE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7" name="Group 6">
            <a:extLst>
              <a:ext uri="{FF2B5EF4-FFF2-40B4-BE49-F238E27FC236}">
                <a16:creationId xmlns:a16="http://schemas.microsoft.com/office/drawing/2014/main" id="{1E134594-5FE4-B65A-9976-A4773E2D01BE}"/>
              </a:ext>
            </a:extLst>
          </p:cNvPr>
          <p:cNvGrpSpPr/>
          <p:nvPr userDrawn="1"/>
        </p:nvGrpSpPr>
        <p:grpSpPr>
          <a:xfrm>
            <a:off x="8936250" y="4900066"/>
            <a:ext cx="219291" cy="1456285"/>
            <a:chOff x="-22867" y="4982614"/>
            <a:chExt cx="292388" cy="1456285"/>
          </a:xfrm>
        </p:grpSpPr>
        <p:sp>
          <p:nvSpPr>
            <p:cNvPr id="8" name="Rectangle 7">
              <a:extLst>
                <a:ext uri="{FF2B5EF4-FFF2-40B4-BE49-F238E27FC236}">
                  <a16:creationId xmlns:a16="http://schemas.microsoft.com/office/drawing/2014/main" id="{76C75A34-D1B9-DE87-DFA4-8BBDFA763AB5}"/>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F954FFDE-0EB7-1419-45B2-8545F9EAF6C3}"/>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500341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5B1A6063-2033-CFE7-6E2C-0B6304FC7F57}"/>
              </a:ext>
            </a:extLst>
          </p:cNvPr>
          <p:cNvPicPr>
            <a:picLocks noChangeAspect="1"/>
          </p:cNvPicPr>
          <p:nvPr userDrawn="1"/>
        </p:nvPicPr>
        <p:blipFill>
          <a:blip r:embed="rId2"/>
          <a:stretch>
            <a:fillRect/>
          </a:stretch>
        </p:blipFill>
        <p:spPr>
          <a:xfrm rot="10800000" flipV="1">
            <a:off x="3534946" y="1270"/>
            <a:ext cx="5334040" cy="1831461"/>
          </a:xfrm>
          <a:prstGeom prst="rect">
            <a:avLst/>
          </a:prstGeom>
        </p:spPr>
      </p:pic>
      <p:sp>
        <p:nvSpPr>
          <p:cNvPr id="9" name="Rectangle 8">
            <a:extLst>
              <a:ext uri="{FF2B5EF4-FFF2-40B4-BE49-F238E27FC236}">
                <a16:creationId xmlns:a16="http://schemas.microsoft.com/office/drawing/2014/main" id="{3642DA05-9437-6E63-B8A7-7B2BB36D18FB}"/>
              </a:ext>
            </a:extLst>
          </p:cNvPr>
          <p:cNvSpPr/>
          <p:nvPr userDrawn="1"/>
        </p:nvSpPr>
        <p:spPr>
          <a:xfrm>
            <a:off x="-28574" y="0"/>
            <a:ext cx="3573066"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a:extLst>
              <a:ext uri="{FF2B5EF4-FFF2-40B4-BE49-F238E27FC236}">
                <a16:creationId xmlns:a16="http://schemas.microsoft.com/office/drawing/2014/main" id="{E73D92E6-BE2B-D3AB-BB18-B91E2A8E0B1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sp>
        <p:nvSpPr>
          <p:cNvPr id="11" name="Rectangle 10">
            <a:extLst>
              <a:ext uri="{FF2B5EF4-FFF2-40B4-BE49-F238E27FC236}">
                <a16:creationId xmlns:a16="http://schemas.microsoft.com/office/drawing/2014/main" id="{404B4CF9-8E5E-B37C-05A6-4C8F18C1D6C5}"/>
              </a:ext>
            </a:extLst>
          </p:cNvPr>
          <p:cNvSpPr/>
          <p:nvPr userDrawn="1"/>
        </p:nvSpPr>
        <p:spPr>
          <a:xfrm rot="5400000">
            <a:off x="135965" y="3406639"/>
            <a:ext cx="6858000" cy="4472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2" name="Group 11">
            <a:extLst>
              <a:ext uri="{FF2B5EF4-FFF2-40B4-BE49-F238E27FC236}">
                <a16:creationId xmlns:a16="http://schemas.microsoft.com/office/drawing/2014/main" id="{2F684C76-694D-8923-8266-69B5725998D9}"/>
              </a:ext>
            </a:extLst>
          </p:cNvPr>
          <p:cNvGrpSpPr/>
          <p:nvPr userDrawn="1"/>
        </p:nvGrpSpPr>
        <p:grpSpPr>
          <a:xfrm>
            <a:off x="8936250" y="4900066"/>
            <a:ext cx="219291" cy="1456285"/>
            <a:chOff x="-22867" y="4982614"/>
            <a:chExt cx="292388" cy="1456285"/>
          </a:xfrm>
        </p:grpSpPr>
        <p:sp>
          <p:nvSpPr>
            <p:cNvPr id="13" name="Rectangle 12">
              <a:extLst>
                <a:ext uri="{FF2B5EF4-FFF2-40B4-BE49-F238E27FC236}">
                  <a16:creationId xmlns:a16="http://schemas.microsoft.com/office/drawing/2014/main" id="{BAAE5196-2FF7-1B68-45C1-97776FBE38D3}"/>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extBox 13">
              <a:extLst>
                <a:ext uri="{FF2B5EF4-FFF2-40B4-BE49-F238E27FC236}">
                  <a16:creationId xmlns:a16="http://schemas.microsoft.com/office/drawing/2014/main" id="{C7A382C1-1733-80DB-7E3D-0C07422C0B8C}"/>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576830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115028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771164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2501288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A77FC49-908E-7282-71D1-FF9B45CC794D}"/>
              </a:ext>
            </a:extLst>
          </p:cNvPr>
          <p:cNvPicPr>
            <a:picLocks noChangeAspect="1"/>
          </p:cNvPicPr>
          <p:nvPr userDrawn="1"/>
        </p:nvPicPr>
        <p:blipFill>
          <a:blip r:embed="rId2">
            <a:alphaModFix amt="34000"/>
            <a:extLst>
              <a:ext uri="{28A0092B-C50C-407E-A947-70E740481C1C}">
                <a14:useLocalDpi xmlns:a14="http://schemas.microsoft.com/office/drawing/2010/main" val="0"/>
              </a:ext>
            </a:extLst>
          </a:blip>
          <a:stretch>
            <a:fillRect/>
          </a:stretch>
        </p:blipFill>
        <p:spPr>
          <a:xfrm rot="16200000">
            <a:off x="211027" y="-211028"/>
            <a:ext cx="6880030" cy="7302083"/>
          </a:xfrm>
          <a:prstGeom prst="rect">
            <a:avLst/>
          </a:prstGeom>
        </p:spPr>
      </p:pic>
      <p:pic>
        <p:nvPicPr>
          <p:cNvPr id="11" name="Picture 10">
            <a:extLst>
              <a:ext uri="{FF2B5EF4-FFF2-40B4-BE49-F238E27FC236}">
                <a16:creationId xmlns:a16="http://schemas.microsoft.com/office/drawing/2014/main" id="{B9FB5ACA-D821-A539-94D6-EEC7337F3AF1}"/>
              </a:ext>
            </a:extLst>
          </p:cNvPr>
          <p:cNvPicPr>
            <a:picLocks noChangeAspect="1"/>
          </p:cNvPicPr>
          <p:nvPr userDrawn="1"/>
        </p:nvPicPr>
        <p:blipFill>
          <a:blip r:embed="rId3">
            <a:alphaModFix amt="99000"/>
          </a:blip>
          <a:stretch>
            <a:fillRect/>
          </a:stretch>
        </p:blipFill>
        <p:spPr>
          <a:xfrm rot="10800000" flipV="1">
            <a:off x="44320" y="1"/>
            <a:ext cx="9055360" cy="3109189"/>
          </a:xfrm>
          <a:prstGeom prst="rect">
            <a:avLst/>
          </a:prstGeom>
        </p:spPr>
      </p:pic>
      <p:sp>
        <p:nvSpPr>
          <p:cNvPr id="3" name="Rectangle 2">
            <a:extLst>
              <a:ext uri="{FF2B5EF4-FFF2-40B4-BE49-F238E27FC236}">
                <a16:creationId xmlns:a16="http://schemas.microsoft.com/office/drawing/2014/main" id="{6500D8EF-2DF1-88B7-4784-92F60D932A2D}"/>
              </a:ext>
            </a:extLst>
          </p:cNvPr>
          <p:cNvSpPr/>
          <p:nvPr userDrawn="1"/>
        </p:nvSpPr>
        <p:spPr>
          <a:xfrm rot="5400000">
            <a:off x="4429545" y="2165578"/>
            <a:ext cx="284909" cy="9144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TextBox 3">
            <a:extLst>
              <a:ext uri="{FF2B5EF4-FFF2-40B4-BE49-F238E27FC236}">
                <a16:creationId xmlns:a16="http://schemas.microsoft.com/office/drawing/2014/main" id="{E7418E44-B184-3318-E83E-1ED0427C4C32}"/>
              </a:ext>
            </a:extLst>
          </p:cNvPr>
          <p:cNvSpPr txBox="1"/>
          <p:nvPr userDrawn="1"/>
        </p:nvSpPr>
        <p:spPr>
          <a:xfrm>
            <a:off x="4109523" y="6595122"/>
            <a:ext cx="1032976" cy="219291"/>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spTree>
    <p:extLst>
      <p:ext uri="{BB962C8B-B14F-4D97-AF65-F5344CB8AC3E}">
        <p14:creationId xmlns:p14="http://schemas.microsoft.com/office/powerpoint/2010/main" val="4111662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ayout20">
    <p:bg>
      <p:bgPr>
        <a:solidFill>
          <a:srgbClr val="4B473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1AA9A-AEC4-6046-A3F2-5369021A386F}"/>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EC475A35-BAA4-3243-952D-99C48B8346A8}"/>
              </a:ext>
            </a:extLst>
          </p:cNvPr>
          <p:cNvSpPr>
            <a:spLocks noGrp="1"/>
          </p:cNvSpPr>
          <p:nvPr>
            <p:ph type="sldNum" sz="quarter" idx="10"/>
          </p:nvPr>
        </p:nvSpPr>
        <p:spPr/>
        <p:txBody>
          <a:bodyPr/>
          <a:lstStyle/>
          <a:p>
            <a:pPr>
              <a:defRPr/>
            </a:pPr>
            <a:fld id="{3F781150-1FB5-914F-8F90-3BA38EB3A9B3}" type="slidenum">
              <a:rPr lang="en-US" smtClean="0"/>
              <a:pPr>
                <a:defRPr/>
              </a:pPr>
              <a:t>‹#›</a:t>
            </a:fld>
            <a:endParaRPr lang="en-US"/>
          </a:p>
        </p:txBody>
      </p:sp>
      <p:cxnSp>
        <p:nvCxnSpPr>
          <p:cNvPr id="8" name="Straight Connector 7">
            <a:extLst>
              <a:ext uri="{FF2B5EF4-FFF2-40B4-BE49-F238E27FC236}">
                <a16:creationId xmlns:a16="http://schemas.microsoft.com/office/drawing/2014/main" id="{74C836B4-5E2D-D94D-B92C-56626921C682}"/>
              </a:ext>
            </a:extLst>
          </p:cNvPr>
          <p:cNvCxnSpPr/>
          <p:nvPr userDrawn="1"/>
        </p:nvCxnSpPr>
        <p:spPr>
          <a:xfrm>
            <a:off x="-9525" y="101600"/>
            <a:ext cx="9144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7605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20C8336-6E97-19E8-88CA-FE902FF18424}"/>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940694A3-909C-4BC7-8684-CF6A8DF611A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EA586F0-1709-92BF-CEC8-7DFA93F8091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C7993728-E209-C557-FA87-A687A2439D90}"/>
              </a:ext>
            </a:extLst>
          </p:cNvPr>
          <p:cNvGrpSpPr/>
          <p:nvPr userDrawn="1"/>
        </p:nvGrpSpPr>
        <p:grpSpPr>
          <a:xfrm>
            <a:off x="0" y="0"/>
            <a:ext cx="3242592" cy="7438348"/>
            <a:chOff x="0" y="0"/>
            <a:chExt cx="4323456" cy="7438348"/>
          </a:xfrm>
        </p:grpSpPr>
        <p:pic>
          <p:nvPicPr>
            <p:cNvPr id="12" name="Graphic 11">
              <a:extLst>
                <a:ext uri="{FF2B5EF4-FFF2-40B4-BE49-F238E27FC236}">
                  <a16:creationId xmlns:a16="http://schemas.microsoft.com/office/drawing/2014/main" id="{C291997A-C196-DCDE-0EA0-51D4FDEDA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18649" cy="4463581"/>
            </a:xfrm>
            <a:prstGeom prst="rect">
              <a:avLst/>
            </a:prstGeom>
          </p:spPr>
        </p:pic>
        <p:sp>
          <p:nvSpPr>
            <p:cNvPr id="2" name="Parallelogram 1">
              <a:extLst>
                <a:ext uri="{FF2B5EF4-FFF2-40B4-BE49-F238E27FC236}">
                  <a16:creationId xmlns:a16="http://schemas.microsoft.com/office/drawing/2014/main" id="{14354985-0AB8-E860-28D0-17AD10E6B863}"/>
                </a:ext>
              </a:extLst>
            </p:cNvPr>
            <p:cNvSpPr/>
            <p:nvPr userDrawn="1"/>
          </p:nvSpPr>
          <p:spPr>
            <a:xfrm rot="8446488">
              <a:off x="1155879" y="3069975"/>
              <a:ext cx="2214654" cy="3120244"/>
            </a:xfrm>
            <a:prstGeom prst="parallelogram">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Parallelogram 5">
              <a:extLst>
                <a:ext uri="{FF2B5EF4-FFF2-40B4-BE49-F238E27FC236}">
                  <a16:creationId xmlns:a16="http://schemas.microsoft.com/office/drawing/2014/main" id="{9C95F9B9-2A5B-F93A-EA33-600D61519C46}"/>
                </a:ext>
              </a:extLst>
            </p:cNvPr>
            <p:cNvSpPr/>
            <p:nvPr userDrawn="1"/>
          </p:nvSpPr>
          <p:spPr>
            <a:xfrm rot="8446488">
              <a:off x="2539020" y="5497285"/>
              <a:ext cx="1784436" cy="1941063"/>
            </a:xfrm>
            <a:custGeom>
              <a:avLst/>
              <a:gdLst>
                <a:gd name="connsiteX0" fmla="*/ 0 w 2214654"/>
                <a:gd name="connsiteY0" fmla="*/ 3120244 h 3120244"/>
                <a:gd name="connsiteX1" fmla="*/ 553664 w 2214654"/>
                <a:gd name="connsiteY1" fmla="*/ 0 h 3120244"/>
                <a:gd name="connsiteX2" fmla="*/ 2214654 w 2214654"/>
                <a:gd name="connsiteY2" fmla="*/ 0 h 3120244"/>
                <a:gd name="connsiteX3" fmla="*/ 1660991 w 2214654"/>
                <a:gd name="connsiteY3" fmla="*/ 3120244 h 3120244"/>
                <a:gd name="connsiteX4" fmla="*/ 0 w 2214654"/>
                <a:gd name="connsiteY4" fmla="*/ 3120244 h 3120244"/>
                <a:gd name="connsiteX0" fmla="*/ 0 w 2214654"/>
                <a:gd name="connsiteY0" fmla="*/ 3120244 h 3120244"/>
                <a:gd name="connsiteX1" fmla="*/ 341522 w 2214654"/>
                <a:gd name="connsiteY1" fmla="*/ 1179181 h 3120244"/>
                <a:gd name="connsiteX2" fmla="*/ 2214654 w 2214654"/>
                <a:gd name="connsiteY2" fmla="*/ 0 h 3120244"/>
                <a:gd name="connsiteX3" fmla="*/ 1660991 w 2214654"/>
                <a:gd name="connsiteY3" fmla="*/ 3120244 h 3120244"/>
                <a:gd name="connsiteX4" fmla="*/ 0 w 2214654"/>
                <a:gd name="connsiteY4" fmla="*/ 3120244 h 3120244"/>
                <a:gd name="connsiteX0" fmla="*/ 0 w 1784436"/>
                <a:gd name="connsiteY0" fmla="*/ 1941063 h 1941063"/>
                <a:gd name="connsiteX1" fmla="*/ 341522 w 1784436"/>
                <a:gd name="connsiteY1" fmla="*/ 0 h 1941063"/>
                <a:gd name="connsiteX2" fmla="*/ 1784436 w 1784436"/>
                <a:gd name="connsiteY2" fmla="*/ 1205605 h 1941063"/>
                <a:gd name="connsiteX3" fmla="*/ 1660991 w 1784436"/>
                <a:gd name="connsiteY3" fmla="*/ 1941063 h 1941063"/>
                <a:gd name="connsiteX4" fmla="*/ 0 w 1784436"/>
                <a:gd name="connsiteY4" fmla="*/ 1941063 h 194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4436" h="1941063">
                  <a:moveTo>
                    <a:pt x="0" y="1941063"/>
                  </a:moveTo>
                  <a:lnTo>
                    <a:pt x="341522" y="0"/>
                  </a:lnTo>
                  <a:lnTo>
                    <a:pt x="1784436" y="1205605"/>
                  </a:lnTo>
                  <a:lnTo>
                    <a:pt x="1660991" y="1941063"/>
                  </a:lnTo>
                  <a:lnTo>
                    <a:pt x="0" y="1941063"/>
                  </a:lnTo>
                  <a:close/>
                </a:path>
              </a:pathLst>
            </a:cu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pic>
        <p:nvPicPr>
          <p:cNvPr id="15" name="Graphic 14">
            <a:extLst>
              <a:ext uri="{FF2B5EF4-FFF2-40B4-BE49-F238E27FC236}">
                <a16:creationId xmlns:a16="http://schemas.microsoft.com/office/drawing/2014/main" id="{0B5606AF-41C6-0137-32A8-807A0A5D0D4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594748" y="-1062392"/>
            <a:ext cx="1803810" cy="3385097"/>
          </a:xfrm>
          <a:prstGeom prst="rect">
            <a:avLst/>
          </a:prstGeom>
        </p:spPr>
      </p:pic>
      <p:pic>
        <p:nvPicPr>
          <p:cNvPr id="13" name="Picture 12">
            <a:extLst>
              <a:ext uri="{FF2B5EF4-FFF2-40B4-BE49-F238E27FC236}">
                <a16:creationId xmlns:a16="http://schemas.microsoft.com/office/drawing/2014/main" id="{9AF4D5AD-886B-F49D-187E-EF188BA5C869}"/>
              </a:ext>
            </a:extLst>
          </p:cNvPr>
          <p:cNvPicPr>
            <a:picLocks noChangeAspect="1"/>
          </p:cNvPicPr>
          <p:nvPr userDrawn="1"/>
        </p:nvPicPr>
        <p:blipFill>
          <a:blip r:embed="rId6">
            <a:alphaModFix amt="99000"/>
          </a:blip>
          <a:stretch>
            <a:fillRect/>
          </a:stretch>
        </p:blipFill>
        <p:spPr>
          <a:xfrm rot="5400000" flipV="1">
            <a:off x="-2832572" y="2842942"/>
            <a:ext cx="7046892" cy="1361011"/>
          </a:xfrm>
          <a:prstGeom prst="rect">
            <a:avLst/>
          </a:prstGeom>
        </p:spPr>
      </p:pic>
      <p:pic>
        <p:nvPicPr>
          <p:cNvPr id="16" name="Graphic 15">
            <a:extLst>
              <a:ext uri="{FF2B5EF4-FFF2-40B4-BE49-F238E27FC236}">
                <a16:creationId xmlns:a16="http://schemas.microsoft.com/office/drawing/2014/main" id="{ADB128DF-CD31-0CEB-4D7C-71A65806236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10800000">
            <a:off x="212409" y="3743463"/>
            <a:ext cx="1560526" cy="2978013"/>
          </a:xfrm>
          <a:prstGeom prst="rect">
            <a:avLst/>
          </a:prstGeom>
        </p:spPr>
      </p:pic>
      <p:pic>
        <p:nvPicPr>
          <p:cNvPr id="25" name="Graphic 24">
            <a:extLst>
              <a:ext uri="{FF2B5EF4-FFF2-40B4-BE49-F238E27FC236}">
                <a16:creationId xmlns:a16="http://schemas.microsoft.com/office/drawing/2014/main" id="{3FF214BE-EBD1-4C75-B559-2A68D3A7182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rot="5400000">
            <a:off x="1320140" y="6145600"/>
            <a:ext cx="419100" cy="592931"/>
          </a:xfrm>
          <a:prstGeom prst="rect">
            <a:avLst/>
          </a:prstGeom>
        </p:spPr>
      </p:pic>
    </p:spTree>
    <p:extLst>
      <p:ext uri="{BB962C8B-B14F-4D97-AF65-F5344CB8AC3E}">
        <p14:creationId xmlns:p14="http://schemas.microsoft.com/office/powerpoint/2010/main" val="8642491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E22F56BC-829B-3BC8-96F9-8B26B69F0FD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333" b="7973"/>
          <a:stretch/>
        </p:blipFill>
        <p:spPr>
          <a:xfrm>
            <a:off x="0" y="0"/>
            <a:ext cx="9144000" cy="6858000"/>
          </a:xfrm>
          <a:prstGeom prst="rect">
            <a:avLst/>
          </a:prstGeom>
        </p:spPr>
      </p:pic>
      <p:sp>
        <p:nvSpPr>
          <p:cNvPr id="34" name="Rectangle 33">
            <a:extLst>
              <a:ext uri="{FF2B5EF4-FFF2-40B4-BE49-F238E27FC236}">
                <a16:creationId xmlns:a16="http://schemas.microsoft.com/office/drawing/2014/main" id="{6D44EBC3-45F4-19C6-0AEB-16C907B4BCB5}"/>
              </a:ext>
            </a:extLst>
          </p:cNvPr>
          <p:cNvSpPr/>
          <p:nvPr userDrawn="1"/>
        </p:nvSpPr>
        <p:spPr>
          <a:xfrm>
            <a:off x="0" y="1"/>
            <a:ext cx="9144000" cy="6858000"/>
          </a:xfrm>
          <a:prstGeom prst="rect">
            <a:avLst/>
          </a:prstGeom>
          <a:gradFill flip="none" rotWithShape="1">
            <a:gsLst>
              <a:gs pos="12000">
                <a:srgbClr val="6C1D35">
                  <a:alpha val="68000"/>
                </a:srgbClr>
              </a:gs>
              <a:gs pos="77000">
                <a:schemeClr val="accent1">
                  <a:lumMod val="75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Date Placeholder 2">
            <a:extLst>
              <a:ext uri="{FF2B5EF4-FFF2-40B4-BE49-F238E27FC236}">
                <a16:creationId xmlns:a16="http://schemas.microsoft.com/office/drawing/2014/main" id="{6528AE63-F58B-C295-2F24-0E7B07553C6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62D40798-1691-00D6-C3D9-64CC3EB826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1A835F-2749-4B9F-A9CB-5E0BF4302B2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41" name="Graphic 40">
            <a:extLst>
              <a:ext uri="{FF2B5EF4-FFF2-40B4-BE49-F238E27FC236}">
                <a16:creationId xmlns:a16="http://schemas.microsoft.com/office/drawing/2014/main" id="{BBA782F0-1339-9AD7-88E8-E482862A0C7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5334000" y="-35081"/>
            <a:ext cx="3688080" cy="6921189"/>
          </a:xfrm>
          <a:prstGeom prst="rect">
            <a:avLst/>
          </a:prstGeom>
        </p:spPr>
      </p:pic>
      <p:pic>
        <p:nvPicPr>
          <p:cNvPr id="42" name="Graphic 41">
            <a:extLst>
              <a:ext uri="{FF2B5EF4-FFF2-40B4-BE49-F238E27FC236}">
                <a16:creationId xmlns:a16="http://schemas.microsoft.com/office/drawing/2014/main" id="{955F31CF-FB2A-3612-E2CA-58665EF22E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8451197" y="349094"/>
            <a:ext cx="1507527" cy="2829081"/>
          </a:xfrm>
          <a:prstGeom prst="rect">
            <a:avLst/>
          </a:prstGeom>
        </p:spPr>
      </p:pic>
    </p:spTree>
    <p:extLst>
      <p:ext uri="{BB962C8B-B14F-4D97-AF65-F5344CB8AC3E}">
        <p14:creationId xmlns:p14="http://schemas.microsoft.com/office/powerpoint/2010/main" val="1186884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d p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A0EB9F-5240-3366-0373-E8B7C3C2A4FE}"/>
              </a:ext>
            </a:extLst>
          </p:cNvPr>
          <p:cNvSpPr/>
          <p:nvPr userDrawn="1"/>
        </p:nvSpPr>
        <p:spPr>
          <a:xfrm>
            <a:off x="0" y="-2"/>
            <a:ext cx="9172575" cy="6858001"/>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9" name="Picture 18">
            <a:extLst>
              <a:ext uri="{FF2B5EF4-FFF2-40B4-BE49-F238E27FC236}">
                <a16:creationId xmlns:a16="http://schemas.microsoft.com/office/drawing/2014/main" id="{BAF7B2D7-FB34-55B3-113A-7F96DDA7A845}"/>
              </a:ext>
            </a:extLst>
          </p:cNvPr>
          <p:cNvPicPr>
            <a:picLocks noChangeAspect="1"/>
          </p:cNvPicPr>
          <p:nvPr userDrawn="1"/>
        </p:nvPicPr>
        <p:blipFill rotWithShape="1">
          <a:blip r:embed="rId2">
            <a:alphaModFix amt="32000"/>
            <a:extLst>
              <a:ext uri="{28A0092B-C50C-407E-A947-70E740481C1C}">
                <a14:useLocalDpi xmlns:a14="http://schemas.microsoft.com/office/drawing/2010/main" val="0"/>
              </a:ext>
            </a:extLst>
          </a:blip>
          <a:srcRect l="20647"/>
          <a:stretch/>
        </p:blipFill>
        <p:spPr>
          <a:xfrm rot="16200000">
            <a:off x="1157288" y="-1157288"/>
            <a:ext cx="6858000" cy="9172575"/>
          </a:xfrm>
          <a:prstGeom prst="rect">
            <a:avLst/>
          </a:prstGeom>
        </p:spPr>
      </p:pic>
      <p:sp>
        <p:nvSpPr>
          <p:cNvPr id="3" name="Date Placeholder 2">
            <a:extLst>
              <a:ext uri="{FF2B5EF4-FFF2-40B4-BE49-F238E27FC236}">
                <a16:creationId xmlns:a16="http://schemas.microsoft.com/office/drawing/2014/main" id="{837B2BBA-3015-27B9-D210-D15544F2C44D}"/>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02FAB71C-4835-3D07-2B7F-A7456A46C5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E7A9C-9AFC-99CF-42E5-627A58693AE1}"/>
              </a:ext>
            </a:extLst>
          </p:cNvPr>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23956431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8936250" y="4900066"/>
            <a:ext cx="219291" cy="1456285"/>
            <a:chOff x="-22867" y="4982614"/>
            <a:chExt cx="292388"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
        <p:nvSpPr>
          <p:cNvPr id="12" name="Rectangle 11">
            <a:extLst>
              <a:ext uri="{FF2B5EF4-FFF2-40B4-BE49-F238E27FC236}">
                <a16:creationId xmlns:a16="http://schemas.microsoft.com/office/drawing/2014/main" id="{812957FA-0954-130C-016A-4BAA3351102F}"/>
              </a:ext>
            </a:extLst>
          </p:cNvPr>
          <p:cNvSpPr/>
          <p:nvPr userDrawn="1"/>
        </p:nvSpPr>
        <p:spPr>
          <a:xfrm rot="5400000">
            <a:off x="4549140" y="2285174"/>
            <a:ext cx="45719" cy="9144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itle 1">
            <a:extLst>
              <a:ext uri="{FF2B5EF4-FFF2-40B4-BE49-F238E27FC236}">
                <a16:creationId xmlns:a16="http://schemas.microsoft.com/office/drawing/2014/main" id="{6B5F1816-5F6B-7928-15B1-1910931B275B}"/>
              </a:ext>
            </a:extLst>
          </p:cNvPr>
          <p:cNvSpPr>
            <a:spLocks noGrp="1"/>
          </p:cNvSpPr>
          <p:nvPr>
            <p:ph type="title"/>
          </p:nvPr>
        </p:nvSpPr>
        <p:spPr>
          <a:xfrm>
            <a:off x="628649" y="781052"/>
            <a:ext cx="78867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27433504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8936250" y="4900066"/>
            <a:ext cx="219291" cy="1456285"/>
            <a:chOff x="-22867" y="4982614"/>
            <a:chExt cx="292388"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
        <p:nvSpPr>
          <p:cNvPr id="13" name="Rectangle 12">
            <a:extLst>
              <a:ext uri="{FF2B5EF4-FFF2-40B4-BE49-F238E27FC236}">
                <a16:creationId xmlns:a16="http://schemas.microsoft.com/office/drawing/2014/main" id="{CAE4AFB9-D289-5BB8-FC6E-3A98AE611BFD}"/>
              </a:ext>
            </a:extLst>
          </p:cNvPr>
          <p:cNvSpPr/>
          <p:nvPr userDrawn="1"/>
        </p:nvSpPr>
        <p:spPr>
          <a:xfrm rot="5400000">
            <a:off x="4554215" y="-4562095"/>
            <a:ext cx="45719" cy="9144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itle 1">
            <a:extLst>
              <a:ext uri="{FF2B5EF4-FFF2-40B4-BE49-F238E27FC236}">
                <a16:creationId xmlns:a16="http://schemas.microsoft.com/office/drawing/2014/main" id="{559C5E7F-48AB-BACC-5157-81B702629420}"/>
              </a:ext>
            </a:extLst>
          </p:cNvPr>
          <p:cNvSpPr>
            <a:spLocks noGrp="1"/>
          </p:cNvSpPr>
          <p:nvPr>
            <p:ph type="title"/>
          </p:nvPr>
        </p:nvSpPr>
        <p:spPr>
          <a:xfrm>
            <a:off x="628649" y="781052"/>
            <a:ext cx="78867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1788661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912E74-8957-4046-8937-1199D0665174}" type="slidenum">
              <a:rPr lang="en-US" smtClean="0"/>
              <a:t>‹#›</a:t>
            </a:fld>
            <a:endParaRPr lang="en-US"/>
          </a:p>
        </p:txBody>
      </p:sp>
    </p:spTree>
    <p:extLst>
      <p:ext uri="{BB962C8B-B14F-4D97-AF65-F5344CB8AC3E}">
        <p14:creationId xmlns:p14="http://schemas.microsoft.com/office/powerpoint/2010/main" val="33153267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64" r:id="rId14"/>
    <p:sldLayoutId id="2147483666" r:id="rId15"/>
    <p:sldLayoutId id="2147483662" r:id="rId16"/>
    <p:sldLayoutId id="2147483657" r:id="rId17"/>
    <p:sldLayoutId id="2147483663"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6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7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AD0E23-96B9-5B33-C4F6-4DBCE5F54F96}"/>
              </a:ext>
            </a:extLst>
          </p:cNvPr>
          <p:cNvSpPr txBox="1"/>
          <p:nvPr/>
        </p:nvSpPr>
        <p:spPr>
          <a:xfrm>
            <a:off x="1295775" y="3216670"/>
            <a:ext cx="6258001" cy="461665"/>
          </a:xfrm>
          <a:prstGeom prst="rect">
            <a:avLst/>
          </a:prstGeom>
          <a:noFill/>
        </p:spPr>
        <p:txBody>
          <a:bodyPr wrap="square" rtlCol="0">
            <a:spAutoFit/>
          </a:bodyPr>
          <a:lstStyle/>
          <a:p>
            <a:r>
              <a:rPr lang="en-MY" sz="2400" spc="225" dirty="0">
                <a:solidFill>
                  <a:schemeClr val="tx1">
                    <a:lumMod val="75000"/>
                    <a:lumOff val="25000"/>
                  </a:schemeClr>
                </a:solidFill>
              </a:rPr>
              <a:t>TOPIC 6B | LOGICAL DATABASE DESIGN</a:t>
            </a:r>
          </a:p>
        </p:txBody>
      </p:sp>
      <p:sp>
        <p:nvSpPr>
          <p:cNvPr id="6" name="TextBox 5">
            <a:extLst>
              <a:ext uri="{FF2B5EF4-FFF2-40B4-BE49-F238E27FC236}">
                <a16:creationId xmlns:a16="http://schemas.microsoft.com/office/drawing/2014/main" id="{8E102EFA-FD94-7D1F-B76C-45B63CEC7823}"/>
              </a:ext>
            </a:extLst>
          </p:cNvPr>
          <p:cNvSpPr txBox="1"/>
          <p:nvPr/>
        </p:nvSpPr>
        <p:spPr>
          <a:xfrm>
            <a:off x="1248727" y="2524173"/>
            <a:ext cx="8222726" cy="715581"/>
          </a:xfrm>
          <a:prstGeom prst="rect">
            <a:avLst/>
          </a:prstGeom>
          <a:noFill/>
        </p:spPr>
        <p:txBody>
          <a:bodyPr wrap="square" rtlCol="0">
            <a:spAutoFit/>
          </a:bodyPr>
          <a:lstStyle/>
          <a:p>
            <a:r>
              <a:rPr lang="en-US" sz="4050" b="1" kern="0" dirty="0">
                <a:solidFill>
                  <a:srgbClr val="6C1D35"/>
                </a:solidFill>
              </a:rPr>
              <a:t>SECD2523 DATABASE </a:t>
            </a:r>
          </a:p>
        </p:txBody>
      </p:sp>
      <p:pic>
        <p:nvPicPr>
          <p:cNvPr id="7" name="Picture 6">
            <a:extLst>
              <a:ext uri="{FF2B5EF4-FFF2-40B4-BE49-F238E27FC236}">
                <a16:creationId xmlns:a16="http://schemas.microsoft.com/office/drawing/2014/main" id="{770A5E36-46DF-4261-B2A9-84180659C6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5362" y="1306887"/>
            <a:ext cx="1687055" cy="563921"/>
          </a:xfrm>
          <a:prstGeom prst="rect">
            <a:avLst/>
          </a:prstGeom>
        </p:spPr>
      </p:pic>
      <p:pic>
        <p:nvPicPr>
          <p:cNvPr id="2" name="Picture 1">
            <a:extLst>
              <a:ext uri="{FF2B5EF4-FFF2-40B4-BE49-F238E27FC236}">
                <a16:creationId xmlns:a16="http://schemas.microsoft.com/office/drawing/2014/main" id="{0DAB95FE-9FB6-3175-C6AD-6B6A256E7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3822" y="6319379"/>
            <a:ext cx="1602578" cy="120605"/>
          </a:xfrm>
          <a:prstGeom prst="rect">
            <a:avLst/>
          </a:prstGeom>
        </p:spPr>
      </p:pic>
      <p:sp>
        <p:nvSpPr>
          <p:cNvPr id="3" name="TextBox 2">
            <a:extLst>
              <a:ext uri="{FF2B5EF4-FFF2-40B4-BE49-F238E27FC236}">
                <a16:creationId xmlns:a16="http://schemas.microsoft.com/office/drawing/2014/main" id="{FC72DD83-1D7D-D9BF-F0F3-053EE3201597}"/>
              </a:ext>
            </a:extLst>
          </p:cNvPr>
          <p:cNvSpPr txBox="1"/>
          <p:nvPr/>
        </p:nvSpPr>
        <p:spPr>
          <a:xfrm>
            <a:off x="604157" y="5948454"/>
            <a:ext cx="8009165" cy="623248"/>
          </a:xfrm>
          <a:prstGeom prst="rect">
            <a:avLst/>
          </a:prstGeom>
          <a:noFill/>
        </p:spPr>
        <p:txBody>
          <a:bodyPr wrap="square" rtlCol="0">
            <a:spAutoFit/>
          </a:bodyPr>
          <a:lstStyle/>
          <a:p>
            <a:r>
              <a:rPr lang="en-GB" altLang="en-US" sz="1050" dirty="0">
                <a:latin typeface="Verdana"/>
                <a:ea typeface="Verdana" panose="020B0604030504040204" pitchFamily="34" charset="0"/>
                <a:cs typeface="Verdana" panose="020B0604030504040204" pitchFamily="34" charset="0"/>
              </a:rPr>
              <a:t>Content adapted from </a:t>
            </a:r>
            <a:r>
              <a:rPr lang="en-MY" sz="1050" dirty="0">
                <a:latin typeface="Helvetica" pitchFamily="2" charset="0"/>
              </a:rPr>
              <a:t>Connolly, T., </a:t>
            </a:r>
            <a:r>
              <a:rPr lang="en-MY" sz="1050" dirty="0" err="1">
                <a:latin typeface="Helvetica" pitchFamily="2" charset="0"/>
              </a:rPr>
              <a:t>Begg</a:t>
            </a:r>
            <a:r>
              <a:rPr lang="en-MY" sz="1050" dirty="0">
                <a:latin typeface="Helvetica" pitchFamily="2" charset="0"/>
              </a:rPr>
              <a:t>, C., 2015. Database Systems: A Practical Approach to Design, Implementation, and Management, Global Edition. Pearson Education.</a:t>
            </a:r>
          </a:p>
          <a:p>
            <a:endParaRPr lang="en-GB" sz="1350" dirty="0"/>
          </a:p>
        </p:txBody>
      </p:sp>
    </p:spTree>
    <p:extLst>
      <p:ext uri="{BB962C8B-B14F-4D97-AF65-F5344CB8AC3E}">
        <p14:creationId xmlns:p14="http://schemas.microsoft.com/office/powerpoint/2010/main" val="1793746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86133-417D-9582-AD5C-C9B40323D15B}"/>
              </a:ext>
            </a:extLst>
          </p:cNvPr>
          <p:cNvSpPr>
            <a:spLocks noGrp="1"/>
          </p:cNvSpPr>
          <p:nvPr>
            <p:ph type="title"/>
          </p:nvPr>
        </p:nvSpPr>
        <p:spPr/>
        <p:txBody>
          <a:bodyPr/>
          <a:lstStyle/>
          <a:p>
            <a:r>
              <a:rPr lang="en-US" dirty="0"/>
              <a:t>LECTURE LEARNING OUTCOME</a:t>
            </a:r>
          </a:p>
        </p:txBody>
      </p:sp>
      <p:grpSp>
        <p:nvGrpSpPr>
          <p:cNvPr id="7" name="Group 6">
            <a:extLst>
              <a:ext uri="{FF2B5EF4-FFF2-40B4-BE49-F238E27FC236}">
                <a16:creationId xmlns:a16="http://schemas.microsoft.com/office/drawing/2014/main" id="{32E07F62-62EA-F0CE-56B7-24048F3E2214}"/>
              </a:ext>
            </a:extLst>
          </p:cNvPr>
          <p:cNvGrpSpPr/>
          <p:nvPr/>
        </p:nvGrpSpPr>
        <p:grpSpPr>
          <a:xfrm>
            <a:off x="567123" y="2349187"/>
            <a:ext cx="8117798" cy="623822"/>
            <a:chOff x="531658" y="2405747"/>
            <a:chExt cx="10823730" cy="831763"/>
          </a:xfrm>
        </p:grpSpPr>
        <p:sp>
          <p:nvSpPr>
            <p:cNvPr id="9" name="Rectangle: Rounded Corners 8">
              <a:extLst>
                <a:ext uri="{FF2B5EF4-FFF2-40B4-BE49-F238E27FC236}">
                  <a16:creationId xmlns:a16="http://schemas.microsoft.com/office/drawing/2014/main" id="{C1F245CD-7264-D27E-FACB-A8B4DD06F1D6}"/>
                </a:ext>
              </a:extLst>
            </p:cNvPr>
            <p:cNvSpPr/>
            <p:nvPr/>
          </p:nvSpPr>
          <p:spPr>
            <a:xfrm>
              <a:off x="531658" y="2405747"/>
              <a:ext cx="10823730" cy="83176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 Placeholder 22">
              <a:extLst>
                <a:ext uri="{FF2B5EF4-FFF2-40B4-BE49-F238E27FC236}">
                  <a16:creationId xmlns:a16="http://schemas.microsoft.com/office/drawing/2014/main" id="{2F0FB714-3007-23C8-9764-E8C7159E2C4E}"/>
                </a:ext>
              </a:extLst>
            </p:cNvPr>
            <p:cNvSpPr txBox="1">
              <a:spLocks/>
            </p:cNvSpPr>
            <p:nvPr/>
          </p:nvSpPr>
          <p:spPr>
            <a:xfrm>
              <a:off x="612106" y="2569292"/>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01</a:t>
              </a:r>
            </a:p>
          </p:txBody>
        </p:sp>
        <p:sp>
          <p:nvSpPr>
            <p:cNvPr id="16" name="TextBox 15">
              <a:extLst>
                <a:ext uri="{FF2B5EF4-FFF2-40B4-BE49-F238E27FC236}">
                  <a16:creationId xmlns:a16="http://schemas.microsoft.com/office/drawing/2014/main" id="{929E73F1-1DD6-8DC9-0B8E-AD1B04B34741}"/>
                </a:ext>
              </a:extLst>
            </p:cNvPr>
            <p:cNvSpPr txBox="1"/>
            <p:nvPr/>
          </p:nvSpPr>
          <p:spPr>
            <a:xfrm>
              <a:off x="1517893" y="2459712"/>
              <a:ext cx="9469053" cy="430887"/>
            </a:xfrm>
            <a:prstGeom prst="rect">
              <a:avLst/>
            </a:prstGeom>
            <a:noFill/>
          </p:spPr>
          <p:txBody>
            <a:bodyPr wrap="square" rtlCol="0">
              <a:spAutoFit/>
            </a:bodyPr>
            <a:lstStyle/>
            <a:p>
              <a:pPr algn="just"/>
              <a:r>
                <a:rPr lang="en-US" altLang="ko-KR" sz="1500" b="1" dirty="0">
                  <a:solidFill>
                    <a:schemeClr val="bg1"/>
                  </a:solidFill>
                  <a:cs typeface="Arial" pitchFamily="34" charset="0"/>
                </a:rPr>
                <a:t>Define the purpose of normalization and how it supports database design</a:t>
              </a:r>
            </a:p>
          </p:txBody>
        </p:sp>
      </p:grpSp>
      <p:pic>
        <p:nvPicPr>
          <p:cNvPr id="3" name="Picture 2">
            <a:extLst>
              <a:ext uri="{FF2B5EF4-FFF2-40B4-BE49-F238E27FC236}">
                <a16:creationId xmlns:a16="http://schemas.microsoft.com/office/drawing/2014/main" id="{4458F1EA-447C-486C-DE06-EF8199F796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0276" y="6538913"/>
            <a:ext cx="1463448" cy="110134"/>
          </a:xfrm>
          <a:prstGeom prst="rect">
            <a:avLst/>
          </a:prstGeom>
        </p:spPr>
      </p:pic>
      <p:sp>
        <p:nvSpPr>
          <p:cNvPr id="6" name="TextBox 5">
            <a:extLst>
              <a:ext uri="{FF2B5EF4-FFF2-40B4-BE49-F238E27FC236}">
                <a16:creationId xmlns:a16="http://schemas.microsoft.com/office/drawing/2014/main" id="{F7CF5489-1A93-67FA-16A5-04A76546BEFF}"/>
              </a:ext>
            </a:extLst>
          </p:cNvPr>
          <p:cNvSpPr txBox="1"/>
          <p:nvPr/>
        </p:nvSpPr>
        <p:spPr>
          <a:xfrm>
            <a:off x="551645" y="2010859"/>
            <a:ext cx="4587765" cy="300082"/>
          </a:xfrm>
          <a:prstGeom prst="rect">
            <a:avLst/>
          </a:prstGeom>
          <a:noFill/>
        </p:spPr>
        <p:txBody>
          <a:bodyPr wrap="square">
            <a:spAutoFit/>
          </a:bodyPr>
          <a:lstStyle/>
          <a:p>
            <a:r>
              <a:rPr lang="en-MY" sz="1350" b="1" dirty="0"/>
              <a:t>By the end of this lecture, students should be able to:</a:t>
            </a:r>
            <a:endParaRPr lang="en-MY" sz="1350" dirty="0"/>
          </a:p>
        </p:txBody>
      </p:sp>
      <p:sp>
        <p:nvSpPr>
          <p:cNvPr id="12" name="Rectangle: Rounded Corners 11">
            <a:extLst>
              <a:ext uri="{FF2B5EF4-FFF2-40B4-BE49-F238E27FC236}">
                <a16:creationId xmlns:a16="http://schemas.microsoft.com/office/drawing/2014/main" id="{344AC4C7-0CB4-FF63-FCB9-63FEE6F22477}"/>
              </a:ext>
            </a:extLst>
          </p:cNvPr>
          <p:cNvSpPr/>
          <p:nvPr/>
        </p:nvSpPr>
        <p:spPr>
          <a:xfrm>
            <a:off x="567123" y="3007572"/>
            <a:ext cx="8117798" cy="623822"/>
          </a:xfrm>
          <a:prstGeom prst="round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4" name="Text Placeholder 22">
            <a:extLst>
              <a:ext uri="{FF2B5EF4-FFF2-40B4-BE49-F238E27FC236}">
                <a16:creationId xmlns:a16="http://schemas.microsoft.com/office/drawing/2014/main" id="{1C8EDED6-5A04-187B-A687-9F2524E0180E}"/>
              </a:ext>
            </a:extLst>
          </p:cNvPr>
          <p:cNvSpPr txBox="1">
            <a:spLocks/>
          </p:cNvSpPr>
          <p:nvPr/>
        </p:nvSpPr>
        <p:spPr>
          <a:xfrm>
            <a:off x="627459" y="3130231"/>
            <a:ext cx="679340" cy="364151"/>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02</a:t>
            </a:r>
          </a:p>
        </p:txBody>
      </p:sp>
      <p:sp>
        <p:nvSpPr>
          <p:cNvPr id="15" name="TextBox 14">
            <a:extLst>
              <a:ext uri="{FF2B5EF4-FFF2-40B4-BE49-F238E27FC236}">
                <a16:creationId xmlns:a16="http://schemas.microsoft.com/office/drawing/2014/main" id="{06D76F8F-9451-9946-9AC6-6A4DC9337D85}"/>
              </a:ext>
            </a:extLst>
          </p:cNvPr>
          <p:cNvSpPr txBox="1"/>
          <p:nvPr/>
        </p:nvSpPr>
        <p:spPr>
          <a:xfrm>
            <a:off x="1306799" y="3048046"/>
            <a:ext cx="7101790" cy="553998"/>
          </a:xfrm>
          <a:prstGeom prst="rect">
            <a:avLst/>
          </a:prstGeom>
          <a:noFill/>
        </p:spPr>
        <p:txBody>
          <a:bodyPr wrap="square" rtlCol="0">
            <a:spAutoFit/>
          </a:bodyPr>
          <a:lstStyle/>
          <a:p>
            <a:pPr algn="just"/>
            <a:r>
              <a:rPr lang="en-US" altLang="ko-KR" sz="1500" b="1" dirty="0">
                <a:solidFill>
                  <a:schemeClr val="bg1"/>
                </a:solidFill>
                <a:cs typeface="Arial" pitchFamily="34" charset="0"/>
              </a:rPr>
              <a:t>Identify potential problems associated with relational database design (data redundancy and update anomalies)</a:t>
            </a:r>
          </a:p>
        </p:txBody>
      </p:sp>
      <p:grpSp>
        <p:nvGrpSpPr>
          <p:cNvPr id="18" name="Group 17">
            <a:extLst>
              <a:ext uri="{FF2B5EF4-FFF2-40B4-BE49-F238E27FC236}">
                <a16:creationId xmlns:a16="http://schemas.microsoft.com/office/drawing/2014/main" id="{82FB3996-836C-433B-849F-07DE0EB4D6C8}"/>
              </a:ext>
            </a:extLst>
          </p:cNvPr>
          <p:cNvGrpSpPr/>
          <p:nvPr/>
        </p:nvGrpSpPr>
        <p:grpSpPr>
          <a:xfrm>
            <a:off x="551645" y="3669242"/>
            <a:ext cx="8117798" cy="623822"/>
            <a:chOff x="531658" y="2405747"/>
            <a:chExt cx="10823730" cy="831763"/>
          </a:xfrm>
        </p:grpSpPr>
        <p:sp>
          <p:nvSpPr>
            <p:cNvPr id="19" name="Rectangle: Rounded Corners 18">
              <a:extLst>
                <a:ext uri="{FF2B5EF4-FFF2-40B4-BE49-F238E27FC236}">
                  <a16:creationId xmlns:a16="http://schemas.microsoft.com/office/drawing/2014/main" id="{21CCCF47-DA2B-EE2D-1175-8353E84752A4}"/>
                </a:ext>
              </a:extLst>
            </p:cNvPr>
            <p:cNvSpPr/>
            <p:nvPr/>
          </p:nvSpPr>
          <p:spPr>
            <a:xfrm>
              <a:off x="531658" y="2405747"/>
              <a:ext cx="10823730" cy="831763"/>
            </a:xfrm>
            <a:prstGeom prst="roundRect">
              <a:avLst/>
            </a:prstGeom>
            <a:solidFill>
              <a:srgbClr val="9562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Text Placeholder 22">
              <a:extLst>
                <a:ext uri="{FF2B5EF4-FFF2-40B4-BE49-F238E27FC236}">
                  <a16:creationId xmlns:a16="http://schemas.microsoft.com/office/drawing/2014/main" id="{8568B624-1F62-97ED-C328-D9F20C650282}"/>
                </a:ext>
              </a:extLst>
            </p:cNvPr>
            <p:cNvSpPr txBox="1">
              <a:spLocks/>
            </p:cNvSpPr>
            <p:nvPr/>
          </p:nvSpPr>
          <p:spPr>
            <a:xfrm>
              <a:off x="612106" y="2569292"/>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03</a:t>
              </a:r>
            </a:p>
          </p:txBody>
        </p:sp>
        <p:sp>
          <p:nvSpPr>
            <p:cNvPr id="23" name="TextBox 22">
              <a:extLst>
                <a:ext uri="{FF2B5EF4-FFF2-40B4-BE49-F238E27FC236}">
                  <a16:creationId xmlns:a16="http://schemas.microsoft.com/office/drawing/2014/main" id="{32C9E1B7-E84D-CFFF-E5B9-40004CBFE476}"/>
                </a:ext>
              </a:extLst>
            </p:cNvPr>
            <p:cNvSpPr txBox="1"/>
            <p:nvPr/>
          </p:nvSpPr>
          <p:spPr>
            <a:xfrm>
              <a:off x="1517893" y="2459712"/>
              <a:ext cx="9469053" cy="430887"/>
            </a:xfrm>
            <a:prstGeom prst="rect">
              <a:avLst/>
            </a:prstGeom>
            <a:noFill/>
          </p:spPr>
          <p:txBody>
            <a:bodyPr wrap="square" rtlCol="0">
              <a:spAutoFit/>
            </a:bodyPr>
            <a:lstStyle/>
            <a:p>
              <a:pPr algn="just"/>
              <a:r>
                <a:rPr lang="en-US" altLang="ko-KR" sz="1500" b="1" dirty="0">
                  <a:solidFill>
                    <a:schemeClr val="bg1"/>
                  </a:solidFill>
                  <a:cs typeface="Arial" pitchFamily="34" charset="0"/>
                </a:rPr>
                <a:t>Define functional dependency and its association with normalization</a:t>
              </a:r>
            </a:p>
          </p:txBody>
        </p:sp>
      </p:grpSp>
      <p:grpSp>
        <p:nvGrpSpPr>
          <p:cNvPr id="25" name="Group 24">
            <a:extLst>
              <a:ext uri="{FF2B5EF4-FFF2-40B4-BE49-F238E27FC236}">
                <a16:creationId xmlns:a16="http://schemas.microsoft.com/office/drawing/2014/main" id="{0F7C946A-1124-5C9A-FCDA-337B0D88CB6E}"/>
              </a:ext>
            </a:extLst>
          </p:cNvPr>
          <p:cNvGrpSpPr/>
          <p:nvPr/>
        </p:nvGrpSpPr>
        <p:grpSpPr>
          <a:xfrm>
            <a:off x="551645" y="4330736"/>
            <a:ext cx="8117798" cy="623822"/>
            <a:chOff x="531658" y="2405747"/>
            <a:chExt cx="10823730" cy="831763"/>
          </a:xfrm>
        </p:grpSpPr>
        <p:sp>
          <p:nvSpPr>
            <p:cNvPr id="26" name="Rectangle: Rounded Corners 25">
              <a:extLst>
                <a:ext uri="{FF2B5EF4-FFF2-40B4-BE49-F238E27FC236}">
                  <a16:creationId xmlns:a16="http://schemas.microsoft.com/office/drawing/2014/main" id="{770EA452-E984-6F24-0C71-96FD331BF962}"/>
                </a:ext>
              </a:extLst>
            </p:cNvPr>
            <p:cNvSpPr/>
            <p:nvPr/>
          </p:nvSpPr>
          <p:spPr>
            <a:xfrm>
              <a:off x="531658" y="2405747"/>
              <a:ext cx="10823730" cy="83176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Text Placeholder 22">
              <a:extLst>
                <a:ext uri="{FF2B5EF4-FFF2-40B4-BE49-F238E27FC236}">
                  <a16:creationId xmlns:a16="http://schemas.microsoft.com/office/drawing/2014/main" id="{4DB3C0A5-4666-F0C1-FC3F-BAD05E7E35A8}"/>
                </a:ext>
              </a:extLst>
            </p:cNvPr>
            <p:cNvSpPr txBox="1">
              <a:spLocks/>
            </p:cNvSpPr>
            <p:nvPr/>
          </p:nvSpPr>
          <p:spPr>
            <a:xfrm>
              <a:off x="612106" y="2569292"/>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04</a:t>
              </a:r>
            </a:p>
          </p:txBody>
        </p:sp>
        <p:sp>
          <p:nvSpPr>
            <p:cNvPr id="28" name="TextBox 27">
              <a:extLst>
                <a:ext uri="{FF2B5EF4-FFF2-40B4-BE49-F238E27FC236}">
                  <a16:creationId xmlns:a16="http://schemas.microsoft.com/office/drawing/2014/main" id="{B251F453-C9ED-7148-FA7B-213C2A2B0E76}"/>
                </a:ext>
              </a:extLst>
            </p:cNvPr>
            <p:cNvSpPr txBox="1"/>
            <p:nvPr/>
          </p:nvSpPr>
          <p:spPr>
            <a:xfrm>
              <a:off x="1517893" y="2459712"/>
              <a:ext cx="9469053" cy="430887"/>
            </a:xfrm>
            <a:prstGeom prst="rect">
              <a:avLst/>
            </a:prstGeom>
            <a:noFill/>
          </p:spPr>
          <p:txBody>
            <a:bodyPr wrap="square" rtlCol="0">
              <a:spAutoFit/>
            </a:bodyPr>
            <a:lstStyle/>
            <a:p>
              <a:pPr algn="just"/>
              <a:r>
                <a:rPr lang="en-US" altLang="ko-KR" sz="1500" b="1" dirty="0">
                  <a:solidFill>
                    <a:schemeClr val="bg1"/>
                  </a:solidFill>
                  <a:cs typeface="Arial" pitchFamily="34" charset="0"/>
                </a:rPr>
                <a:t>Identify functional dependencies for a given relation</a:t>
              </a:r>
            </a:p>
          </p:txBody>
        </p:sp>
      </p:grpSp>
      <p:grpSp>
        <p:nvGrpSpPr>
          <p:cNvPr id="29" name="Group 28">
            <a:extLst>
              <a:ext uri="{FF2B5EF4-FFF2-40B4-BE49-F238E27FC236}">
                <a16:creationId xmlns:a16="http://schemas.microsoft.com/office/drawing/2014/main" id="{83E64A61-AF64-8C1C-AE68-38AC78A34D82}"/>
              </a:ext>
            </a:extLst>
          </p:cNvPr>
          <p:cNvGrpSpPr/>
          <p:nvPr/>
        </p:nvGrpSpPr>
        <p:grpSpPr>
          <a:xfrm>
            <a:off x="535698" y="4995033"/>
            <a:ext cx="8117798" cy="623822"/>
            <a:chOff x="531658" y="2405747"/>
            <a:chExt cx="10823730" cy="831763"/>
          </a:xfrm>
          <a:solidFill>
            <a:srgbClr val="6C1D35"/>
          </a:solidFill>
        </p:grpSpPr>
        <p:sp>
          <p:nvSpPr>
            <p:cNvPr id="30" name="Rectangle: Rounded Corners 29">
              <a:extLst>
                <a:ext uri="{FF2B5EF4-FFF2-40B4-BE49-F238E27FC236}">
                  <a16:creationId xmlns:a16="http://schemas.microsoft.com/office/drawing/2014/main" id="{52E08248-E79B-2E05-D3E8-12472C915B91}"/>
                </a:ext>
              </a:extLst>
            </p:cNvPr>
            <p:cNvSpPr/>
            <p:nvPr/>
          </p:nvSpPr>
          <p:spPr>
            <a:xfrm>
              <a:off x="531658" y="2405747"/>
              <a:ext cx="10823730" cy="831763"/>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Text Placeholder 22">
              <a:extLst>
                <a:ext uri="{FF2B5EF4-FFF2-40B4-BE49-F238E27FC236}">
                  <a16:creationId xmlns:a16="http://schemas.microsoft.com/office/drawing/2014/main" id="{9479A75C-6D43-360E-7ADC-66AC01E35117}"/>
                </a:ext>
              </a:extLst>
            </p:cNvPr>
            <p:cNvSpPr txBox="1">
              <a:spLocks/>
            </p:cNvSpPr>
            <p:nvPr/>
          </p:nvSpPr>
          <p:spPr>
            <a:xfrm>
              <a:off x="612106" y="2569292"/>
              <a:ext cx="905786" cy="485535"/>
            </a:xfrm>
            <a:prstGeom prst="rect">
              <a:avLst/>
            </a:prstGeom>
            <a:grp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05</a:t>
              </a:r>
            </a:p>
          </p:txBody>
        </p:sp>
        <p:sp>
          <p:nvSpPr>
            <p:cNvPr id="32" name="TextBox 31">
              <a:extLst>
                <a:ext uri="{FF2B5EF4-FFF2-40B4-BE49-F238E27FC236}">
                  <a16:creationId xmlns:a16="http://schemas.microsoft.com/office/drawing/2014/main" id="{CA5ACF9B-94E0-C8EA-A24E-D98A00EB4FFB}"/>
                </a:ext>
              </a:extLst>
            </p:cNvPr>
            <p:cNvSpPr txBox="1"/>
            <p:nvPr/>
          </p:nvSpPr>
          <p:spPr>
            <a:xfrm>
              <a:off x="1517893" y="2459712"/>
              <a:ext cx="9469053" cy="430887"/>
            </a:xfrm>
            <a:prstGeom prst="rect">
              <a:avLst/>
            </a:prstGeom>
            <a:grpFill/>
          </p:spPr>
          <p:txBody>
            <a:bodyPr wrap="square" rtlCol="0">
              <a:spAutoFit/>
            </a:bodyPr>
            <a:lstStyle/>
            <a:p>
              <a:pPr algn="just"/>
              <a:r>
                <a:rPr lang="en-US" altLang="ko-KR" sz="1500" b="1" dirty="0">
                  <a:solidFill>
                    <a:schemeClr val="bg1"/>
                  </a:solidFill>
                  <a:cs typeface="Arial" pitchFamily="34" charset="0"/>
                </a:rPr>
                <a:t>Define 1NF, 2NF, 3NF and BCNF</a:t>
              </a:r>
            </a:p>
          </p:txBody>
        </p:sp>
      </p:grpSp>
      <p:sp>
        <p:nvSpPr>
          <p:cNvPr id="4" name="Slide Number Placeholder 3">
            <a:extLst>
              <a:ext uri="{FF2B5EF4-FFF2-40B4-BE49-F238E27FC236}">
                <a16:creationId xmlns:a16="http://schemas.microsoft.com/office/drawing/2014/main" id="{DA37B451-5DDC-4BEA-F02A-E19F26AFB272}"/>
              </a:ext>
            </a:extLst>
          </p:cNvPr>
          <p:cNvSpPr>
            <a:spLocks noGrp="1"/>
          </p:cNvSpPr>
          <p:nvPr>
            <p:ph type="sldNum" sz="quarter" idx="12"/>
          </p:nvPr>
        </p:nvSpPr>
        <p:spPr/>
        <p:txBody>
          <a:bodyPr/>
          <a:lstStyle/>
          <a:p>
            <a:fld id="{B5912E74-8957-4046-8937-1199D0665174}" type="slidenum">
              <a:rPr lang="en-US" smtClean="0"/>
              <a:t>2</a:t>
            </a:fld>
            <a:endParaRPr lang="en-US"/>
          </a:p>
        </p:txBody>
      </p:sp>
      <p:grpSp>
        <p:nvGrpSpPr>
          <p:cNvPr id="5" name="Group 4">
            <a:extLst>
              <a:ext uri="{FF2B5EF4-FFF2-40B4-BE49-F238E27FC236}">
                <a16:creationId xmlns:a16="http://schemas.microsoft.com/office/drawing/2014/main" id="{7568ECD8-46E4-6B16-01A2-4D8D758C989B}"/>
              </a:ext>
            </a:extLst>
          </p:cNvPr>
          <p:cNvGrpSpPr/>
          <p:nvPr/>
        </p:nvGrpSpPr>
        <p:grpSpPr>
          <a:xfrm>
            <a:off x="551645" y="5651365"/>
            <a:ext cx="8117798" cy="623822"/>
            <a:chOff x="531658" y="2405747"/>
            <a:chExt cx="10823730" cy="831763"/>
          </a:xfrm>
        </p:grpSpPr>
        <p:sp>
          <p:nvSpPr>
            <p:cNvPr id="8" name="Rectangle: Rounded Corners 7">
              <a:extLst>
                <a:ext uri="{FF2B5EF4-FFF2-40B4-BE49-F238E27FC236}">
                  <a16:creationId xmlns:a16="http://schemas.microsoft.com/office/drawing/2014/main" id="{4B6CFE8D-1D7F-7AB4-D3A4-CB51B8E0F265}"/>
                </a:ext>
              </a:extLst>
            </p:cNvPr>
            <p:cNvSpPr/>
            <p:nvPr/>
          </p:nvSpPr>
          <p:spPr>
            <a:xfrm>
              <a:off x="531658" y="2405747"/>
              <a:ext cx="10823730" cy="831763"/>
            </a:xfrm>
            <a:prstGeom prst="roundRect">
              <a:avLst/>
            </a:prstGeom>
            <a:solidFill>
              <a:srgbClr val="9562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Text Placeholder 22">
              <a:extLst>
                <a:ext uri="{FF2B5EF4-FFF2-40B4-BE49-F238E27FC236}">
                  <a16:creationId xmlns:a16="http://schemas.microsoft.com/office/drawing/2014/main" id="{3EDB0EF8-F1DF-06E5-66E8-726DC66B4C23}"/>
                </a:ext>
              </a:extLst>
            </p:cNvPr>
            <p:cNvSpPr txBox="1">
              <a:spLocks/>
            </p:cNvSpPr>
            <p:nvPr/>
          </p:nvSpPr>
          <p:spPr>
            <a:xfrm>
              <a:off x="612106" y="2569292"/>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06</a:t>
              </a:r>
            </a:p>
          </p:txBody>
        </p:sp>
        <p:sp>
          <p:nvSpPr>
            <p:cNvPr id="11" name="TextBox 10">
              <a:extLst>
                <a:ext uri="{FF2B5EF4-FFF2-40B4-BE49-F238E27FC236}">
                  <a16:creationId xmlns:a16="http://schemas.microsoft.com/office/drawing/2014/main" id="{481919C2-F818-C7C4-E4AD-F1E3BE7FE9D6}"/>
                </a:ext>
              </a:extLst>
            </p:cNvPr>
            <p:cNvSpPr txBox="1"/>
            <p:nvPr/>
          </p:nvSpPr>
          <p:spPr>
            <a:xfrm>
              <a:off x="1517893" y="2459712"/>
              <a:ext cx="9469053" cy="430887"/>
            </a:xfrm>
            <a:prstGeom prst="rect">
              <a:avLst/>
            </a:prstGeom>
            <a:noFill/>
          </p:spPr>
          <p:txBody>
            <a:bodyPr wrap="square" rtlCol="0">
              <a:spAutoFit/>
            </a:bodyPr>
            <a:lstStyle/>
            <a:p>
              <a:pPr algn="just"/>
              <a:r>
                <a:rPr lang="en-US" altLang="ko-KR" sz="1500" b="1" dirty="0">
                  <a:solidFill>
                    <a:schemeClr val="bg1"/>
                  </a:solidFill>
                  <a:cs typeface="Arial" pitchFamily="34" charset="0"/>
                </a:rPr>
                <a:t>Perform normalization up until BCNF</a:t>
              </a:r>
            </a:p>
          </p:txBody>
        </p:sp>
      </p:grpSp>
    </p:spTree>
    <p:extLst>
      <p:ext uri="{BB962C8B-B14F-4D97-AF65-F5344CB8AC3E}">
        <p14:creationId xmlns:p14="http://schemas.microsoft.com/office/powerpoint/2010/main" val="793206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Normalization</a:t>
            </a:r>
            <a:endParaRPr sz="3600" dirty="0"/>
          </a:p>
        </p:txBody>
      </p:sp>
      <p:sp>
        <p:nvSpPr>
          <p:cNvPr id="105" name="Google Shape;105;p3"/>
          <p:cNvSpPr txBox="1">
            <a:spLocks noGrp="1"/>
          </p:cNvSpPr>
          <p:nvPr>
            <p:ph type="body" idx="1"/>
          </p:nvPr>
        </p:nvSpPr>
        <p:spPr>
          <a:xfrm>
            <a:off x="428625" y="1384981"/>
            <a:ext cx="828675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A technique for producing a set of relations with desirable properties, given the data requirements of an enterprise.</a:t>
            </a:r>
            <a:endParaRPr sz="2400" dirty="0"/>
          </a:p>
          <a:p>
            <a:pPr marL="228600" lvl="0" indent="-228600" algn="l" rtl="0">
              <a:lnSpc>
                <a:spcPct val="90000"/>
              </a:lnSpc>
              <a:spcBef>
                <a:spcPts val="1000"/>
              </a:spcBef>
              <a:spcAft>
                <a:spcPts val="0"/>
              </a:spcAft>
              <a:buClr>
                <a:schemeClr val="dk1"/>
              </a:buClr>
              <a:buSzPts val="2400"/>
              <a:buChar char="•"/>
            </a:pPr>
            <a:r>
              <a:rPr lang="en-US" sz="2400" dirty="0"/>
              <a:t>The purpose of normalization is to identify a suitable set of relations that support the data requirements of an enterprise. </a:t>
            </a:r>
            <a:endParaRPr sz="2400" dirty="0"/>
          </a:p>
          <a:p>
            <a:pPr marL="228600" lvl="0" indent="-228600" algn="l" rtl="0">
              <a:lnSpc>
                <a:spcPct val="90000"/>
              </a:lnSpc>
              <a:spcBef>
                <a:spcPts val="1000"/>
              </a:spcBef>
              <a:spcAft>
                <a:spcPts val="0"/>
              </a:spcAft>
              <a:buClr>
                <a:schemeClr val="dk1"/>
              </a:buClr>
              <a:buSzPts val="2400"/>
              <a:buChar char="•"/>
            </a:pPr>
            <a:r>
              <a:rPr lang="en-US" sz="2400" dirty="0"/>
              <a:t>The characteristics of a suitable set of relations include the following:</a:t>
            </a:r>
            <a:endParaRPr sz="2400" dirty="0"/>
          </a:p>
          <a:p>
            <a:pPr marL="685800" lvl="1" indent="-228600" algn="l" rtl="0">
              <a:lnSpc>
                <a:spcPct val="90000"/>
              </a:lnSpc>
              <a:spcBef>
                <a:spcPts val="500"/>
              </a:spcBef>
              <a:spcAft>
                <a:spcPts val="0"/>
              </a:spcAft>
              <a:buClr>
                <a:schemeClr val="dk1"/>
              </a:buClr>
              <a:buSzPts val="2000"/>
              <a:buChar char="•"/>
            </a:pPr>
            <a:r>
              <a:rPr lang="en-US" sz="2000" dirty="0"/>
              <a:t>the </a:t>
            </a:r>
            <a:r>
              <a:rPr lang="en-US" sz="2000" b="1" dirty="0">
                <a:solidFill>
                  <a:srgbClr val="0070C0"/>
                </a:solidFill>
                <a:highlight>
                  <a:srgbClr val="FFFF00"/>
                </a:highlight>
              </a:rPr>
              <a:t>minimal </a:t>
            </a:r>
            <a:r>
              <a:rPr lang="en-US" sz="2000" b="1" dirty="0">
                <a:solidFill>
                  <a:srgbClr val="0070C0"/>
                </a:solidFill>
              </a:rPr>
              <a:t>number of attributes </a:t>
            </a:r>
            <a:r>
              <a:rPr lang="en-US" sz="2000" dirty="0"/>
              <a:t>necessary to support the data requirements of the enterprise.</a:t>
            </a:r>
            <a:endParaRPr sz="2000" dirty="0"/>
          </a:p>
          <a:p>
            <a:pPr marL="685800" lvl="1" indent="-228600" algn="l" rtl="0">
              <a:lnSpc>
                <a:spcPct val="90000"/>
              </a:lnSpc>
              <a:spcBef>
                <a:spcPts val="500"/>
              </a:spcBef>
              <a:spcAft>
                <a:spcPts val="0"/>
              </a:spcAft>
              <a:buClr>
                <a:schemeClr val="dk1"/>
              </a:buClr>
              <a:buSzPts val="2000"/>
              <a:buChar char="•"/>
            </a:pPr>
            <a:r>
              <a:rPr lang="en-US" sz="2000" dirty="0"/>
              <a:t>attributes with a close logical relationship (describes as functional dependency) are found in the same relation.</a:t>
            </a:r>
            <a:endParaRPr sz="2000" dirty="0"/>
          </a:p>
          <a:p>
            <a:pPr marL="685800" lvl="1" indent="-228600" algn="l" rtl="0">
              <a:lnSpc>
                <a:spcPct val="90000"/>
              </a:lnSpc>
              <a:spcBef>
                <a:spcPts val="500"/>
              </a:spcBef>
              <a:spcAft>
                <a:spcPts val="0"/>
              </a:spcAft>
              <a:buClr>
                <a:srgbClr val="0070C0"/>
              </a:buClr>
              <a:buSzPts val="2000"/>
              <a:buChar char="•"/>
            </a:pPr>
            <a:r>
              <a:rPr lang="en-US" sz="2000" b="1" dirty="0">
                <a:solidFill>
                  <a:srgbClr val="0070C0"/>
                </a:solidFill>
                <a:highlight>
                  <a:srgbClr val="FFFF00"/>
                </a:highlight>
              </a:rPr>
              <a:t>minimal</a:t>
            </a:r>
            <a:r>
              <a:rPr lang="en-US" sz="2000" dirty="0">
                <a:solidFill>
                  <a:srgbClr val="0070C0"/>
                </a:solidFill>
              </a:rPr>
              <a:t> </a:t>
            </a:r>
            <a:r>
              <a:rPr lang="en-US" sz="2000" b="1" dirty="0">
                <a:solidFill>
                  <a:srgbClr val="0070C0"/>
                </a:solidFill>
              </a:rPr>
              <a:t>redundancy</a:t>
            </a:r>
            <a:r>
              <a:rPr lang="en-US" sz="2000" dirty="0">
                <a:solidFill>
                  <a:srgbClr val="0070C0"/>
                </a:solidFill>
              </a:rPr>
              <a:t> </a:t>
            </a:r>
            <a:r>
              <a:rPr lang="en-US" sz="2000" dirty="0"/>
              <a:t>with each attribute represented only once with the important exception of attributes that form all or part of foreign keys, which are essential for the joining of related relations.</a:t>
            </a:r>
            <a:endParaRPr sz="2000" dirty="0"/>
          </a:p>
        </p:txBody>
      </p:sp>
      <p:sp>
        <p:nvSpPr>
          <p:cNvPr id="107" name="Google Shape;107;p3"/>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Benefit of Normalization</a:t>
            </a:r>
            <a:endParaRPr sz="3600" dirty="0"/>
          </a:p>
        </p:txBody>
      </p:sp>
      <p:sp>
        <p:nvSpPr>
          <p:cNvPr id="114" name="Google Shape;114;p4"/>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Minimize data </a:t>
            </a:r>
            <a:r>
              <a:rPr lang="en-US" sz="2400" b="1" dirty="0">
                <a:solidFill>
                  <a:srgbClr val="0070C0"/>
                </a:solidFill>
              </a:rPr>
              <a:t>redundancies</a:t>
            </a:r>
            <a:r>
              <a:rPr lang="en-US" sz="2400" dirty="0"/>
              <a:t> in a database, thus will reduce storage space required to store the data</a:t>
            </a:r>
            <a:endParaRPr sz="2400" dirty="0"/>
          </a:p>
          <a:p>
            <a:pPr marL="228600" lvl="0" indent="-228600" algn="l" rtl="0">
              <a:lnSpc>
                <a:spcPct val="90000"/>
              </a:lnSpc>
              <a:spcBef>
                <a:spcPts val="1000"/>
              </a:spcBef>
              <a:spcAft>
                <a:spcPts val="0"/>
              </a:spcAft>
              <a:buClr>
                <a:schemeClr val="dk1"/>
              </a:buClr>
              <a:buSzPts val="2400"/>
              <a:buChar char="•"/>
            </a:pPr>
            <a:r>
              <a:rPr lang="en-US" sz="2400" dirty="0"/>
              <a:t>Reduce data </a:t>
            </a:r>
            <a:r>
              <a:rPr lang="en-US" sz="2400" b="1" dirty="0">
                <a:solidFill>
                  <a:srgbClr val="0070C0"/>
                </a:solidFill>
              </a:rPr>
              <a:t>anomalies</a:t>
            </a:r>
            <a:endParaRPr sz="2400" dirty="0"/>
          </a:p>
          <a:p>
            <a:pPr marL="228600" lvl="0" indent="-228600" algn="l" rtl="0">
              <a:lnSpc>
                <a:spcPct val="90000"/>
              </a:lnSpc>
              <a:spcBef>
                <a:spcPts val="1000"/>
              </a:spcBef>
              <a:spcAft>
                <a:spcPts val="0"/>
              </a:spcAft>
              <a:buClr>
                <a:schemeClr val="dk1"/>
              </a:buClr>
              <a:buSzPts val="2400"/>
              <a:buChar char="•"/>
            </a:pPr>
            <a:r>
              <a:rPr lang="en-US" sz="2400" dirty="0"/>
              <a:t>Easy for user to </a:t>
            </a:r>
            <a:r>
              <a:rPr lang="en-US" sz="2400" b="1" dirty="0">
                <a:solidFill>
                  <a:srgbClr val="0070C0"/>
                </a:solidFill>
              </a:rPr>
              <a:t>access</a:t>
            </a:r>
            <a:r>
              <a:rPr lang="en-US" sz="2400" dirty="0"/>
              <a:t> data from a database</a:t>
            </a:r>
            <a:endParaRPr sz="2400" dirty="0"/>
          </a:p>
          <a:p>
            <a:pPr marL="228600" lvl="0" indent="-228600" algn="l" rtl="0">
              <a:lnSpc>
                <a:spcPct val="90000"/>
              </a:lnSpc>
              <a:spcBef>
                <a:spcPts val="1000"/>
              </a:spcBef>
              <a:spcAft>
                <a:spcPts val="0"/>
              </a:spcAft>
              <a:buClr>
                <a:schemeClr val="dk1"/>
              </a:buClr>
              <a:buSzPts val="2400"/>
              <a:buChar char="•"/>
            </a:pPr>
            <a:r>
              <a:rPr lang="en-US" sz="2400" dirty="0"/>
              <a:t>Easy for user to </a:t>
            </a:r>
            <a:r>
              <a:rPr lang="en-US" sz="2400" b="1" dirty="0">
                <a:solidFill>
                  <a:srgbClr val="0070C0"/>
                </a:solidFill>
              </a:rPr>
              <a:t>maintain</a:t>
            </a:r>
            <a:r>
              <a:rPr lang="en-US" sz="2400" dirty="0"/>
              <a:t> data</a:t>
            </a:r>
            <a:endParaRPr sz="2400" dirty="0"/>
          </a:p>
        </p:txBody>
      </p:sp>
      <p:sp>
        <p:nvSpPr>
          <p:cNvPr id="116" name="Google Shape;116;p4"/>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2800" dirty="0"/>
              <a:t>How Normalization Supports Database Design</a:t>
            </a:r>
            <a:endParaRPr sz="2800" dirty="0"/>
          </a:p>
        </p:txBody>
      </p:sp>
      <p:sp>
        <p:nvSpPr>
          <p:cNvPr id="123" name="Google Shape;123;p5"/>
          <p:cNvSpPr txBox="1">
            <a:spLocks noGrp="1"/>
          </p:cNvSpPr>
          <p:nvPr>
            <p:ph type="body" idx="1"/>
          </p:nvPr>
        </p:nvSpPr>
        <p:spPr>
          <a:xfrm>
            <a:off x="90488" y="1420275"/>
            <a:ext cx="3086665"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2 approaches for using normalization:</a:t>
            </a:r>
            <a:endParaRPr sz="2400" dirty="0"/>
          </a:p>
          <a:p>
            <a:pPr marL="685800" lvl="1" indent="-228600" algn="l" rtl="0">
              <a:lnSpc>
                <a:spcPct val="90000"/>
              </a:lnSpc>
              <a:spcBef>
                <a:spcPts val="500"/>
              </a:spcBef>
              <a:spcAft>
                <a:spcPts val="0"/>
              </a:spcAft>
              <a:buClr>
                <a:schemeClr val="dk1"/>
              </a:buClr>
              <a:buSzPts val="2000"/>
              <a:buChar char="•"/>
            </a:pPr>
            <a:r>
              <a:rPr lang="en-US" sz="2000" dirty="0"/>
              <a:t>Approach 1 – normalization can be used as a </a:t>
            </a:r>
            <a:r>
              <a:rPr lang="en-US" sz="2000" b="1" dirty="0">
                <a:solidFill>
                  <a:srgbClr val="0070C0"/>
                </a:solidFill>
              </a:rPr>
              <a:t>bottom-up</a:t>
            </a:r>
            <a:r>
              <a:rPr lang="en-US" sz="2000" dirty="0"/>
              <a:t> standalone database design technique.</a:t>
            </a:r>
            <a:endParaRPr sz="2000" dirty="0"/>
          </a:p>
          <a:p>
            <a:pPr marL="685800" lvl="1" indent="-228600" algn="l" rtl="0">
              <a:lnSpc>
                <a:spcPct val="90000"/>
              </a:lnSpc>
              <a:spcBef>
                <a:spcPts val="500"/>
              </a:spcBef>
              <a:spcAft>
                <a:spcPts val="0"/>
              </a:spcAft>
              <a:buClr>
                <a:schemeClr val="dk1"/>
              </a:buClr>
              <a:buSzPts val="2000"/>
              <a:buChar char="•"/>
            </a:pPr>
            <a:r>
              <a:rPr lang="en-US" sz="2000" dirty="0"/>
              <a:t>Approach 2 – normalization can be used as a </a:t>
            </a:r>
            <a:r>
              <a:rPr lang="en-US" sz="2000" b="1" dirty="0">
                <a:solidFill>
                  <a:srgbClr val="0070C0"/>
                </a:solidFill>
              </a:rPr>
              <a:t>validation</a:t>
            </a:r>
            <a:r>
              <a:rPr lang="en-US" sz="2000" dirty="0"/>
              <a:t> technique to check the structure of relations, using a top-down approach such as ER modeling.</a:t>
            </a:r>
            <a:endParaRPr sz="2000" dirty="0"/>
          </a:p>
        </p:txBody>
      </p:sp>
      <p:sp>
        <p:nvSpPr>
          <p:cNvPr id="125" name="Google Shape;125;p5"/>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a:p>
        </p:txBody>
      </p:sp>
      <p:pic>
        <p:nvPicPr>
          <p:cNvPr id="127" name="Google Shape;127;p5"/>
          <p:cNvPicPr preferRelativeResize="0"/>
          <p:nvPr/>
        </p:nvPicPr>
        <p:blipFill rotWithShape="1">
          <a:blip r:embed="rId3">
            <a:alphaModFix/>
          </a:blip>
          <a:srcRect/>
          <a:stretch/>
        </p:blipFill>
        <p:spPr>
          <a:xfrm>
            <a:off x="3041650" y="1734432"/>
            <a:ext cx="6024067" cy="421656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PART 1: DATA ANOMALIES</a:t>
            </a:r>
            <a:endParaRPr sz="3600" dirty="0"/>
          </a:p>
        </p:txBody>
      </p:sp>
      <p:sp>
        <p:nvSpPr>
          <p:cNvPr id="134" name="Google Shape;134;p6"/>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a:t>
            </a:fld>
            <a:endParaRPr/>
          </a:p>
        </p:txBody>
      </p:sp>
      <p:grpSp>
        <p:nvGrpSpPr>
          <p:cNvPr id="136" name="Google Shape;136;p6"/>
          <p:cNvGrpSpPr/>
          <p:nvPr/>
        </p:nvGrpSpPr>
        <p:grpSpPr>
          <a:xfrm>
            <a:off x="900628" y="1398424"/>
            <a:ext cx="7342742" cy="4525610"/>
            <a:chOff x="271978" y="2557"/>
            <a:chExt cx="7342742" cy="4525610"/>
          </a:xfrm>
        </p:grpSpPr>
        <p:sp>
          <p:nvSpPr>
            <p:cNvPr id="137" name="Google Shape;137;p6"/>
            <p:cNvSpPr/>
            <p:nvPr/>
          </p:nvSpPr>
          <p:spPr>
            <a:xfrm>
              <a:off x="2272661" y="557582"/>
              <a:ext cx="429970" cy="91440"/>
            </a:xfrm>
            <a:custGeom>
              <a:avLst/>
              <a:gdLst/>
              <a:ahLst/>
              <a:cxnLst/>
              <a:rect l="l" t="t" r="r" b="b"/>
              <a:pathLst>
                <a:path w="120000" h="120000" extrusionOk="0">
                  <a:moveTo>
                    <a:pt x="0" y="60000"/>
                  </a:moveTo>
                  <a:lnTo>
                    <a:pt x="120000" y="60000"/>
                  </a:lnTo>
                </a:path>
              </a:pathLst>
            </a:custGeom>
            <a:noFill/>
            <a:ln w="9525" cap="flat" cmpd="sng">
              <a:solidFill>
                <a:schemeClr val="accent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p:cNvSpPr txBox="1"/>
            <p:nvPr/>
          </p:nvSpPr>
          <p:spPr>
            <a:xfrm>
              <a:off x="2476132" y="60099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39" name="Google Shape;139;p6"/>
            <p:cNvSpPr/>
            <p:nvPr/>
          </p:nvSpPr>
          <p:spPr>
            <a:xfrm>
              <a:off x="271978" y="2557"/>
              <a:ext cx="2002482" cy="1201489"/>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6"/>
            <p:cNvSpPr txBox="1"/>
            <p:nvPr/>
          </p:nvSpPr>
          <p:spPr>
            <a:xfrm>
              <a:off x="271978" y="2557"/>
              <a:ext cx="2002482" cy="1201489"/>
            </a:xfrm>
            <a:prstGeom prst="rect">
              <a:avLst/>
            </a:prstGeom>
            <a:noFill/>
            <a:ln>
              <a:noFill/>
            </a:ln>
          </p:spPr>
          <p:txBody>
            <a:bodyPr spcFirstLastPara="1" wrap="square" lIns="128000" tIns="128000" rIns="128000" bIns="12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INTRODUCTION</a:t>
              </a:r>
              <a:endParaRPr sz="1800" b="0" i="0" u="none" strike="noStrike" cap="none">
                <a:solidFill>
                  <a:schemeClr val="lt1"/>
                </a:solidFill>
                <a:latin typeface="Calibri"/>
                <a:ea typeface="Calibri"/>
                <a:cs typeface="Calibri"/>
                <a:sym typeface="Calibri"/>
              </a:endParaRPr>
            </a:p>
          </p:txBody>
        </p:sp>
        <p:sp>
          <p:nvSpPr>
            <p:cNvPr id="141" name="Google Shape;141;p6"/>
            <p:cNvSpPr/>
            <p:nvPr/>
          </p:nvSpPr>
          <p:spPr>
            <a:xfrm>
              <a:off x="5149867" y="557582"/>
              <a:ext cx="429970" cy="91440"/>
            </a:xfrm>
            <a:custGeom>
              <a:avLst/>
              <a:gdLst/>
              <a:ahLst/>
              <a:cxnLst/>
              <a:rect l="l" t="t" r="r" b="b"/>
              <a:pathLst>
                <a:path w="120000" h="120000" extrusionOk="0">
                  <a:moveTo>
                    <a:pt x="0" y="60000"/>
                  </a:moveTo>
                  <a:lnTo>
                    <a:pt x="120000" y="60000"/>
                  </a:lnTo>
                </a:path>
              </a:pathLst>
            </a:custGeom>
            <a:noFill/>
            <a:ln w="9525" cap="flat" cmpd="sng">
              <a:solidFill>
                <a:srgbClr val="B18A8A"/>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6"/>
            <p:cNvSpPr txBox="1"/>
            <p:nvPr/>
          </p:nvSpPr>
          <p:spPr>
            <a:xfrm>
              <a:off x="5353339" y="60099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43" name="Google Shape;143;p6"/>
            <p:cNvSpPr/>
            <p:nvPr/>
          </p:nvSpPr>
          <p:spPr>
            <a:xfrm>
              <a:off x="2735032" y="2557"/>
              <a:ext cx="2416635" cy="1201489"/>
            </a:xfrm>
            <a:prstGeom prst="rect">
              <a:avLst/>
            </a:prstGeom>
            <a:solidFill>
              <a:srgbClr val="AE8D8D"/>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p:cNvSpPr txBox="1"/>
            <p:nvPr/>
          </p:nvSpPr>
          <p:spPr>
            <a:xfrm>
              <a:off x="2735032" y="2557"/>
              <a:ext cx="2416635" cy="1201489"/>
            </a:xfrm>
            <a:prstGeom prst="rect">
              <a:avLst/>
            </a:prstGeom>
            <a:noFill/>
            <a:ln>
              <a:noFill/>
            </a:ln>
          </p:spPr>
          <p:txBody>
            <a:bodyPr spcFirstLastPara="1" wrap="square" lIns="128000" tIns="128000" rIns="128000" bIns="12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PART 1</a:t>
              </a:r>
              <a:endParaRPr/>
            </a:p>
            <a:p>
              <a:pPr marL="0" marR="0" lvl="0" indent="0" algn="ctr" rtl="0">
                <a:lnSpc>
                  <a:spcPct val="90000"/>
                </a:lnSpc>
                <a:spcBef>
                  <a:spcPts val="63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DATA REDUNDANCIES &amp; ANAMOLIES</a:t>
              </a:r>
              <a:endParaRPr sz="1800" b="0" i="0" u="none" strike="noStrike" cap="none">
                <a:solidFill>
                  <a:schemeClr val="lt1"/>
                </a:solidFill>
                <a:latin typeface="Calibri"/>
                <a:ea typeface="Calibri"/>
                <a:cs typeface="Calibri"/>
                <a:sym typeface="Calibri"/>
              </a:endParaRPr>
            </a:p>
          </p:txBody>
        </p:sp>
        <p:sp>
          <p:nvSpPr>
            <p:cNvPr id="145" name="Google Shape;145;p6"/>
            <p:cNvSpPr/>
            <p:nvPr/>
          </p:nvSpPr>
          <p:spPr>
            <a:xfrm>
              <a:off x="1273219" y="1202246"/>
              <a:ext cx="5340260" cy="429970"/>
            </a:xfrm>
            <a:custGeom>
              <a:avLst/>
              <a:gdLst/>
              <a:ahLst/>
              <a:cxnLst/>
              <a:rect l="l" t="t" r="r" b="b"/>
              <a:pathLst>
                <a:path w="120000" h="120000" extrusionOk="0">
                  <a:moveTo>
                    <a:pt x="120000" y="0"/>
                  </a:moveTo>
                  <a:lnTo>
                    <a:pt x="120000" y="64772"/>
                  </a:lnTo>
                  <a:lnTo>
                    <a:pt x="0" y="64772"/>
                  </a:lnTo>
                  <a:lnTo>
                    <a:pt x="0" y="120000"/>
                  </a:lnTo>
                </a:path>
              </a:pathLst>
            </a:custGeom>
            <a:noFill/>
            <a:ln w="9525" cap="flat" cmpd="sng">
              <a:solidFill>
                <a:srgbClr val="C06C6C"/>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6"/>
            <p:cNvSpPr txBox="1"/>
            <p:nvPr/>
          </p:nvSpPr>
          <p:spPr>
            <a:xfrm>
              <a:off x="3809347" y="1414929"/>
              <a:ext cx="268004"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47" name="Google Shape;147;p6"/>
            <p:cNvSpPr/>
            <p:nvPr/>
          </p:nvSpPr>
          <p:spPr>
            <a:xfrm>
              <a:off x="5612238" y="2557"/>
              <a:ext cx="2002482" cy="1201489"/>
            </a:xfrm>
            <a:prstGeom prst="rect">
              <a:avLst/>
            </a:prstGeom>
            <a:solidFill>
              <a:srgbClr val="B9767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6"/>
            <p:cNvSpPr txBox="1"/>
            <p:nvPr/>
          </p:nvSpPr>
          <p:spPr>
            <a:xfrm>
              <a:off x="5612238" y="2557"/>
              <a:ext cx="2002482" cy="1201489"/>
            </a:xfrm>
            <a:prstGeom prst="rect">
              <a:avLst/>
            </a:prstGeom>
            <a:noFill/>
            <a:ln>
              <a:noFill/>
            </a:ln>
          </p:spPr>
          <p:txBody>
            <a:bodyPr spcFirstLastPara="1" wrap="square" lIns="128000" tIns="128000" rIns="128000" bIns="12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PART 2</a:t>
              </a:r>
              <a:endParaRPr/>
            </a:p>
            <a:p>
              <a:pPr marL="0" marR="0" lvl="0" indent="0" algn="ctr" rtl="0">
                <a:lnSpc>
                  <a:spcPct val="90000"/>
                </a:lnSpc>
                <a:spcBef>
                  <a:spcPts val="63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DEPENDENCIES</a:t>
              </a:r>
              <a:endParaRPr sz="1800" b="0" i="0" u="none" strike="noStrike" cap="none">
                <a:solidFill>
                  <a:schemeClr val="lt1"/>
                </a:solidFill>
                <a:latin typeface="Calibri"/>
                <a:ea typeface="Calibri"/>
                <a:cs typeface="Calibri"/>
                <a:sym typeface="Calibri"/>
              </a:endParaRPr>
            </a:p>
          </p:txBody>
        </p:sp>
        <p:sp>
          <p:nvSpPr>
            <p:cNvPr id="149" name="Google Shape;149;p6"/>
            <p:cNvSpPr/>
            <p:nvPr/>
          </p:nvSpPr>
          <p:spPr>
            <a:xfrm>
              <a:off x="2272661" y="2219642"/>
              <a:ext cx="429970" cy="91440"/>
            </a:xfrm>
            <a:custGeom>
              <a:avLst/>
              <a:gdLst/>
              <a:ahLst/>
              <a:cxnLst/>
              <a:rect l="l" t="t" r="r" b="b"/>
              <a:pathLst>
                <a:path w="120000" h="120000" extrusionOk="0">
                  <a:moveTo>
                    <a:pt x="0" y="60000"/>
                  </a:moveTo>
                  <a:lnTo>
                    <a:pt x="120000" y="60000"/>
                  </a:lnTo>
                </a:path>
              </a:pathLst>
            </a:custGeom>
            <a:noFill/>
            <a:ln w="9525" cap="flat" cmpd="sng">
              <a:solidFill>
                <a:srgbClr val="D14A4A"/>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6"/>
            <p:cNvSpPr txBox="1"/>
            <p:nvPr/>
          </p:nvSpPr>
          <p:spPr>
            <a:xfrm>
              <a:off x="2476132" y="226305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51" name="Google Shape;151;p6"/>
            <p:cNvSpPr/>
            <p:nvPr/>
          </p:nvSpPr>
          <p:spPr>
            <a:xfrm>
              <a:off x="271978" y="1664617"/>
              <a:ext cx="2002482" cy="1201489"/>
            </a:xfrm>
            <a:prstGeom prst="rect">
              <a:avLst/>
            </a:prstGeom>
            <a:solidFill>
              <a:srgbClr val="C85B5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6"/>
            <p:cNvSpPr txBox="1"/>
            <p:nvPr/>
          </p:nvSpPr>
          <p:spPr>
            <a:xfrm>
              <a:off x="271978" y="1664617"/>
              <a:ext cx="2002482" cy="1201489"/>
            </a:xfrm>
            <a:prstGeom prst="rect">
              <a:avLst/>
            </a:prstGeom>
            <a:noFill/>
            <a:ln>
              <a:noFill/>
            </a:ln>
          </p:spPr>
          <p:txBody>
            <a:bodyPr spcFirstLastPara="1" wrap="square" lIns="128000" tIns="128000" rIns="128000" bIns="12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PART 3</a:t>
              </a:r>
              <a:endParaRPr/>
            </a:p>
            <a:p>
              <a:pPr marL="0" marR="0" lvl="0" indent="0" algn="ctr" rtl="0">
                <a:lnSpc>
                  <a:spcPct val="90000"/>
                </a:lnSpc>
                <a:spcBef>
                  <a:spcPts val="63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FIRST NORMAL FORM </a:t>
              </a:r>
              <a:endParaRPr sz="1800" b="0" i="0" u="none" strike="noStrike" cap="none">
                <a:solidFill>
                  <a:schemeClr val="lt1"/>
                </a:solidFill>
                <a:latin typeface="Calibri"/>
                <a:ea typeface="Calibri"/>
                <a:cs typeface="Calibri"/>
                <a:sym typeface="Calibri"/>
              </a:endParaRPr>
            </a:p>
          </p:txBody>
        </p:sp>
        <p:sp>
          <p:nvSpPr>
            <p:cNvPr id="153" name="Google Shape;153;p6"/>
            <p:cNvSpPr/>
            <p:nvPr/>
          </p:nvSpPr>
          <p:spPr>
            <a:xfrm>
              <a:off x="4735714" y="2219642"/>
              <a:ext cx="429970" cy="91440"/>
            </a:xfrm>
            <a:custGeom>
              <a:avLst/>
              <a:gdLst/>
              <a:ahLst/>
              <a:cxnLst/>
              <a:rect l="l" t="t" r="r" b="b"/>
              <a:pathLst>
                <a:path w="120000" h="120000" extrusionOk="0">
                  <a:moveTo>
                    <a:pt x="0" y="60000"/>
                  </a:moveTo>
                  <a:lnTo>
                    <a:pt x="120000" y="60000"/>
                  </a:lnTo>
                </a:path>
              </a:pathLst>
            </a:custGeom>
            <a:noFill/>
            <a:ln w="9525" cap="flat" cmpd="sng">
              <a:solidFill>
                <a:srgbClr val="E72527"/>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6"/>
            <p:cNvSpPr txBox="1"/>
            <p:nvPr/>
          </p:nvSpPr>
          <p:spPr>
            <a:xfrm>
              <a:off x="4939185" y="226305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55" name="Google Shape;155;p6"/>
            <p:cNvSpPr/>
            <p:nvPr/>
          </p:nvSpPr>
          <p:spPr>
            <a:xfrm>
              <a:off x="2735032" y="1664617"/>
              <a:ext cx="2002482" cy="1201489"/>
            </a:xfrm>
            <a:prstGeom prst="rect">
              <a:avLst/>
            </a:prstGeom>
            <a:solidFill>
              <a:srgbClr val="D83E3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6"/>
            <p:cNvSpPr txBox="1"/>
            <p:nvPr/>
          </p:nvSpPr>
          <p:spPr>
            <a:xfrm>
              <a:off x="2735032" y="1664617"/>
              <a:ext cx="2002482" cy="1201489"/>
            </a:xfrm>
            <a:prstGeom prst="rect">
              <a:avLst/>
            </a:prstGeom>
            <a:noFill/>
            <a:ln>
              <a:noFill/>
            </a:ln>
          </p:spPr>
          <p:txBody>
            <a:bodyPr spcFirstLastPara="1" wrap="square" lIns="128000" tIns="128000" rIns="128000" bIns="12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PART 4</a:t>
              </a:r>
              <a:endParaRPr/>
            </a:p>
            <a:p>
              <a:pPr marL="0" marR="0" lvl="0" indent="0" algn="ctr" rtl="0">
                <a:lnSpc>
                  <a:spcPct val="90000"/>
                </a:lnSpc>
                <a:spcBef>
                  <a:spcPts val="63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SECOND NORMAL FORM </a:t>
              </a:r>
              <a:endParaRPr sz="1800" b="0" i="0" u="none" strike="noStrike" cap="none">
                <a:solidFill>
                  <a:schemeClr val="lt1"/>
                </a:solidFill>
                <a:latin typeface="Calibri"/>
                <a:ea typeface="Calibri"/>
                <a:cs typeface="Calibri"/>
                <a:sym typeface="Calibri"/>
              </a:endParaRPr>
            </a:p>
          </p:txBody>
        </p:sp>
        <p:sp>
          <p:nvSpPr>
            <p:cNvPr id="157" name="Google Shape;157;p6"/>
            <p:cNvSpPr/>
            <p:nvPr/>
          </p:nvSpPr>
          <p:spPr>
            <a:xfrm>
              <a:off x="1273219" y="2864307"/>
              <a:ext cx="4926106" cy="429970"/>
            </a:xfrm>
            <a:custGeom>
              <a:avLst/>
              <a:gdLst/>
              <a:ahLst/>
              <a:cxnLst/>
              <a:rect l="l" t="t" r="r" b="b"/>
              <a:pathLst>
                <a:path w="120000" h="120000" extrusionOk="0">
                  <a:moveTo>
                    <a:pt x="120000" y="0"/>
                  </a:moveTo>
                  <a:lnTo>
                    <a:pt x="120000" y="64772"/>
                  </a:lnTo>
                  <a:lnTo>
                    <a:pt x="0" y="64772"/>
                  </a:lnTo>
                  <a:lnTo>
                    <a:pt x="0" y="120000"/>
                  </a:lnTo>
                </a:path>
              </a:pathLst>
            </a:custGeom>
            <a:noFill/>
            <a:ln w="9525" cap="flat" cmpd="sng">
              <a:solidFill>
                <a:srgbClr val="FE0000"/>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6"/>
            <p:cNvSpPr txBox="1"/>
            <p:nvPr/>
          </p:nvSpPr>
          <p:spPr>
            <a:xfrm>
              <a:off x="3612583" y="3076989"/>
              <a:ext cx="247379"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59" name="Google Shape;159;p6"/>
            <p:cNvSpPr/>
            <p:nvPr/>
          </p:nvSpPr>
          <p:spPr>
            <a:xfrm>
              <a:off x="5198085" y="1664617"/>
              <a:ext cx="2002482" cy="1201489"/>
            </a:xfrm>
            <a:prstGeom prst="rect">
              <a:avLst/>
            </a:prstGeom>
            <a:solidFill>
              <a:srgbClr val="E9212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6"/>
            <p:cNvSpPr txBox="1"/>
            <p:nvPr/>
          </p:nvSpPr>
          <p:spPr>
            <a:xfrm>
              <a:off x="5198085" y="1664617"/>
              <a:ext cx="2002482" cy="1201489"/>
            </a:xfrm>
            <a:prstGeom prst="rect">
              <a:avLst/>
            </a:prstGeom>
            <a:noFill/>
            <a:ln>
              <a:noFill/>
            </a:ln>
          </p:spPr>
          <p:txBody>
            <a:bodyPr spcFirstLastPara="1" wrap="square" lIns="128000" tIns="128000" rIns="128000" bIns="12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PART 5</a:t>
              </a:r>
              <a:endParaRPr/>
            </a:p>
            <a:p>
              <a:pPr marL="0" marR="0" lvl="0" indent="0" algn="ctr" rtl="0">
                <a:lnSpc>
                  <a:spcPct val="90000"/>
                </a:lnSpc>
                <a:spcBef>
                  <a:spcPts val="63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THIRD NORMAL FORM </a:t>
              </a:r>
              <a:endParaRPr sz="1800" b="0" i="0" u="none" strike="noStrike" cap="none">
                <a:solidFill>
                  <a:schemeClr val="lt1"/>
                </a:solidFill>
                <a:latin typeface="Calibri"/>
                <a:ea typeface="Calibri"/>
                <a:cs typeface="Calibri"/>
                <a:sym typeface="Calibri"/>
              </a:endParaRPr>
            </a:p>
          </p:txBody>
        </p:sp>
        <p:sp>
          <p:nvSpPr>
            <p:cNvPr id="161" name="Google Shape;161;p6"/>
            <p:cNvSpPr/>
            <p:nvPr/>
          </p:nvSpPr>
          <p:spPr>
            <a:xfrm>
              <a:off x="271978" y="3326678"/>
              <a:ext cx="2002482" cy="1201489"/>
            </a:xfrm>
            <a:prstGeom prst="rect">
              <a:avLst/>
            </a:prstGeom>
            <a:solidFill>
              <a:srgbClr val="FE000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6"/>
            <p:cNvSpPr txBox="1"/>
            <p:nvPr/>
          </p:nvSpPr>
          <p:spPr>
            <a:xfrm>
              <a:off x="271978" y="3326678"/>
              <a:ext cx="2002482" cy="1201489"/>
            </a:xfrm>
            <a:prstGeom prst="rect">
              <a:avLst/>
            </a:prstGeom>
            <a:noFill/>
            <a:ln>
              <a:noFill/>
            </a:ln>
          </p:spPr>
          <p:txBody>
            <a:bodyPr spcFirstLastPara="1" wrap="square" lIns="128000" tIns="128000" rIns="128000" bIns="12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PART 6</a:t>
              </a:r>
              <a:endParaRPr/>
            </a:p>
            <a:p>
              <a:pPr marL="0" marR="0" lvl="0" indent="0" algn="ctr" rtl="0">
                <a:lnSpc>
                  <a:spcPct val="90000"/>
                </a:lnSpc>
                <a:spcBef>
                  <a:spcPts val="63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BOYCE-CODD NORMAL FORM</a:t>
              </a:r>
              <a:endParaRPr sz="1800" b="0" i="0" u="none" strike="noStrike" cap="none">
                <a:solidFill>
                  <a:schemeClr val="lt1"/>
                </a:solidFill>
                <a:latin typeface="Calibri"/>
                <a:ea typeface="Calibri"/>
                <a:cs typeface="Calibri"/>
                <a:sym typeface="Calibri"/>
              </a:endParaRPr>
            </a:p>
          </p:txBody>
        </p:sp>
      </p:grpSp>
      <p:sp>
        <p:nvSpPr>
          <p:cNvPr id="163" name="Google Shape;163;p6"/>
          <p:cNvSpPr/>
          <p:nvPr/>
        </p:nvSpPr>
        <p:spPr>
          <a:xfrm>
            <a:off x="628650" y="1284514"/>
            <a:ext cx="2299607" cy="1469572"/>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4" name="Google Shape;164;p6"/>
          <p:cNvSpPr/>
          <p:nvPr/>
        </p:nvSpPr>
        <p:spPr>
          <a:xfrm>
            <a:off x="6215743" y="1328739"/>
            <a:ext cx="2299607" cy="1469572"/>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5" name="Google Shape;165;p6"/>
          <p:cNvSpPr/>
          <p:nvPr/>
        </p:nvSpPr>
        <p:spPr>
          <a:xfrm>
            <a:off x="894669" y="3059571"/>
            <a:ext cx="7620681" cy="1292219"/>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6" name="Google Shape;166;p6"/>
          <p:cNvSpPr/>
          <p:nvPr/>
        </p:nvSpPr>
        <p:spPr>
          <a:xfrm>
            <a:off x="674233" y="4719425"/>
            <a:ext cx="2367417" cy="1292219"/>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7"/>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2400"/>
              <a:t>Before we start…</a:t>
            </a:r>
            <a:endParaRPr sz="2400"/>
          </a:p>
        </p:txBody>
      </p:sp>
      <p:sp>
        <p:nvSpPr>
          <p:cNvPr id="173" name="Google Shape;173;p7"/>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7</a:t>
            </a:fld>
            <a:endParaRPr/>
          </a:p>
        </p:txBody>
      </p:sp>
      <p:sp>
        <p:nvSpPr>
          <p:cNvPr id="175" name="Google Shape;175;p7"/>
          <p:cNvSpPr txBox="1">
            <a:spLocks noGrp="1"/>
          </p:cNvSpPr>
          <p:nvPr>
            <p:ph type="body" idx="1"/>
          </p:nvPr>
        </p:nvSpPr>
        <p:spPr>
          <a:xfrm>
            <a:off x="628650" y="1521950"/>
            <a:ext cx="7886700" cy="55722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a:t>Need to understand two concepts:</a:t>
            </a:r>
            <a:endParaRPr/>
          </a:p>
        </p:txBody>
      </p:sp>
      <p:sp>
        <p:nvSpPr>
          <p:cNvPr id="176" name="Google Shape;176;p7"/>
          <p:cNvSpPr txBox="1"/>
          <p:nvPr/>
        </p:nvSpPr>
        <p:spPr>
          <a:xfrm>
            <a:off x="1651567" y="2286445"/>
            <a:ext cx="5840866" cy="931878"/>
          </a:xfrm>
          <a:prstGeom prst="rect">
            <a:avLst/>
          </a:prstGeom>
          <a:solidFill>
            <a:srgbClr val="830E3E"/>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2400"/>
              <a:buFont typeface="Arial"/>
              <a:buNone/>
            </a:pPr>
            <a:r>
              <a:rPr lang="en-US" sz="2400" b="0" i="0" u="none" strike="noStrike" cap="none">
                <a:solidFill>
                  <a:schemeClr val="lt1"/>
                </a:solidFill>
                <a:latin typeface="Calibri"/>
                <a:ea typeface="Calibri"/>
                <a:cs typeface="Calibri"/>
                <a:sym typeface="Calibri"/>
              </a:rPr>
              <a:t>1) DATA REDUNDANCY</a:t>
            </a:r>
            <a:endParaRPr/>
          </a:p>
        </p:txBody>
      </p:sp>
      <p:sp>
        <p:nvSpPr>
          <p:cNvPr id="177" name="Google Shape;177;p7"/>
          <p:cNvSpPr txBox="1"/>
          <p:nvPr/>
        </p:nvSpPr>
        <p:spPr>
          <a:xfrm>
            <a:off x="1651567" y="3457782"/>
            <a:ext cx="5840866" cy="931878"/>
          </a:xfrm>
          <a:prstGeom prst="rect">
            <a:avLst/>
          </a:prstGeom>
          <a:solidFill>
            <a:srgbClr val="830E3E"/>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2400"/>
              <a:buFont typeface="Arial"/>
              <a:buNone/>
            </a:pPr>
            <a:r>
              <a:rPr lang="en-US" sz="2400" b="0" i="0" u="none" strike="noStrike" cap="none">
                <a:solidFill>
                  <a:schemeClr val="lt1"/>
                </a:solidFill>
                <a:latin typeface="Calibri"/>
                <a:ea typeface="Calibri"/>
                <a:cs typeface="Calibri"/>
                <a:sym typeface="Calibri"/>
              </a:rPr>
              <a:t>2) UPDATE ANOMALIES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3" name="Google Shape;183;p8"/>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8</a:t>
            </a:fld>
            <a:endParaRPr/>
          </a:p>
        </p:txBody>
      </p:sp>
      <p:sp>
        <p:nvSpPr>
          <p:cNvPr id="185" name="Google Shape;185;p8"/>
          <p:cNvSpPr txBox="1">
            <a:spLocks noGrp="1"/>
          </p:cNvSpPr>
          <p:nvPr>
            <p:ph type="body" idx="1"/>
          </p:nvPr>
        </p:nvSpPr>
        <p:spPr>
          <a:xfrm>
            <a:off x="414565" y="733925"/>
            <a:ext cx="7886700" cy="8334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a:t>To understand the two concepts, we will be referring to the situation below:</a:t>
            </a:r>
            <a:endParaRPr/>
          </a:p>
        </p:txBody>
      </p:sp>
      <p:pic>
        <p:nvPicPr>
          <p:cNvPr id="186" name="Google Shape;186;p8"/>
          <p:cNvPicPr preferRelativeResize="0"/>
          <p:nvPr/>
        </p:nvPicPr>
        <p:blipFill rotWithShape="1">
          <a:blip r:embed="rId3">
            <a:alphaModFix/>
          </a:blip>
          <a:srcRect/>
          <a:stretch/>
        </p:blipFill>
        <p:spPr>
          <a:xfrm>
            <a:off x="5223818" y="1504602"/>
            <a:ext cx="3272596" cy="3033137"/>
          </a:xfrm>
          <a:prstGeom prst="rect">
            <a:avLst/>
          </a:prstGeom>
          <a:noFill/>
          <a:ln>
            <a:noFill/>
          </a:ln>
        </p:spPr>
      </p:pic>
      <p:pic>
        <p:nvPicPr>
          <p:cNvPr id="187" name="Google Shape;187;p8"/>
          <p:cNvPicPr preferRelativeResize="0"/>
          <p:nvPr/>
        </p:nvPicPr>
        <p:blipFill rotWithShape="1">
          <a:blip r:embed="rId4">
            <a:alphaModFix/>
          </a:blip>
          <a:srcRect/>
          <a:stretch/>
        </p:blipFill>
        <p:spPr>
          <a:xfrm>
            <a:off x="219416" y="1567387"/>
            <a:ext cx="4411323" cy="1767714"/>
          </a:xfrm>
          <a:prstGeom prst="rect">
            <a:avLst/>
          </a:prstGeom>
          <a:noFill/>
          <a:ln>
            <a:noFill/>
          </a:ln>
        </p:spPr>
      </p:pic>
      <p:sp>
        <p:nvSpPr>
          <p:cNvPr id="188" name="Google Shape;188;p8"/>
          <p:cNvSpPr/>
          <p:nvPr/>
        </p:nvSpPr>
        <p:spPr>
          <a:xfrm>
            <a:off x="78219" y="4660443"/>
            <a:ext cx="4411323" cy="40796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a:solidFill>
                  <a:schemeClr val="lt1"/>
                </a:solidFill>
                <a:latin typeface="Calibri"/>
                <a:ea typeface="Calibri"/>
                <a:cs typeface="Calibri"/>
                <a:sym typeface="Calibri"/>
              </a:rPr>
              <a:t>Situation 1</a:t>
            </a:r>
            <a:endParaRPr/>
          </a:p>
        </p:txBody>
      </p:sp>
      <p:sp>
        <p:nvSpPr>
          <p:cNvPr id="189" name="Google Shape;189;p8"/>
          <p:cNvSpPr/>
          <p:nvPr/>
        </p:nvSpPr>
        <p:spPr>
          <a:xfrm>
            <a:off x="4654456" y="4660443"/>
            <a:ext cx="4411323" cy="40796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a:solidFill>
                  <a:schemeClr val="lt1"/>
                </a:solidFill>
                <a:latin typeface="Calibri"/>
                <a:ea typeface="Calibri"/>
                <a:cs typeface="Calibri"/>
                <a:sym typeface="Calibri"/>
              </a:rPr>
              <a:t>Situation 2</a:t>
            </a:r>
            <a:endParaRPr/>
          </a:p>
        </p:txBody>
      </p:sp>
      <p:sp>
        <p:nvSpPr>
          <p:cNvPr id="190" name="Google Shape;190;p8"/>
          <p:cNvSpPr/>
          <p:nvPr/>
        </p:nvSpPr>
        <p:spPr>
          <a:xfrm>
            <a:off x="4654456" y="5126036"/>
            <a:ext cx="4411323" cy="1103112"/>
          </a:xfrm>
          <a:prstGeom prst="roundRect">
            <a:avLst>
              <a:gd name="adj" fmla="val 16667"/>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a:solidFill>
                  <a:schemeClr val="dk1"/>
                </a:solidFill>
                <a:latin typeface="Calibri"/>
                <a:ea typeface="Calibri"/>
                <a:cs typeface="Calibri"/>
                <a:sym typeface="Calibri"/>
              </a:rPr>
              <a:t>Information of staffs in </a:t>
            </a:r>
            <a:r>
              <a:rPr lang="en-US" sz="2000" b="0" i="1" u="none" strike="noStrike" cap="none">
                <a:solidFill>
                  <a:schemeClr val="dk1"/>
                </a:solidFill>
                <a:latin typeface="Calibri"/>
                <a:ea typeface="Calibri"/>
                <a:cs typeface="Calibri"/>
                <a:sym typeface="Calibri"/>
              </a:rPr>
              <a:t>Staff </a:t>
            </a:r>
            <a:r>
              <a:rPr lang="en-US" sz="2000" b="0" i="0" u="none" strike="noStrike" cap="none">
                <a:solidFill>
                  <a:schemeClr val="dk1"/>
                </a:solidFill>
                <a:latin typeface="Calibri"/>
                <a:ea typeface="Calibri"/>
                <a:cs typeface="Calibri"/>
                <a:sym typeface="Calibri"/>
              </a:rPr>
              <a:t>relation</a:t>
            </a:r>
            <a:endParaRPr/>
          </a:p>
          <a:p>
            <a:pPr marL="0" marR="0" lvl="0" indent="0" algn="ctr" rtl="0">
              <a:spcBef>
                <a:spcPts val="0"/>
              </a:spcBef>
              <a:spcAft>
                <a:spcPts val="0"/>
              </a:spcAft>
              <a:buNone/>
            </a:pPr>
            <a:r>
              <a:rPr lang="en-US" sz="2000" b="0" i="0" u="none" strike="noStrike" cap="none">
                <a:solidFill>
                  <a:schemeClr val="dk1"/>
                </a:solidFill>
                <a:latin typeface="Calibri"/>
                <a:ea typeface="Calibri"/>
                <a:cs typeface="Calibri"/>
                <a:sym typeface="Calibri"/>
              </a:rPr>
              <a:t>Information of branch in </a:t>
            </a:r>
            <a:r>
              <a:rPr lang="en-US" sz="2000" b="0" i="1" u="none" strike="noStrike" cap="none">
                <a:solidFill>
                  <a:schemeClr val="dk1"/>
                </a:solidFill>
                <a:latin typeface="Calibri"/>
                <a:ea typeface="Calibri"/>
                <a:cs typeface="Calibri"/>
                <a:sym typeface="Calibri"/>
              </a:rPr>
              <a:t>Branch </a:t>
            </a:r>
            <a:r>
              <a:rPr lang="en-US" sz="2000" b="0" i="0" u="none" strike="noStrike" cap="none">
                <a:solidFill>
                  <a:schemeClr val="dk1"/>
                </a:solidFill>
                <a:latin typeface="Calibri"/>
                <a:ea typeface="Calibri"/>
                <a:cs typeface="Calibri"/>
                <a:sym typeface="Calibri"/>
              </a:rPr>
              <a:t>relation</a:t>
            </a:r>
            <a:endParaRPr/>
          </a:p>
        </p:txBody>
      </p:sp>
      <p:sp>
        <p:nvSpPr>
          <p:cNvPr id="191" name="Google Shape;191;p8"/>
          <p:cNvSpPr/>
          <p:nvPr/>
        </p:nvSpPr>
        <p:spPr>
          <a:xfrm>
            <a:off x="78218" y="5142387"/>
            <a:ext cx="4411323" cy="1099303"/>
          </a:xfrm>
          <a:prstGeom prst="roundRect">
            <a:avLst>
              <a:gd name="adj" fmla="val 16667"/>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a:solidFill>
                  <a:schemeClr val="dk1"/>
                </a:solidFill>
                <a:latin typeface="Calibri"/>
                <a:ea typeface="Calibri"/>
                <a:cs typeface="Calibri"/>
                <a:sym typeface="Calibri"/>
              </a:rPr>
              <a:t>Both information of staffs and branch are in </a:t>
            </a:r>
            <a:r>
              <a:rPr lang="en-US" sz="2000" b="0" i="1" u="none" strike="noStrike" cap="none">
                <a:solidFill>
                  <a:schemeClr val="dk1"/>
                </a:solidFill>
                <a:latin typeface="Calibri"/>
                <a:ea typeface="Calibri"/>
                <a:cs typeface="Calibri"/>
                <a:sym typeface="Calibri"/>
              </a:rPr>
              <a:t>StaffBranch</a:t>
            </a:r>
            <a:r>
              <a:rPr lang="en-US" sz="2000" b="0" i="0" u="none" strike="noStrike" cap="none">
                <a:solidFill>
                  <a:schemeClr val="dk1"/>
                </a:solidFill>
                <a:latin typeface="Calibri"/>
                <a:ea typeface="Calibri"/>
                <a:cs typeface="Calibri"/>
                <a:sym typeface="Calibri"/>
              </a:rPr>
              <a:t> relation</a:t>
            </a:r>
            <a:endParaRPr/>
          </a:p>
        </p:txBody>
      </p:sp>
      <p:sp>
        <p:nvSpPr>
          <p:cNvPr id="192" name="Google Shape;192;p8"/>
          <p:cNvSpPr/>
          <p:nvPr/>
        </p:nvSpPr>
        <p:spPr>
          <a:xfrm>
            <a:off x="4171069" y="4474954"/>
            <a:ext cx="801859" cy="778939"/>
          </a:xfrm>
          <a:prstGeom prst="ellipse">
            <a:avLst/>
          </a:prstGeom>
          <a:gradFill>
            <a:gsLst>
              <a:gs pos="0">
                <a:srgbClr val="F7BCA2"/>
              </a:gs>
              <a:gs pos="50000">
                <a:srgbClr val="F4B093"/>
              </a:gs>
              <a:gs pos="100000">
                <a:srgbClr val="F7A47F"/>
              </a:gs>
            </a:gsLst>
            <a:lin ang="5400000" scaled="0"/>
          </a:gradFill>
          <a:ln w="952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VS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9"/>
          <p:cNvSpPr txBox="1">
            <a:spLocks noGrp="1"/>
          </p:cNvSpPr>
          <p:nvPr>
            <p:ph type="title"/>
          </p:nvPr>
        </p:nvSpPr>
        <p:spPr>
          <a:xfrm>
            <a:off x="628650" y="745786"/>
            <a:ext cx="7886700" cy="927100"/>
          </a:xfrm>
          <a:prstGeom prst="rect">
            <a:avLst/>
          </a:prstGeom>
          <a:solidFill>
            <a:srgbClr val="830E3E"/>
          </a:solid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600" dirty="0">
                <a:solidFill>
                  <a:schemeClr val="lt1"/>
                </a:solidFill>
              </a:rPr>
              <a:t>1) DATA REDUNDANCY</a:t>
            </a:r>
            <a:endParaRPr sz="3600" dirty="0"/>
          </a:p>
        </p:txBody>
      </p:sp>
      <p:sp>
        <p:nvSpPr>
          <p:cNvPr id="198" name="Google Shape;198;p9"/>
          <p:cNvSpPr txBox="1">
            <a:spLocks noGrp="1"/>
          </p:cNvSpPr>
          <p:nvPr>
            <p:ph type="body" idx="1"/>
          </p:nvPr>
        </p:nvSpPr>
        <p:spPr>
          <a:xfrm>
            <a:off x="78221" y="1751675"/>
            <a:ext cx="4522033" cy="374015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Data redundancy = </a:t>
            </a:r>
            <a:r>
              <a:rPr lang="en-US" sz="2400" b="1" dirty="0">
                <a:solidFill>
                  <a:srgbClr val="0070C0"/>
                </a:solidFill>
              </a:rPr>
              <a:t>repeated details </a:t>
            </a:r>
            <a:r>
              <a:rPr lang="en-US" sz="2400" dirty="0"/>
              <a:t>for the same data</a:t>
            </a:r>
            <a:endParaRPr sz="2400" dirty="0"/>
          </a:p>
          <a:p>
            <a:pPr marL="228600" lvl="0" indent="-228600" algn="l" rtl="0">
              <a:lnSpc>
                <a:spcPct val="90000"/>
              </a:lnSpc>
              <a:spcBef>
                <a:spcPts val="1000"/>
              </a:spcBef>
              <a:spcAft>
                <a:spcPts val="0"/>
              </a:spcAft>
              <a:buClr>
                <a:schemeClr val="dk1"/>
              </a:buClr>
              <a:buSzPts val="2400"/>
              <a:buChar char="•"/>
            </a:pPr>
            <a:r>
              <a:rPr lang="en-US" sz="2400" dirty="0"/>
              <a:t>To </a:t>
            </a:r>
            <a:r>
              <a:rPr lang="en-US" sz="2400" b="1" dirty="0">
                <a:solidFill>
                  <a:srgbClr val="0070C0"/>
                </a:solidFill>
              </a:rPr>
              <a:t>minimize</a:t>
            </a:r>
            <a:r>
              <a:rPr lang="en-US" sz="2400" dirty="0"/>
              <a:t> data redundancy group attributes into relations in Relational Database (RD).</a:t>
            </a:r>
            <a:endParaRPr sz="2400" dirty="0"/>
          </a:p>
          <a:p>
            <a:pPr marL="228600" lvl="0" indent="-228600" algn="l" rtl="0">
              <a:lnSpc>
                <a:spcPct val="90000"/>
              </a:lnSpc>
              <a:spcBef>
                <a:spcPts val="1000"/>
              </a:spcBef>
              <a:spcAft>
                <a:spcPts val="0"/>
              </a:spcAft>
              <a:buClr>
                <a:schemeClr val="dk1"/>
              </a:buClr>
              <a:buSzPts val="2400"/>
              <a:buChar char="•"/>
            </a:pPr>
            <a:r>
              <a:rPr lang="en-US" sz="2400" dirty="0"/>
              <a:t>This would give benefits for the implemented database, such as:</a:t>
            </a:r>
            <a:endParaRPr sz="2400" dirty="0"/>
          </a:p>
          <a:p>
            <a:pPr marL="685800" lvl="1" indent="-228600" algn="l" rtl="0">
              <a:lnSpc>
                <a:spcPct val="90000"/>
              </a:lnSpc>
              <a:spcBef>
                <a:spcPts val="500"/>
              </a:spcBef>
              <a:spcAft>
                <a:spcPts val="0"/>
              </a:spcAft>
              <a:buClr>
                <a:srgbClr val="0070C0"/>
              </a:buClr>
              <a:buSzPts val="2000"/>
              <a:buChar char="•"/>
            </a:pPr>
            <a:r>
              <a:rPr lang="en-US" sz="2000" b="1" dirty="0">
                <a:solidFill>
                  <a:srgbClr val="0070C0"/>
                </a:solidFill>
              </a:rPr>
              <a:t>Minimal</a:t>
            </a:r>
            <a:r>
              <a:rPr lang="en-US" sz="2000" dirty="0"/>
              <a:t> number of operations when update data</a:t>
            </a:r>
            <a:endParaRPr sz="2000" dirty="0"/>
          </a:p>
          <a:p>
            <a:pPr marL="685800" lvl="1" indent="-228600" algn="l" rtl="0">
              <a:lnSpc>
                <a:spcPct val="90000"/>
              </a:lnSpc>
              <a:spcBef>
                <a:spcPts val="500"/>
              </a:spcBef>
              <a:spcAft>
                <a:spcPts val="0"/>
              </a:spcAft>
              <a:buClr>
                <a:schemeClr val="dk1"/>
              </a:buClr>
              <a:buSzPts val="2000"/>
              <a:buChar char="•"/>
            </a:pPr>
            <a:r>
              <a:rPr lang="en-US" sz="2000" dirty="0"/>
              <a:t>Reduce the opportunities for data </a:t>
            </a:r>
            <a:r>
              <a:rPr lang="en-US" sz="2000" b="1" dirty="0">
                <a:solidFill>
                  <a:srgbClr val="0070C0"/>
                </a:solidFill>
              </a:rPr>
              <a:t>inconsistencies</a:t>
            </a:r>
            <a:endParaRPr sz="2000" dirty="0"/>
          </a:p>
          <a:p>
            <a:pPr marL="685800" lvl="1" indent="-228600" algn="l" rtl="0">
              <a:lnSpc>
                <a:spcPct val="90000"/>
              </a:lnSpc>
              <a:spcBef>
                <a:spcPts val="500"/>
              </a:spcBef>
              <a:spcAft>
                <a:spcPts val="0"/>
              </a:spcAft>
              <a:buClr>
                <a:schemeClr val="dk1"/>
              </a:buClr>
              <a:buSzPts val="2000"/>
              <a:buChar char="•"/>
            </a:pPr>
            <a:r>
              <a:rPr lang="en-US" sz="2000" dirty="0"/>
              <a:t>Reduce file storage and minimize </a:t>
            </a:r>
            <a:r>
              <a:rPr lang="en-US" sz="2000" b="1" dirty="0">
                <a:solidFill>
                  <a:srgbClr val="0070C0"/>
                </a:solidFill>
              </a:rPr>
              <a:t>costs</a:t>
            </a:r>
            <a:endParaRPr sz="2000" dirty="0"/>
          </a:p>
        </p:txBody>
      </p:sp>
      <p:sp>
        <p:nvSpPr>
          <p:cNvPr id="200" name="Google Shape;200;p9"/>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9</a:t>
            </a:fld>
            <a:endParaRPr/>
          </a:p>
        </p:txBody>
      </p:sp>
      <p:pic>
        <p:nvPicPr>
          <p:cNvPr id="202" name="Google Shape;202;p9"/>
          <p:cNvPicPr preferRelativeResize="0"/>
          <p:nvPr/>
        </p:nvPicPr>
        <p:blipFill rotWithShape="1">
          <a:blip r:embed="rId3">
            <a:alphaModFix/>
          </a:blip>
          <a:srcRect/>
          <a:stretch/>
        </p:blipFill>
        <p:spPr>
          <a:xfrm>
            <a:off x="4293032" y="1751675"/>
            <a:ext cx="4772746" cy="1967918"/>
          </a:xfrm>
          <a:prstGeom prst="rect">
            <a:avLst/>
          </a:prstGeom>
          <a:noFill/>
          <a:ln>
            <a:noFill/>
          </a:ln>
        </p:spPr>
      </p:pic>
      <p:sp>
        <p:nvSpPr>
          <p:cNvPr id="203" name="Google Shape;203;p9"/>
          <p:cNvSpPr/>
          <p:nvPr/>
        </p:nvSpPr>
        <p:spPr>
          <a:xfrm>
            <a:off x="4654456" y="3924640"/>
            <a:ext cx="4411323" cy="40796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a:solidFill>
                  <a:schemeClr val="lt1"/>
                </a:solidFill>
                <a:latin typeface="Calibri"/>
                <a:ea typeface="Calibri"/>
                <a:cs typeface="Calibri"/>
                <a:sym typeface="Calibri"/>
              </a:rPr>
              <a:t>Situation 1</a:t>
            </a:r>
            <a:endParaRPr/>
          </a:p>
        </p:txBody>
      </p:sp>
      <p:sp>
        <p:nvSpPr>
          <p:cNvPr id="204" name="Google Shape;204;p9"/>
          <p:cNvSpPr/>
          <p:nvPr/>
        </p:nvSpPr>
        <p:spPr>
          <a:xfrm>
            <a:off x="4654455" y="4392522"/>
            <a:ext cx="4411323" cy="1099303"/>
          </a:xfrm>
          <a:prstGeom prst="roundRect">
            <a:avLst>
              <a:gd name="adj" fmla="val 16667"/>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a:solidFill>
                  <a:schemeClr val="dk1"/>
                </a:solidFill>
                <a:latin typeface="Calibri"/>
                <a:ea typeface="Calibri"/>
                <a:cs typeface="Calibri"/>
                <a:sym typeface="Calibri"/>
              </a:rPr>
              <a:t>Both information of staffs and branch are in </a:t>
            </a:r>
            <a:r>
              <a:rPr lang="en-US" sz="2000" b="0" i="1" u="none" strike="noStrike" cap="none">
                <a:solidFill>
                  <a:schemeClr val="dk1"/>
                </a:solidFill>
                <a:latin typeface="Calibri"/>
                <a:ea typeface="Calibri"/>
                <a:cs typeface="Calibri"/>
                <a:sym typeface="Calibri"/>
              </a:rPr>
              <a:t>StaffBranch</a:t>
            </a:r>
            <a:r>
              <a:rPr lang="en-US" sz="2000" b="0" i="0" u="none" strike="noStrike" cap="none">
                <a:solidFill>
                  <a:schemeClr val="dk1"/>
                </a:solidFill>
                <a:latin typeface="Calibri"/>
                <a:ea typeface="Calibri"/>
                <a:cs typeface="Calibri"/>
                <a:sym typeface="Calibri"/>
              </a:rPr>
              <a:t> relation</a:t>
            </a:r>
            <a:endParaRPr/>
          </a:p>
        </p:txBody>
      </p:sp>
      <p:sp>
        <p:nvSpPr>
          <p:cNvPr id="205" name="Google Shape;205;p9"/>
          <p:cNvSpPr/>
          <p:nvPr/>
        </p:nvSpPr>
        <p:spPr>
          <a:xfrm>
            <a:off x="6958739" y="2351313"/>
            <a:ext cx="1891347" cy="1259791"/>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0"/>
          <p:cNvSpPr txBox="1">
            <a:spLocks noGrp="1"/>
          </p:cNvSpPr>
          <p:nvPr>
            <p:ph type="body" idx="1"/>
          </p:nvPr>
        </p:nvSpPr>
        <p:spPr>
          <a:xfrm>
            <a:off x="628650" y="1890714"/>
            <a:ext cx="7886700" cy="4286249"/>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However, certain amount of data redundancy is </a:t>
            </a:r>
            <a:r>
              <a:rPr lang="en-US" sz="2400" b="1" dirty="0"/>
              <a:t>required</a:t>
            </a:r>
            <a:r>
              <a:rPr lang="en-US" sz="2400" dirty="0"/>
              <a:t> in Relational Databases</a:t>
            </a:r>
            <a:endParaRPr sz="2400" dirty="0"/>
          </a:p>
          <a:p>
            <a:pPr marL="685800" lvl="1" indent="-228600" algn="l" rtl="0">
              <a:lnSpc>
                <a:spcPct val="90000"/>
              </a:lnSpc>
              <a:spcBef>
                <a:spcPts val="500"/>
              </a:spcBef>
              <a:spcAft>
                <a:spcPts val="0"/>
              </a:spcAft>
              <a:buClr>
                <a:schemeClr val="dk1"/>
              </a:buClr>
              <a:buSzPts val="2000"/>
              <a:buChar char="•"/>
            </a:pPr>
            <a:r>
              <a:rPr lang="en-US" sz="2000" dirty="0"/>
              <a:t>copies of Primary Keys (or candidate keys) acting as </a:t>
            </a:r>
            <a:r>
              <a:rPr lang="en-US" sz="2000" b="1" dirty="0">
                <a:solidFill>
                  <a:srgbClr val="0070C0"/>
                </a:solidFill>
              </a:rPr>
              <a:t>Foreign Keys</a:t>
            </a:r>
            <a:r>
              <a:rPr lang="en-US" sz="2000" dirty="0"/>
              <a:t> in related relations to enable the modeling of relationships between data.</a:t>
            </a:r>
            <a:endParaRPr sz="2000" dirty="0"/>
          </a:p>
          <a:p>
            <a:pPr marL="228600" lvl="0" indent="-76200" algn="l" rtl="0">
              <a:lnSpc>
                <a:spcPct val="90000"/>
              </a:lnSpc>
              <a:spcBef>
                <a:spcPts val="1000"/>
              </a:spcBef>
              <a:spcAft>
                <a:spcPts val="0"/>
              </a:spcAft>
              <a:buClr>
                <a:schemeClr val="dk1"/>
              </a:buClr>
              <a:buSzPts val="2400"/>
              <a:buNone/>
            </a:pPr>
            <a:endParaRPr sz="2400" dirty="0"/>
          </a:p>
        </p:txBody>
      </p:sp>
      <p:sp>
        <p:nvSpPr>
          <p:cNvPr id="212" name="Google Shape;212;p10"/>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pic>
        <p:nvPicPr>
          <p:cNvPr id="214" name="Google Shape;214;p10"/>
          <p:cNvPicPr preferRelativeResize="0"/>
          <p:nvPr/>
        </p:nvPicPr>
        <p:blipFill rotWithShape="1">
          <a:blip r:embed="rId3">
            <a:alphaModFix/>
          </a:blip>
          <a:srcRect/>
          <a:stretch/>
        </p:blipFill>
        <p:spPr>
          <a:xfrm>
            <a:off x="4686969" y="3271044"/>
            <a:ext cx="3309640" cy="3063875"/>
          </a:xfrm>
          <a:prstGeom prst="rect">
            <a:avLst/>
          </a:prstGeom>
          <a:noFill/>
          <a:ln>
            <a:noFill/>
          </a:ln>
        </p:spPr>
      </p:pic>
      <p:sp>
        <p:nvSpPr>
          <p:cNvPr id="215" name="Google Shape;215;p10"/>
          <p:cNvSpPr/>
          <p:nvPr/>
        </p:nvSpPr>
        <p:spPr>
          <a:xfrm>
            <a:off x="4782414" y="5309395"/>
            <a:ext cx="661182" cy="911786"/>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10"/>
          <p:cNvSpPr/>
          <p:nvPr/>
        </p:nvSpPr>
        <p:spPr>
          <a:xfrm>
            <a:off x="7239008" y="3457543"/>
            <a:ext cx="661182" cy="1452489"/>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217" name="Google Shape;217;p10"/>
          <p:cNvCxnSpPr>
            <a:stCxn id="216" idx="2"/>
            <a:endCxn id="215" idx="2"/>
          </p:cNvCxnSpPr>
          <p:nvPr/>
        </p:nvCxnSpPr>
        <p:spPr>
          <a:xfrm rot="5400000">
            <a:off x="5685749" y="4337182"/>
            <a:ext cx="1311000" cy="2456700"/>
          </a:xfrm>
          <a:prstGeom prst="bentConnector3">
            <a:avLst>
              <a:gd name="adj1" fmla="val 117448"/>
            </a:avLst>
          </a:prstGeom>
          <a:noFill/>
          <a:ln w="9525" cap="flat" cmpd="sng">
            <a:solidFill>
              <a:srgbClr val="FF0000"/>
            </a:solidFill>
            <a:prstDash val="solid"/>
            <a:miter lim="800000"/>
            <a:headEnd type="none" w="sm" len="sm"/>
            <a:tailEnd type="triangle" w="med" len="med"/>
          </a:ln>
        </p:spPr>
      </p:cxnSp>
      <p:sp>
        <p:nvSpPr>
          <p:cNvPr id="218" name="Google Shape;218;p10"/>
          <p:cNvSpPr txBox="1"/>
          <p:nvPr/>
        </p:nvSpPr>
        <p:spPr>
          <a:xfrm>
            <a:off x="628650" y="746126"/>
            <a:ext cx="7886700" cy="927100"/>
          </a:xfrm>
          <a:prstGeom prst="rect">
            <a:avLst/>
          </a:prstGeom>
          <a:solidFill>
            <a:srgbClr val="830E3E"/>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3600" dirty="0">
                <a:solidFill>
                  <a:schemeClr val="lt1"/>
                </a:solidFill>
              </a:rPr>
              <a:t>1) DATA REDUNDANCY</a:t>
            </a:r>
            <a:endParaRPr sz="2400" dirty="0"/>
          </a:p>
        </p:txBody>
      </p:sp>
      <p:sp>
        <p:nvSpPr>
          <p:cNvPr id="219" name="Google Shape;219;p10"/>
          <p:cNvSpPr txBox="1"/>
          <p:nvPr/>
        </p:nvSpPr>
        <p:spPr>
          <a:xfrm>
            <a:off x="3020837" y="5488528"/>
            <a:ext cx="12845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Primary key</a:t>
            </a:r>
            <a:endParaRPr/>
          </a:p>
        </p:txBody>
      </p:sp>
      <p:sp>
        <p:nvSpPr>
          <p:cNvPr id="220" name="Google Shape;220;p10"/>
          <p:cNvSpPr/>
          <p:nvPr/>
        </p:nvSpPr>
        <p:spPr>
          <a:xfrm>
            <a:off x="4305419" y="5581100"/>
            <a:ext cx="381550" cy="184188"/>
          </a:xfrm>
          <a:prstGeom prst="rightArrow">
            <a:avLst>
              <a:gd name="adj1" fmla="val 50000"/>
              <a:gd name="adj2" fmla="val 50000"/>
            </a:avLst>
          </a:prstGeom>
          <a:solidFill>
            <a:srgbClr val="830E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 name="Google Shape;221;p10"/>
          <p:cNvSpPr txBox="1"/>
          <p:nvPr/>
        </p:nvSpPr>
        <p:spPr>
          <a:xfrm>
            <a:off x="8294914" y="3750748"/>
            <a:ext cx="93617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Foreign key</a:t>
            </a:r>
            <a:endParaRPr/>
          </a:p>
        </p:txBody>
      </p:sp>
      <p:sp>
        <p:nvSpPr>
          <p:cNvPr id="222" name="Google Shape;222;p10"/>
          <p:cNvSpPr/>
          <p:nvPr/>
        </p:nvSpPr>
        <p:spPr>
          <a:xfrm rot="10800000">
            <a:off x="7901322" y="3999600"/>
            <a:ext cx="381550" cy="184188"/>
          </a:xfrm>
          <a:prstGeom prst="rightArrow">
            <a:avLst>
              <a:gd name="adj1" fmla="val 50000"/>
              <a:gd name="adj2" fmla="val 50000"/>
            </a:avLst>
          </a:prstGeom>
          <a:solidFill>
            <a:srgbClr val="830E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10"/>
          <p:cNvSpPr/>
          <p:nvPr/>
        </p:nvSpPr>
        <p:spPr>
          <a:xfrm>
            <a:off x="60028" y="3868124"/>
            <a:ext cx="4411323" cy="40796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lt1"/>
                </a:solidFill>
                <a:latin typeface="Calibri"/>
                <a:ea typeface="Calibri"/>
                <a:cs typeface="Calibri"/>
                <a:sym typeface="Calibri"/>
              </a:rPr>
              <a:t>Situation 2</a:t>
            </a:r>
            <a:endParaRPr/>
          </a:p>
        </p:txBody>
      </p:sp>
      <p:sp>
        <p:nvSpPr>
          <p:cNvPr id="224" name="Google Shape;224;p10"/>
          <p:cNvSpPr/>
          <p:nvPr/>
        </p:nvSpPr>
        <p:spPr>
          <a:xfrm>
            <a:off x="60028" y="4333717"/>
            <a:ext cx="4411323" cy="1103112"/>
          </a:xfrm>
          <a:prstGeom prst="roundRect">
            <a:avLst>
              <a:gd name="adj" fmla="val 16667"/>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Calibri"/>
                <a:ea typeface="Calibri"/>
                <a:cs typeface="Calibri"/>
                <a:sym typeface="Calibri"/>
              </a:rPr>
              <a:t>Information of staffs in </a:t>
            </a:r>
            <a:r>
              <a:rPr lang="en-US" sz="2000" i="1">
                <a:solidFill>
                  <a:schemeClr val="dk1"/>
                </a:solidFill>
                <a:latin typeface="Calibri"/>
                <a:ea typeface="Calibri"/>
                <a:cs typeface="Calibri"/>
                <a:sym typeface="Calibri"/>
              </a:rPr>
              <a:t>Staff </a:t>
            </a:r>
            <a:r>
              <a:rPr lang="en-US" sz="2000">
                <a:solidFill>
                  <a:schemeClr val="dk1"/>
                </a:solidFill>
                <a:latin typeface="Calibri"/>
                <a:ea typeface="Calibri"/>
                <a:cs typeface="Calibri"/>
                <a:sym typeface="Calibri"/>
              </a:rPr>
              <a:t>relation</a:t>
            </a:r>
            <a:endParaRPr/>
          </a:p>
          <a:p>
            <a:pPr marL="0" marR="0" lvl="0" indent="0" algn="ctr" rtl="0">
              <a:spcBef>
                <a:spcPts val="0"/>
              </a:spcBef>
              <a:spcAft>
                <a:spcPts val="0"/>
              </a:spcAft>
              <a:buNone/>
            </a:pPr>
            <a:r>
              <a:rPr lang="en-US" sz="2000">
                <a:solidFill>
                  <a:schemeClr val="dk1"/>
                </a:solidFill>
                <a:latin typeface="Calibri"/>
                <a:ea typeface="Calibri"/>
                <a:cs typeface="Calibri"/>
                <a:sym typeface="Calibri"/>
              </a:rPr>
              <a:t>Information of branch in </a:t>
            </a:r>
            <a:r>
              <a:rPr lang="en-US" sz="2000" i="1">
                <a:solidFill>
                  <a:schemeClr val="dk1"/>
                </a:solidFill>
                <a:latin typeface="Calibri"/>
                <a:ea typeface="Calibri"/>
                <a:cs typeface="Calibri"/>
                <a:sym typeface="Calibri"/>
              </a:rPr>
              <a:t>Branch </a:t>
            </a:r>
            <a:r>
              <a:rPr lang="en-US" sz="2000">
                <a:solidFill>
                  <a:schemeClr val="dk1"/>
                </a:solidFill>
                <a:latin typeface="Calibri"/>
                <a:ea typeface="Calibri"/>
                <a:cs typeface="Calibri"/>
                <a:sym typeface="Calibri"/>
              </a:rPr>
              <a:t>relation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11"/>
          <p:cNvPicPr preferRelativeResize="0">
            <a:picLocks noGrp="1"/>
          </p:cNvPicPr>
          <p:nvPr>
            <p:ph type="body" idx="1"/>
          </p:nvPr>
        </p:nvPicPr>
        <p:blipFill rotWithShape="1">
          <a:blip r:embed="rId3">
            <a:alphaModFix/>
          </a:blip>
          <a:srcRect/>
          <a:stretch/>
        </p:blipFill>
        <p:spPr>
          <a:xfrm>
            <a:off x="628650" y="1591999"/>
            <a:ext cx="5296639" cy="2200582"/>
          </a:xfrm>
          <a:prstGeom prst="rect">
            <a:avLst/>
          </a:prstGeom>
          <a:noFill/>
          <a:ln>
            <a:noFill/>
          </a:ln>
        </p:spPr>
      </p:pic>
      <p:sp>
        <p:nvSpPr>
          <p:cNvPr id="231" name="Google Shape;231;p11"/>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11</a:t>
            </a:fld>
            <a:endParaRPr/>
          </a:p>
        </p:txBody>
      </p:sp>
      <p:sp>
        <p:nvSpPr>
          <p:cNvPr id="233" name="Google Shape;233;p11"/>
          <p:cNvSpPr/>
          <p:nvPr/>
        </p:nvSpPr>
        <p:spPr>
          <a:xfrm flipH="1">
            <a:off x="5778942" y="2599914"/>
            <a:ext cx="658391" cy="137631"/>
          </a:xfrm>
          <a:prstGeom prst="rightArrow">
            <a:avLst>
              <a:gd name="adj1" fmla="val 50000"/>
              <a:gd name="adj2" fmla="val 50000"/>
            </a:avLst>
          </a:prstGeom>
          <a:solidFill>
            <a:srgbClr val="830E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4" name="Google Shape;234;p11"/>
          <p:cNvSpPr/>
          <p:nvPr/>
        </p:nvSpPr>
        <p:spPr>
          <a:xfrm flipH="1">
            <a:off x="5778942" y="2804175"/>
            <a:ext cx="658391" cy="137632"/>
          </a:xfrm>
          <a:prstGeom prst="rightArrow">
            <a:avLst>
              <a:gd name="adj1" fmla="val 50000"/>
              <a:gd name="adj2" fmla="val 50000"/>
            </a:avLst>
          </a:prstGeom>
          <a:solidFill>
            <a:srgbClr val="830E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 name="Google Shape;235;p11"/>
          <p:cNvSpPr/>
          <p:nvPr/>
        </p:nvSpPr>
        <p:spPr>
          <a:xfrm flipH="1">
            <a:off x="5778942" y="3176667"/>
            <a:ext cx="658391" cy="137631"/>
          </a:xfrm>
          <a:prstGeom prst="rightArrow">
            <a:avLst>
              <a:gd name="adj1" fmla="val 50000"/>
              <a:gd name="adj2" fmla="val 50000"/>
            </a:avLst>
          </a:prstGeom>
          <a:solidFill>
            <a:srgbClr val="830E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6" name="Google Shape;236;p11"/>
          <p:cNvSpPr txBox="1"/>
          <p:nvPr/>
        </p:nvSpPr>
        <p:spPr>
          <a:xfrm>
            <a:off x="6524625" y="2480142"/>
            <a:ext cx="2343150"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Times New Roman"/>
                <a:ea typeface="Times New Roman"/>
                <a:cs typeface="Times New Roman"/>
                <a:sym typeface="Times New Roman"/>
              </a:rPr>
              <a:t>Unwanted data redundancy may cause </a:t>
            </a:r>
            <a:r>
              <a:rPr lang="en-US" sz="1800" b="1">
                <a:solidFill>
                  <a:srgbClr val="830E3E"/>
                </a:solidFill>
                <a:latin typeface="Times New Roman"/>
                <a:ea typeface="Times New Roman"/>
                <a:cs typeface="Times New Roman"/>
                <a:sym typeface="Times New Roman"/>
              </a:rPr>
              <a:t>update anomalies</a:t>
            </a:r>
            <a:endParaRPr/>
          </a:p>
        </p:txBody>
      </p:sp>
      <p:sp>
        <p:nvSpPr>
          <p:cNvPr id="237" name="Google Shape;237;p11"/>
          <p:cNvSpPr txBox="1"/>
          <p:nvPr/>
        </p:nvSpPr>
        <p:spPr>
          <a:xfrm>
            <a:off x="334735" y="3633235"/>
            <a:ext cx="8533040"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dirty="0">
                <a:solidFill>
                  <a:schemeClr val="dk1"/>
                </a:solidFill>
                <a:latin typeface="Calibri"/>
                <a:ea typeface="Calibri"/>
                <a:cs typeface="Calibri"/>
                <a:sym typeface="Calibri"/>
              </a:rPr>
              <a:t>For update anomalies, we will look at SITUATION 1:</a:t>
            </a:r>
            <a:endParaRPr dirty="0"/>
          </a:p>
          <a:p>
            <a:pPr marL="0" marR="0" lvl="0" indent="0" algn="l" rtl="0">
              <a:spcBef>
                <a:spcPts val="1000"/>
              </a:spcBef>
              <a:spcAft>
                <a:spcPts val="0"/>
              </a:spcAft>
              <a:buClr>
                <a:schemeClr val="dk1"/>
              </a:buClr>
              <a:buSzPts val="2000"/>
              <a:buFont typeface="Arial"/>
              <a:buNone/>
            </a:pPr>
            <a:r>
              <a:rPr lang="en-US" sz="2000" dirty="0">
                <a:solidFill>
                  <a:schemeClr val="dk1"/>
                </a:solidFill>
                <a:latin typeface="Calibri"/>
                <a:ea typeface="Calibri"/>
                <a:cs typeface="Calibri"/>
                <a:sym typeface="Calibri"/>
              </a:rPr>
              <a:t>Look at tuples in row 2, 3 and 5.  The details of a branch (B003) are repeated for every member of staff located at that branch  </a:t>
            </a:r>
            <a:r>
              <a:rPr lang="en-US" sz="2000" dirty="0">
                <a:solidFill>
                  <a:srgbClr val="0070C0"/>
                </a:solidFill>
                <a:latin typeface="Calibri"/>
                <a:ea typeface="Calibri"/>
                <a:cs typeface="Calibri"/>
                <a:sym typeface="Calibri"/>
              </a:rPr>
              <a:t>data redundancy, hence defeat one of the purpose of building a database.</a:t>
            </a:r>
            <a:endParaRPr dirty="0"/>
          </a:p>
        </p:txBody>
      </p:sp>
      <p:sp>
        <p:nvSpPr>
          <p:cNvPr id="238" name="Google Shape;238;p11"/>
          <p:cNvSpPr txBox="1"/>
          <p:nvPr/>
        </p:nvSpPr>
        <p:spPr>
          <a:xfrm>
            <a:off x="334735" y="4983043"/>
            <a:ext cx="7829549" cy="14157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a:solidFill>
                  <a:schemeClr val="dk1"/>
                </a:solidFill>
                <a:latin typeface="Calibri"/>
                <a:ea typeface="Calibri"/>
                <a:cs typeface="Calibri"/>
                <a:sym typeface="Calibri"/>
              </a:rPr>
              <a:t>Category of update anomalies :</a:t>
            </a:r>
            <a:endParaRPr/>
          </a:p>
          <a:p>
            <a:pPr marL="342900" marR="0" lvl="0" indent="-342900" algn="l" rtl="0">
              <a:spcBef>
                <a:spcPts val="0"/>
              </a:spcBef>
              <a:spcAft>
                <a:spcPts val="0"/>
              </a:spcAft>
              <a:buClr>
                <a:srgbClr val="830E3E"/>
              </a:buClr>
              <a:buSzPts val="2200"/>
              <a:buFont typeface="Arial"/>
              <a:buChar char="•"/>
            </a:pPr>
            <a:r>
              <a:rPr lang="en-US" sz="2200" b="1">
                <a:solidFill>
                  <a:srgbClr val="830E3E"/>
                </a:solidFill>
                <a:latin typeface="Calibri"/>
                <a:ea typeface="Calibri"/>
                <a:cs typeface="Calibri"/>
                <a:sym typeface="Calibri"/>
              </a:rPr>
              <a:t>Insertion anomalies</a:t>
            </a:r>
            <a:endParaRPr/>
          </a:p>
          <a:p>
            <a:pPr marL="342900" marR="0" lvl="0" indent="-342900" algn="l" rtl="0">
              <a:spcBef>
                <a:spcPts val="0"/>
              </a:spcBef>
              <a:spcAft>
                <a:spcPts val="0"/>
              </a:spcAft>
              <a:buClr>
                <a:srgbClr val="830E3E"/>
              </a:buClr>
              <a:buSzPts val="2200"/>
              <a:buFont typeface="Arial"/>
              <a:buChar char="•"/>
            </a:pPr>
            <a:r>
              <a:rPr lang="en-US" sz="2200" b="1">
                <a:solidFill>
                  <a:srgbClr val="830E3E"/>
                </a:solidFill>
                <a:latin typeface="Calibri"/>
                <a:ea typeface="Calibri"/>
                <a:cs typeface="Calibri"/>
                <a:sym typeface="Calibri"/>
              </a:rPr>
              <a:t>Deletion anomalies</a:t>
            </a:r>
            <a:endParaRPr/>
          </a:p>
          <a:p>
            <a:pPr marL="342900" marR="0" lvl="0" indent="-342900" algn="l" rtl="0">
              <a:spcBef>
                <a:spcPts val="0"/>
              </a:spcBef>
              <a:spcAft>
                <a:spcPts val="0"/>
              </a:spcAft>
              <a:buClr>
                <a:srgbClr val="830E3E"/>
              </a:buClr>
              <a:buSzPts val="2200"/>
              <a:buFont typeface="Arial"/>
              <a:buChar char="•"/>
            </a:pPr>
            <a:r>
              <a:rPr lang="en-US" sz="2200" b="1">
                <a:solidFill>
                  <a:srgbClr val="830E3E"/>
                </a:solidFill>
                <a:latin typeface="Calibri"/>
                <a:ea typeface="Calibri"/>
                <a:cs typeface="Calibri"/>
                <a:sym typeface="Calibri"/>
              </a:rPr>
              <a:t>Modification anomalies</a:t>
            </a:r>
            <a:endParaRPr/>
          </a:p>
        </p:txBody>
      </p:sp>
      <p:sp>
        <p:nvSpPr>
          <p:cNvPr id="239" name="Google Shape;239;p11"/>
          <p:cNvSpPr txBox="1"/>
          <p:nvPr/>
        </p:nvSpPr>
        <p:spPr>
          <a:xfrm>
            <a:off x="5652533" y="1933053"/>
            <a:ext cx="784800"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chemeClr val="dk1"/>
                </a:solidFill>
                <a:latin typeface="Calibri"/>
                <a:ea typeface="Calibri"/>
                <a:cs typeface="Calibri"/>
                <a:sym typeface="Calibri"/>
              </a:rPr>
              <a:t>Figure 1</a:t>
            </a:r>
            <a:endParaRPr sz="1200" b="1">
              <a:solidFill>
                <a:srgbClr val="830E3E"/>
              </a:solidFill>
              <a:latin typeface="Calibri"/>
              <a:ea typeface="Calibri"/>
              <a:cs typeface="Calibri"/>
              <a:sym typeface="Calibri"/>
            </a:endParaRPr>
          </a:p>
        </p:txBody>
      </p:sp>
      <p:sp>
        <p:nvSpPr>
          <p:cNvPr id="240" name="Google Shape;240;p11"/>
          <p:cNvSpPr txBox="1">
            <a:spLocks noGrp="1"/>
          </p:cNvSpPr>
          <p:nvPr>
            <p:ph type="title"/>
          </p:nvPr>
        </p:nvSpPr>
        <p:spPr>
          <a:xfrm>
            <a:off x="657224" y="664899"/>
            <a:ext cx="7886700" cy="927100"/>
          </a:xfrm>
          <a:prstGeom prst="rect">
            <a:avLst/>
          </a:prstGeom>
          <a:solidFill>
            <a:srgbClr val="830E3E"/>
          </a:solid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600" dirty="0">
                <a:solidFill>
                  <a:schemeClr val="lt1"/>
                </a:solidFill>
              </a:rPr>
              <a:t>2) UPDATE ANOMALIES</a:t>
            </a:r>
            <a:endParaRPr sz="3600" dirty="0"/>
          </a:p>
        </p:txBody>
      </p:sp>
      <p:sp>
        <p:nvSpPr>
          <p:cNvPr id="241" name="Google Shape;241;p11"/>
          <p:cNvSpPr/>
          <p:nvPr/>
        </p:nvSpPr>
        <p:spPr>
          <a:xfrm>
            <a:off x="4376057" y="2533284"/>
            <a:ext cx="1276476" cy="204261"/>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11"/>
          <p:cNvSpPr/>
          <p:nvPr/>
        </p:nvSpPr>
        <p:spPr>
          <a:xfrm>
            <a:off x="4376057" y="2739161"/>
            <a:ext cx="1276476" cy="204261"/>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 name="Google Shape;243;p11"/>
          <p:cNvSpPr/>
          <p:nvPr/>
        </p:nvSpPr>
        <p:spPr>
          <a:xfrm>
            <a:off x="4376057" y="3143351"/>
            <a:ext cx="1276476" cy="204261"/>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2"/>
          <p:cNvSpPr txBox="1">
            <a:spLocks noGrp="1"/>
          </p:cNvSpPr>
          <p:nvPr>
            <p:ph type="title"/>
          </p:nvPr>
        </p:nvSpPr>
        <p:spPr>
          <a:xfrm>
            <a:off x="628650" y="719138"/>
            <a:ext cx="7886700" cy="927100"/>
          </a:xfrm>
          <a:prstGeom prst="rect">
            <a:avLst/>
          </a:prstGeom>
          <a:solidFill>
            <a:srgbClr val="830E3E"/>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solidFill>
                  <a:schemeClr val="lt1"/>
                </a:solidFill>
              </a:rPr>
              <a:t>UPDATE ANOMALIES: Insertion Anomalies</a:t>
            </a:r>
            <a:endParaRPr sz="3600" dirty="0"/>
          </a:p>
        </p:txBody>
      </p:sp>
      <p:sp>
        <p:nvSpPr>
          <p:cNvPr id="249" name="Google Shape;249;p12"/>
          <p:cNvSpPr txBox="1">
            <a:spLocks noGrp="1"/>
          </p:cNvSpPr>
          <p:nvPr>
            <p:ph type="body" idx="1"/>
          </p:nvPr>
        </p:nvSpPr>
        <p:spPr>
          <a:xfrm>
            <a:off x="628649" y="2030278"/>
            <a:ext cx="8360367" cy="4304641"/>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There are two main types of insert anomalies:</a:t>
            </a:r>
            <a:endParaRPr sz="2400" dirty="0"/>
          </a:p>
          <a:p>
            <a:pPr marL="0" lvl="0" indent="0" algn="l" rtl="0">
              <a:lnSpc>
                <a:spcPct val="90000"/>
              </a:lnSpc>
              <a:spcBef>
                <a:spcPts val="1000"/>
              </a:spcBef>
              <a:spcAft>
                <a:spcPts val="0"/>
              </a:spcAft>
              <a:buClr>
                <a:srgbClr val="0070C0"/>
              </a:buClr>
              <a:buSzPts val="2400"/>
              <a:buNone/>
            </a:pPr>
            <a:r>
              <a:rPr lang="en-US" sz="2400" b="1" dirty="0">
                <a:solidFill>
                  <a:srgbClr val="0070C0"/>
                </a:solidFill>
              </a:rPr>
              <a:t>1: To insert the details of new members of staff into the </a:t>
            </a:r>
            <a:r>
              <a:rPr lang="en-US" sz="2400" b="1" dirty="0" err="1">
                <a:solidFill>
                  <a:srgbClr val="0070C0"/>
                </a:solidFill>
              </a:rPr>
              <a:t>StaffBranch</a:t>
            </a:r>
            <a:r>
              <a:rPr lang="en-US" sz="2400" b="1" dirty="0">
                <a:solidFill>
                  <a:srgbClr val="0070C0"/>
                </a:solidFill>
              </a:rPr>
              <a:t> relation</a:t>
            </a:r>
            <a:endParaRPr sz="2400" dirty="0"/>
          </a:p>
        </p:txBody>
      </p:sp>
      <p:sp>
        <p:nvSpPr>
          <p:cNvPr id="251" name="Google Shape;251;p12"/>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pic>
        <p:nvPicPr>
          <p:cNvPr id="253" name="Google Shape;253;p12"/>
          <p:cNvPicPr preferRelativeResize="0"/>
          <p:nvPr/>
        </p:nvPicPr>
        <p:blipFill rotWithShape="1">
          <a:blip r:embed="rId3">
            <a:alphaModFix/>
          </a:blip>
          <a:srcRect/>
          <a:stretch/>
        </p:blipFill>
        <p:spPr>
          <a:xfrm>
            <a:off x="966346" y="3711358"/>
            <a:ext cx="5296639" cy="2200582"/>
          </a:xfrm>
          <a:prstGeom prst="rect">
            <a:avLst/>
          </a:prstGeom>
          <a:noFill/>
          <a:ln>
            <a:noFill/>
          </a:ln>
        </p:spPr>
      </p:pic>
      <p:sp>
        <p:nvSpPr>
          <p:cNvPr id="254" name="Google Shape;254;p12"/>
          <p:cNvSpPr txBox="1"/>
          <p:nvPr/>
        </p:nvSpPr>
        <p:spPr>
          <a:xfrm>
            <a:off x="1110583" y="5727274"/>
            <a:ext cx="4931228" cy="261610"/>
          </a:xfrm>
          <a:prstGeom prst="rect">
            <a:avLst/>
          </a:prstGeom>
          <a:solidFill>
            <a:srgbClr val="830E3E">
              <a:alpha val="35686"/>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Times New Roman"/>
                <a:ea typeface="Times New Roman"/>
                <a:cs typeface="Times New Roman"/>
                <a:sym typeface="Times New Roman"/>
              </a:rPr>
              <a:t>SG11           Andy Cole      Supervisor    18000     B007            16 </a:t>
            </a:r>
            <a:r>
              <a:rPr lang="en-US" sz="1100" dirty="0" err="1">
                <a:solidFill>
                  <a:schemeClr val="dk1"/>
                </a:solidFill>
                <a:latin typeface="Times New Roman"/>
                <a:ea typeface="Times New Roman"/>
                <a:cs typeface="Times New Roman"/>
                <a:sym typeface="Times New Roman"/>
              </a:rPr>
              <a:t>Argyl</a:t>
            </a:r>
            <a:r>
              <a:rPr lang="en-US" sz="1100" dirty="0">
                <a:solidFill>
                  <a:schemeClr val="dk1"/>
                </a:solidFill>
                <a:latin typeface="Times New Roman"/>
                <a:ea typeface="Times New Roman"/>
                <a:cs typeface="Times New Roman"/>
                <a:sym typeface="Times New Roman"/>
              </a:rPr>
              <a:t> Rd, London</a:t>
            </a:r>
            <a:endParaRPr dirty="0"/>
          </a:p>
        </p:txBody>
      </p:sp>
      <p:sp>
        <p:nvSpPr>
          <p:cNvPr id="255" name="Google Shape;255;p12"/>
          <p:cNvSpPr txBox="1"/>
          <p:nvPr/>
        </p:nvSpPr>
        <p:spPr>
          <a:xfrm>
            <a:off x="6448395" y="4472495"/>
            <a:ext cx="196626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Argyl &gt; Argyll</a:t>
            </a:r>
            <a:endParaRPr/>
          </a:p>
        </p:txBody>
      </p:sp>
      <p:sp>
        <p:nvSpPr>
          <p:cNvPr id="256" name="Google Shape;256;p12"/>
          <p:cNvSpPr txBox="1"/>
          <p:nvPr/>
        </p:nvSpPr>
        <p:spPr>
          <a:xfrm>
            <a:off x="6600681" y="4318606"/>
            <a:ext cx="47801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rgbClr val="FF0000"/>
                </a:solidFill>
                <a:latin typeface="Calibri"/>
                <a:ea typeface="Calibri"/>
                <a:cs typeface="Calibri"/>
                <a:sym typeface="Calibri"/>
              </a:rPr>
              <a:t>X</a:t>
            </a:r>
            <a:endParaRPr sz="1800">
              <a:solidFill>
                <a:srgbClr val="FF0000"/>
              </a:solidFill>
              <a:latin typeface="Calibri"/>
              <a:ea typeface="Calibri"/>
              <a:cs typeface="Calibri"/>
              <a:sym typeface="Calibri"/>
            </a:endParaRPr>
          </a:p>
        </p:txBody>
      </p:sp>
      <p:sp>
        <p:nvSpPr>
          <p:cNvPr id="257" name="Google Shape;257;p12"/>
          <p:cNvSpPr txBox="1"/>
          <p:nvPr/>
        </p:nvSpPr>
        <p:spPr>
          <a:xfrm>
            <a:off x="4310344" y="3144110"/>
            <a:ext cx="4580673" cy="584735"/>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dk1"/>
                </a:solidFill>
                <a:latin typeface="Calibri"/>
                <a:ea typeface="Calibri"/>
                <a:cs typeface="Calibri"/>
                <a:sym typeface="Calibri"/>
              </a:rPr>
              <a:t>Anomaly due to the design of the relation that cause </a:t>
            </a:r>
            <a:r>
              <a:rPr lang="en-US" sz="1600" b="1" dirty="0">
                <a:solidFill>
                  <a:srgbClr val="830E3E"/>
                </a:solidFill>
                <a:latin typeface="Calibri"/>
                <a:ea typeface="Calibri"/>
                <a:cs typeface="Calibri"/>
                <a:sym typeface="Calibri"/>
              </a:rPr>
              <a:t>difficulties during inserting new data</a:t>
            </a:r>
            <a:endParaRPr sz="2000" dirty="0"/>
          </a:p>
        </p:txBody>
      </p:sp>
      <p:sp>
        <p:nvSpPr>
          <p:cNvPr id="258" name="Google Shape;258;p12"/>
          <p:cNvSpPr txBox="1"/>
          <p:nvPr/>
        </p:nvSpPr>
        <p:spPr>
          <a:xfrm>
            <a:off x="6432454" y="4934160"/>
            <a:ext cx="2032931"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Our database will show 2 different address for B007!!</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3"/>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Insertion Anomalies</a:t>
            </a:r>
            <a:endParaRPr sz="3600"/>
          </a:p>
        </p:txBody>
      </p:sp>
      <p:sp>
        <p:nvSpPr>
          <p:cNvPr id="264" name="Google Shape;264;p13"/>
          <p:cNvSpPr txBox="1">
            <a:spLocks noGrp="1"/>
          </p:cNvSpPr>
          <p:nvPr>
            <p:ph type="body" idx="1"/>
          </p:nvPr>
        </p:nvSpPr>
        <p:spPr>
          <a:xfrm>
            <a:off x="628650" y="1646238"/>
            <a:ext cx="7886700" cy="83570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70C0"/>
              </a:buClr>
              <a:buSzPts val="2400"/>
              <a:buNone/>
            </a:pPr>
            <a:r>
              <a:rPr lang="en-US" sz="2400" b="1" dirty="0">
                <a:solidFill>
                  <a:srgbClr val="0070C0"/>
                </a:solidFill>
              </a:rPr>
              <a:t>2) To insert details of a new branch that currently has no members of staff into the </a:t>
            </a:r>
            <a:r>
              <a:rPr lang="en-US" sz="2400" b="1" dirty="0" err="1">
                <a:solidFill>
                  <a:srgbClr val="0070C0"/>
                </a:solidFill>
              </a:rPr>
              <a:t>StaffBranch</a:t>
            </a:r>
            <a:r>
              <a:rPr lang="en-US" sz="2400" b="1" dirty="0">
                <a:solidFill>
                  <a:srgbClr val="0070C0"/>
                </a:solidFill>
              </a:rPr>
              <a:t> relation</a:t>
            </a:r>
            <a:endParaRPr sz="2400" dirty="0"/>
          </a:p>
        </p:txBody>
      </p:sp>
      <p:sp>
        <p:nvSpPr>
          <p:cNvPr id="266" name="Google Shape;266;p13"/>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pic>
        <p:nvPicPr>
          <p:cNvPr id="268" name="Google Shape;268;p13"/>
          <p:cNvPicPr preferRelativeResize="0"/>
          <p:nvPr/>
        </p:nvPicPr>
        <p:blipFill rotWithShape="1">
          <a:blip r:embed="rId3">
            <a:alphaModFix/>
          </a:blip>
          <a:srcRect/>
          <a:stretch/>
        </p:blipFill>
        <p:spPr>
          <a:xfrm>
            <a:off x="1227364" y="3269392"/>
            <a:ext cx="5296639" cy="2200582"/>
          </a:xfrm>
          <a:prstGeom prst="rect">
            <a:avLst/>
          </a:prstGeom>
          <a:noFill/>
          <a:ln>
            <a:noFill/>
          </a:ln>
        </p:spPr>
      </p:pic>
      <p:sp>
        <p:nvSpPr>
          <p:cNvPr id="269" name="Google Shape;269;p13"/>
          <p:cNvSpPr txBox="1"/>
          <p:nvPr/>
        </p:nvSpPr>
        <p:spPr>
          <a:xfrm>
            <a:off x="1371600" y="5285308"/>
            <a:ext cx="5296639" cy="261610"/>
          </a:xfrm>
          <a:prstGeom prst="rect">
            <a:avLst/>
          </a:prstGeom>
          <a:solidFill>
            <a:srgbClr val="830E3E">
              <a:alpha val="35686"/>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Times New Roman"/>
                <a:ea typeface="Times New Roman"/>
                <a:cs typeface="Times New Roman"/>
                <a:sym typeface="Times New Roman"/>
              </a:rPr>
              <a:t>                                                                               B009            19A McKeon Ave, London</a:t>
            </a:r>
            <a:endParaRPr/>
          </a:p>
        </p:txBody>
      </p:sp>
      <p:sp>
        <p:nvSpPr>
          <p:cNvPr id="270" name="Google Shape;270;p13"/>
          <p:cNvSpPr txBox="1"/>
          <p:nvPr/>
        </p:nvSpPr>
        <p:spPr>
          <a:xfrm>
            <a:off x="1457325" y="5216058"/>
            <a:ext cx="31771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FF0000"/>
                </a:solidFill>
                <a:latin typeface="Calibri"/>
                <a:ea typeface="Calibri"/>
                <a:cs typeface="Calibri"/>
                <a:sym typeface="Calibri"/>
              </a:rPr>
              <a:t>X</a:t>
            </a:r>
            <a:endParaRPr sz="1000">
              <a:solidFill>
                <a:srgbClr val="FF0000"/>
              </a:solidFill>
              <a:latin typeface="Calibri"/>
              <a:ea typeface="Calibri"/>
              <a:cs typeface="Calibri"/>
              <a:sym typeface="Calibri"/>
            </a:endParaRPr>
          </a:p>
        </p:txBody>
      </p:sp>
      <p:sp>
        <p:nvSpPr>
          <p:cNvPr id="271" name="Google Shape;271;p13"/>
          <p:cNvSpPr txBox="1"/>
          <p:nvPr/>
        </p:nvSpPr>
        <p:spPr>
          <a:xfrm>
            <a:off x="2355386" y="5206389"/>
            <a:ext cx="31771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FF0000"/>
                </a:solidFill>
                <a:latin typeface="Calibri"/>
                <a:ea typeface="Calibri"/>
                <a:cs typeface="Calibri"/>
                <a:sym typeface="Calibri"/>
              </a:rPr>
              <a:t>X</a:t>
            </a:r>
            <a:endParaRPr sz="1000">
              <a:solidFill>
                <a:srgbClr val="FF0000"/>
              </a:solidFill>
              <a:latin typeface="Calibri"/>
              <a:ea typeface="Calibri"/>
              <a:cs typeface="Calibri"/>
              <a:sym typeface="Calibri"/>
            </a:endParaRPr>
          </a:p>
        </p:txBody>
      </p:sp>
      <p:sp>
        <p:nvSpPr>
          <p:cNvPr id="272" name="Google Shape;272;p13"/>
          <p:cNvSpPr txBox="1"/>
          <p:nvPr/>
        </p:nvSpPr>
        <p:spPr>
          <a:xfrm>
            <a:off x="3094589" y="5216058"/>
            <a:ext cx="31771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FF0000"/>
                </a:solidFill>
                <a:latin typeface="Calibri"/>
                <a:ea typeface="Calibri"/>
                <a:cs typeface="Calibri"/>
                <a:sym typeface="Calibri"/>
              </a:rPr>
              <a:t>X</a:t>
            </a:r>
            <a:endParaRPr sz="1000">
              <a:solidFill>
                <a:srgbClr val="FF0000"/>
              </a:solidFill>
              <a:latin typeface="Calibri"/>
              <a:ea typeface="Calibri"/>
              <a:cs typeface="Calibri"/>
              <a:sym typeface="Calibri"/>
            </a:endParaRPr>
          </a:p>
        </p:txBody>
      </p:sp>
      <p:sp>
        <p:nvSpPr>
          <p:cNvPr id="273" name="Google Shape;273;p13"/>
          <p:cNvSpPr txBox="1"/>
          <p:nvPr/>
        </p:nvSpPr>
        <p:spPr>
          <a:xfrm>
            <a:off x="3757474" y="5206389"/>
            <a:ext cx="31771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FF0000"/>
                </a:solidFill>
                <a:latin typeface="Calibri"/>
                <a:ea typeface="Calibri"/>
                <a:cs typeface="Calibri"/>
                <a:sym typeface="Calibri"/>
              </a:rPr>
              <a:t>X</a:t>
            </a:r>
            <a:endParaRPr sz="1000">
              <a:solidFill>
                <a:srgbClr val="FF0000"/>
              </a:solidFill>
              <a:latin typeface="Calibri"/>
              <a:ea typeface="Calibri"/>
              <a:cs typeface="Calibri"/>
              <a:sym typeface="Calibri"/>
            </a:endParaRPr>
          </a:p>
        </p:txBody>
      </p:sp>
      <p:sp>
        <p:nvSpPr>
          <p:cNvPr id="274" name="Google Shape;274;p13"/>
          <p:cNvSpPr txBox="1"/>
          <p:nvPr/>
        </p:nvSpPr>
        <p:spPr>
          <a:xfrm>
            <a:off x="805580" y="5714416"/>
            <a:ext cx="367555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We defined staffNo is a PRIMARY KEY</a:t>
            </a:r>
            <a:endParaRPr/>
          </a:p>
        </p:txBody>
      </p:sp>
      <p:sp>
        <p:nvSpPr>
          <p:cNvPr id="275" name="Google Shape;275;p13"/>
          <p:cNvSpPr txBox="1"/>
          <p:nvPr/>
        </p:nvSpPr>
        <p:spPr>
          <a:xfrm>
            <a:off x="1877429" y="5968128"/>
            <a:ext cx="30697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PK – entity integrity (NO NULL)</a:t>
            </a:r>
            <a:endParaRPr/>
          </a:p>
        </p:txBody>
      </p:sp>
      <p:sp>
        <p:nvSpPr>
          <p:cNvPr id="276" name="Google Shape;276;p13"/>
          <p:cNvSpPr txBox="1"/>
          <p:nvPr/>
        </p:nvSpPr>
        <p:spPr>
          <a:xfrm>
            <a:off x="3757474" y="2684657"/>
            <a:ext cx="4101005" cy="584735"/>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dk1"/>
                </a:solidFill>
                <a:latin typeface="Calibri"/>
                <a:ea typeface="Calibri"/>
                <a:cs typeface="Calibri"/>
                <a:sym typeface="Calibri"/>
              </a:rPr>
              <a:t>Anomaly due to the design of the relation that cause </a:t>
            </a:r>
            <a:r>
              <a:rPr lang="en-US" sz="1600" b="1" dirty="0">
                <a:solidFill>
                  <a:srgbClr val="830E3E"/>
                </a:solidFill>
                <a:latin typeface="Calibri"/>
                <a:ea typeface="Calibri"/>
                <a:cs typeface="Calibri"/>
                <a:sym typeface="Calibri"/>
              </a:rPr>
              <a:t>difficulties during inserting new data</a:t>
            </a:r>
            <a:endParaRP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4"/>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Deletion Anomalies</a:t>
            </a:r>
            <a:endParaRPr sz="3600" dirty="0"/>
          </a:p>
        </p:txBody>
      </p:sp>
      <p:sp>
        <p:nvSpPr>
          <p:cNvPr id="282" name="Google Shape;282;p14"/>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70C0"/>
              </a:buClr>
              <a:buSzPts val="2400"/>
              <a:buChar char="•"/>
            </a:pPr>
            <a:r>
              <a:rPr lang="en-US" sz="2400" b="1" dirty="0">
                <a:solidFill>
                  <a:srgbClr val="0070C0"/>
                </a:solidFill>
              </a:rPr>
              <a:t>If we delete a tuple from the </a:t>
            </a:r>
            <a:r>
              <a:rPr lang="en-US" sz="2400" b="1" dirty="0" err="1">
                <a:solidFill>
                  <a:srgbClr val="0070C0"/>
                </a:solidFill>
              </a:rPr>
              <a:t>StaffBranch</a:t>
            </a:r>
            <a:r>
              <a:rPr lang="en-US" sz="2400" b="1" dirty="0">
                <a:solidFill>
                  <a:srgbClr val="0070C0"/>
                </a:solidFill>
              </a:rPr>
              <a:t> relation that represents the last member of staff located at a branch, the details about that branch are also lost from the database.</a:t>
            </a:r>
            <a:endParaRPr sz="2400" dirty="0"/>
          </a:p>
        </p:txBody>
      </p:sp>
      <p:sp>
        <p:nvSpPr>
          <p:cNvPr id="284" name="Google Shape;284;p14"/>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
        <p:nvSpPr>
          <p:cNvPr id="286" name="Google Shape;286;p14"/>
          <p:cNvSpPr txBox="1"/>
          <p:nvPr/>
        </p:nvSpPr>
        <p:spPr>
          <a:xfrm>
            <a:off x="4414345" y="5596255"/>
            <a:ext cx="4101005" cy="738664"/>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Anomaly due to the design of the relation that cause </a:t>
            </a:r>
            <a:r>
              <a:rPr lang="en-US" sz="1400" b="1">
                <a:solidFill>
                  <a:srgbClr val="830E3E"/>
                </a:solidFill>
                <a:latin typeface="Calibri"/>
                <a:ea typeface="Calibri"/>
                <a:cs typeface="Calibri"/>
                <a:sym typeface="Calibri"/>
              </a:rPr>
              <a:t>difficulties during deletion of data. Might cause unwanted data loss.</a:t>
            </a:r>
            <a:endParaRPr/>
          </a:p>
        </p:txBody>
      </p:sp>
      <p:pic>
        <p:nvPicPr>
          <p:cNvPr id="287" name="Google Shape;287;p14"/>
          <p:cNvPicPr preferRelativeResize="0"/>
          <p:nvPr/>
        </p:nvPicPr>
        <p:blipFill rotWithShape="1">
          <a:blip r:embed="rId3">
            <a:alphaModFix/>
          </a:blip>
          <a:srcRect/>
          <a:stretch/>
        </p:blipFill>
        <p:spPr>
          <a:xfrm>
            <a:off x="1168208" y="3079761"/>
            <a:ext cx="5296639" cy="2200582"/>
          </a:xfrm>
          <a:prstGeom prst="rect">
            <a:avLst/>
          </a:prstGeom>
          <a:noFill/>
          <a:ln>
            <a:noFill/>
          </a:ln>
        </p:spPr>
      </p:pic>
      <p:cxnSp>
        <p:nvCxnSpPr>
          <p:cNvPr id="288" name="Google Shape;288;p14"/>
          <p:cNvCxnSpPr/>
          <p:nvPr/>
        </p:nvCxnSpPr>
        <p:spPr>
          <a:xfrm>
            <a:off x="1168208" y="4528457"/>
            <a:ext cx="5167278" cy="0"/>
          </a:xfrm>
          <a:prstGeom prst="straightConnector1">
            <a:avLst/>
          </a:prstGeom>
          <a:noFill/>
          <a:ln w="38100" cap="flat" cmpd="sng">
            <a:solidFill>
              <a:srgbClr val="830E3E"/>
            </a:solidFill>
            <a:prstDash val="solid"/>
            <a:miter lim="800000"/>
            <a:headEnd type="none" w="sm" len="sm"/>
            <a:tailEnd type="none" w="sm" len="sm"/>
          </a:ln>
        </p:spPr>
      </p:cxnSp>
      <p:sp>
        <p:nvSpPr>
          <p:cNvPr id="289" name="Google Shape;289;p14"/>
          <p:cNvSpPr txBox="1"/>
          <p:nvPr/>
        </p:nvSpPr>
        <p:spPr>
          <a:xfrm>
            <a:off x="6547099" y="3734434"/>
            <a:ext cx="2032931"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We will also delete B007 data (unwanted data loss) because the Branch still exist!!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5"/>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Modification Anomalies</a:t>
            </a:r>
            <a:endParaRPr sz="3600"/>
          </a:p>
        </p:txBody>
      </p:sp>
      <p:sp>
        <p:nvSpPr>
          <p:cNvPr id="295" name="Google Shape;295;p15"/>
          <p:cNvSpPr txBox="1">
            <a:spLocks noGrp="1"/>
          </p:cNvSpPr>
          <p:nvPr>
            <p:ph type="body" idx="1"/>
          </p:nvPr>
        </p:nvSpPr>
        <p:spPr>
          <a:xfrm>
            <a:off x="628650" y="1646238"/>
            <a:ext cx="7886700" cy="1050373"/>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70C0"/>
              </a:buClr>
              <a:buSzPts val="2400"/>
              <a:buChar char="•"/>
            </a:pPr>
            <a:r>
              <a:rPr lang="en-US" sz="2400" b="1" dirty="0">
                <a:solidFill>
                  <a:srgbClr val="0070C0"/>
                </a:solidFill>
              </a:rPr>
              <a:t>If we want to change the value of one of the attributes of a particular branch in the </a:t>
            </a:r>
            <a:r>
              <a:rPr lang="en-US" sz="2400" b="1" dirty="0" err="1">
                <a:solidFill>
                  <a:srgbClr val="0070C0"/>
                </a:solidFill>
              </a:rPr>
              <a:t>StaffBranch</a:t>
            </a:r>
            <a:r>
              <a:rPr lang="en-US" sz="2400" b="1" dirty="0">
                <a:solidFill>
                  <a:srgbClr val="0070C0"/>
                </a:solidFill>
              </a:rPr>
              <a:t> relation—for example, the address for branch number B003</a:t>
            </a:r>
            <a:endParaRPr sz="2400" dirty="0"/>
          </a:p>
        </p:txBody>
      </p:sp>
      <p:sp>
        <p:nvSpPr>
          <p:cNvPr id="297" name="Google Shape;297;p15"/>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dirty="0"/>
          </a:p>
        </p:txBody>
      </p:sp>
      <p:sp>
        <p:nvSpPr>
          <p:cNvPr id="299" name="Google Shape;299;p15"/>
          <p:cNvSpPr txBox="1"/>
          <p:nvPr/>
        </p:nvSpPr>
        <p:spPr>
          <a:xfrm>
            <a:off x="2185261" y="2695336"/>
            <a:ext cx="6373613" cy="830956"/>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Calibri"/>
                <a:ea typeface="Calibri"/>
                <a:cs typeface="Calibri"/>
                <a:sym typeface="Calibri"/>
              </a:rPr>
              <a:t>Anomaly due to the design of the relation that cause </a:t>
            </a:r>
            <a:r>
              <a:rPr lang="en-US" sz="1600" b="1">
                <a:solidFill>
                  <a:srgbClr val="830E3E"/>
                </a:solidFill>
                <a:latin typeface="Calibri"/>
                <a:ea typeface="Calibri"/>
                <a:cs typeface="Calibri"/>
                <a:sym typeface="Calibri"/>
              </a:rPr>
              <a:t>difficulties during modification of existing data. Might lead to inconsistency of the database.</a:t>
            </a:r>
            <a:endParaRPr sz="2000"/>
          </a:p>
        </p:txBody>
      </p:sp>
      <p:pic>
        <p:nvPicPr>
          <p:cNvPr id="300" name="Google Shape;300;p15"/>
          <p:cNvPicPr preferRelativeResize="0"/>
          <p:nvPr/>
        </p:nvPicPr>
        <p:blipFill rotWithShape="1">
          <a:blip r:embed="rId3">
            <a:alphaModFix/>
          </a:blip>
          <a:srcRect/>
          <a:stretch/>
        </p:blipFill>
        <p:spPr>
          <a:xfrm>
            <a:off x="977010" y="3680863"/>
            <a:ext cx="5296639" cy="2200582"/>
          </a:xfrm>
          <a:prstGeom prst="rect">
            <a:avLst/>
          </a:prstGeom>
          <a:noFill/>
          <a:ln>
            <a:noFill/>
          </a:ln>
        </p:spPr>
      </p:pic>
      <p:sp>
        <p:nvSpPr>
          <p:cNvPr id="301" name="Google Shape;301;p15"/>
          <p:cNvSpPr/>
          <p:nvPr/>
        </p:nvSpPr>
        <p:spPr>
          <a:xfrm>
            <a:off x="1077702" y="4644747"/>
            <a:ext cx="5072743" cy="217714"/>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2" name="Google Shape;302;p15"/>
          <p:cNvSpPr/>
          <p:nvPr/>
        </p:nvSpPr>
        <p:spPr>
          <a:xfrm>
            <a:off x="1077702" y="4850624"/>
            <a:ext cx="5072743" cy="217714"/>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3" name="Google Shape;303;p15"/>
          <p:cNvSpPr/>
          <p:nvPr/>
        </p:nvSpPr>
        <p:spPr>
          <a:xfrm>
            <a:off x="1077702" y="5254814"/>
            <a:ext cx="5072743" cy="217714"/>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4" name="Google Shape;304;p15"/>
          <p:cNvSpPr txBox="1"/>
          <p:nvPr/>
        </p:nvSpPr>
        <p:spPr>
          <a:xfrm>
            <a:off x="3930248" y="4631629"/>
            <a:ext cx="2111341" cy="230832"/>
          </a:xfrm>
          <a:prstGeom prst="rect">
            <a:avLst/>
          </a:prstGeom>
          <a:solidFill>
            <a:srgbClr val="830E3E">
              <a:alpha val="97647"/>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a:solidFill>
                  <a:schemeClr val="lt1"/>
                </a:solidFill>
                <a:latin typeface="Times New Roman"/>
                <a:ea typeface="Times New Roman"/>
                <a:cs typeface="Times New Roman"/>
                <a:sym typeface="Times New Roman"/>
              </a:rPr>
              <a:t>B003                 19 McKeon Ave, London</a:t>
            </a:r>
            <a:endParaRPr/>
          </a:p>
        </p:txBody>
      </p:sp>
      <p:sp>
        <p:nvSpPr>
          <p:cNvPr id="305" name="Google Shape;305;p15"/>
          <p:cNvSpPr txBox="1"/>
          <p:nvPr/>
        </p:nvSpPr>
        <p:spPr>
          <a:xfrm>
            <a:off x="3930248" y="4861180"/>
            <a:ext cx="2111341" cy="230832"/>
          </a:xfrm>
          <a:prstGeom prst="rect">
            <a:avLst/>
          </a:prstGeom>
          <a:solidFill>
            <a:srgbClr val="830E3E">
              <a:alpha val="97647"/>
            </a:srgb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a:solidFill>
                  <a:schemeClr val="lt1"/>
                </a:solidFill>
                <a:latin typeface="Times New Roman"/>
                <a:ea typeface="Times New Roman"/>
                <a:cs typeface="Times New Roman"/>
                <a:sym typeface="Times New Roman"/>
              </a:rPr>
              <a:t>B003                 19 McKeon Ave, London</a:t>
            </a:r>
            <a:endParaRPr/>
          </a:p>
        </p:txBody>
      </p:sp>
      <p:sp>
        <p:nvSpPr>
          <p:cNvPr id="306" name="Google Shape;306;p15"/>
          <p:cNvSpPr txBox="1"/>
          <p:nvPr/>
        </p:nvSpPr>
        <p:spPr>
          <a:xfrm>
            <a:off x="6525943" y="4239890"/>
            <a:ext cx="2032931"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Accidently forgot to update.</a:t>
            </a:r>
            <a:endParaRPr/>
          </a:p>
          <a:p>
            <a:pPr marL="0" marR="0" lvl="0" indent="0" algn="l" rtl="0">
              <a:spcBef>
                <a:spcPts val="0"/>
              </a:spcBef>
              <a:spcAft>
                <a:spcPts val="0"/>
              </a:spcAft>
              <a:buNone/>
            </a:pPr>
            <a:r>
              <a:rPr lang="en-US" sz="1800">
                <a:solidFill>
                  <a:srgbClr val="FF0000"/>
                </a:solidFill>
                <a:latin typeface="Calibri"/>
                <a:ea typeface="Calibri"/>
                <a:cs typeface="Calibri"/>
                <a:sym typeface="Calibri"/>
              </a:rPr>
              <a:t>Now we have 2 different address for B003!!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6"/>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2400"/>
              <a:t>You should understand</a:t>
            </a:r>
            <a:endParaRPr sz="2400"/>
          </a:p>
        </p:txBody>
      </p:sp>
      <p:sp>
        <p:nvSpPr>
          <p:cNvPr id="313" name="Google Shape;313;p16"/>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sp>
        <p:nvSpPr>
          <p:cNvPr id="315" name="Google Shape;315;p16"/>
          <p:cNvSpPr txBox="1"/>
          <p:nvPr/>
        </p:nvSpPr>
        <p:spPr>
          <a:xfrm>
            <a:off x="3542360" y="2444772"/>
            <a:ext cx="2834640" cy="640080"/>
          </a:xfrm>
          <a:prstGeom prst="rect">
            <a:avLst/>
          </a:prstGeom>
          <a:solidFill>
            <a:srgbClr val="830E3E"/>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2400"/>
              <a:buFont typeface="Arial"/>
              <a:buNone/>
            </a:pPr>
            <a:r>
              <a:rPr lang="en-US" sz="2000" dirty="0">
                <a:solidFill>
                  <a:schemeClr val="lt1"/>
                </a:solidFill>
                <a:latin typeface="Calibri"/>
                <a:ea typeface="Calibri"/>
                <a:cs typeface="Calibri"/>
                <a:sym typeface="Calibri"/>
              </a:rPr>
              <a:t>1) DATA REDUNDANCY</a:t>
            </a:r>
            <a:endParaRPr sz="1600" dirty="0"/>
          </a:p>
        </p:txBody>
      </p:sp>
      <p:sp>
        <p:nvSpPr>
          <p:cNvPr id="316" name="Google Shape;316;p16"/>
          <p:cNvSpPr txBox="1"/>
          <p:nvPr/>
        </p:nvSpPr>
        <p:spPr>
          <a:xfrm>
            <a:off x="3542360" y="3260498"/>
            <a:ext cx="2834640" cy="640080"/>
          </a:xfrm>
          <a:prstGeom prst="rect">
            <a:avLst/>
          </a:prstGeom>
          <a:solidFill>
            <a:srgbClr val="830E3E"/>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2400"/>
              <a:buFont typeface="Arial"/>
              <a:buNone/>
            </a:pPr>
            <a:r>
              <a:rPr lang="en-US" sz="2000">
                <a:solidFill>
                  <a:schemeClr val="lt1"/>
                </a:solidFill>
                <a:latin typeface="Calibri"/>
                <a:ea typeface="Calibri"/>
                <a:cs typeface="Calibri"/>
                <a:sym typeface="Calibri"/>
              </a:rPr>
              <a:t>2) UPDATE ANOMALIES</a:t>
            </a:r>
            <a:endParaRPr sz="1600"/>
          </a:p>
        </p:txBody>
      </p:sp>
      <p:pic>
        <p:nvPicPr>
          <p:cNvPr id="9" name="Graphic 8" descr="Clipboard outline">
            <a:extLst>
              <a:ext uri="{FF2B5EF4-FFF2-40B4-BE49-F238E27FC236}">
                <a16:creationId xmlns:a16="http://schemas.microsoft.com/office/drawing/2014/main" id="{A714970C-C21B-2199-734B-9650CC8958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85257" y="1212661"/>
            <a:ext cx="5579390" cy="334384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7"/>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PART 2: DEPENDENCIES</a:t>
            </a:r>
            <a:endParaRPr sz="3600"/>
          </a:p>
        </p:txBody>
      </p:sp>
      <p:sp>
        <p:nvSpPr>
          <p:cNvPr id="323" name="Google Shape;323;p17"/>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grpSp>
        <p:nvGrpSpPr>
          <p:cNvPr id="325" name="Google Shape;325;p17"/>
          <p:cNvGrpSpPr/>
          <p:nvPr/>
        </p:nvGrpSpPr>
        <p:grpSpPr>
          <a:xfrm>
            <a:off x="900628" y="1398424"/>
            <a:ext cx="7342742" cy="4525610"/>
            <a:chOff x="271978" y="2557"/>
            <a:chExt cx="7342742" cy="4525610"/>
          </a:xfrm>
        </p:grpSpPr>
        <p:sp>
          <p:nvSpPr>
            <p:cNvPr id="326" name="Google Shape;326;p17"/>
            <p:cNvSpPr/>
            <p:nvPr/>
          </p:nvSpPr>
          <p:spPr>
            <a:xfrm>
              <a:off x="2272661" y="557582"/>
              <a:ext cx="429970" cy="91440"/>
            </a:xfrm>
            <a:custGeom>
              <a:avLst/>
              <a:gdLst/>
              <a:ahLst/>
              <a:cxnLst/>
              <a:rect l="l" t="t" r="r" b="b"/>
              <a:pathLst>
                <a:path w="120000" h="120000" extrusionOk="0">
                  <a:moveTo>
                    <a:pt x="0" y="60000"/>
                  </a:moveTo>
                  <a:lnTo>
                    <a:pt x="120000" y="60000"/>
                  </a:lnTo>
                </a:path>
              </a:pathLst>
            </a:custGeom>
            <a:noFill/>
            <a:ln w="9525" cap="flat" cmpd="sng">
              <a:solidFill>
                <a:schemeClr val="accent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7"/>
            <p:cNvSpPr txBox="1"/>
            <p:nvPr/>
          </p:nvSpPr>
          <p:spPr>
            <a:xfrm>
              <a:off x="2476132" y="60099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28" name="Google Shape;328;p17"/>
            <p:cNvSpPr/>
            <p:nvPr/>
          </p:nvSpPr>
          <p:spPr>
            <a:xfrm>
              <a:off x="271978" y="2557"/>
              <a:ext cx="2002482" cy="1201489"/>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7"/>
            <p:cNvSpPr txBox="1"/>
            <p:nvPr/>
          </p:nvSpPr>
          <p:spPr>
            <a:xfrm>
              <a:off x="271978" y="255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INTRODUCTION</a:t>
              </a:r>
              <a:endParaRPr sz="1900">
                <a:solidFill>
                  <a:schemeClr val="lt1"/>
                </a:solidFill>
                <a:latin typeface="Calibri"/>
                <a:ea typeface="Calibri"/>
                <a:cs typeface="Calibri"/>
                <a:sym typeface="Calibri"/>
              </a:endParaRPr>
            </a:p>
          </p:txBody>
        </p:sp>
        <p:sp>
          <p:nvSpPr>
            <p:cNvPr id="330" name="Google Shape;330;p17"/>
            <p:cNvSpPr/>
            <p:nvPr/>
          </p:nvSpPr>
          <p:spPr>
            <a:xfrm>
              <a:off x="5149867" y="557582"/>
              <a:ext cx="429970" cy="91440"/>
            </a:xfrm>
            <a:custGeom>
              <a:avLst/>
              <a:gdLst/>
              <a:ahLst/>
              <a:cxnLst/>
              <a:rect l="l" t="t" r="r" b="b"/>
              <a:pathLst>
                <a:path w="120000" h="120000" extrusionOk="0">
                  <a:moveTo>
                    <a:pt x="0" y="60000"/>
                  </a:moveTo>
                  <a:lnTo>
                    <a:pt x="120000" y="60000"/>
                  </a:lnTo>
                </a:path>
              </a:pathLst>
            </a:custGeom>
            <a:noFill/>
            <a:ln w="9525" cap="flat" cmpd="sng">
              <a:solidFill>
                <a:srgbClr val="B18A8A"/>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7"/>
            <p:cNvSpPr txBox="1"/>
            <p:nvPr/>
          </p:nvSpPr>
          <p:spPr>
            <a:xfrm>
              <a:off x="5353339" y="60099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32" name="Google Shape;332;p17"/>
            <p:cNvSpPr/>
            <p:nvPr/>
          </p:nvSpPr>
          <p:spPr>
            <a:xfrm>
              <a:off x="2735032" y="2557"/>
              <a:ext cx="2416635" cy="1201489"/>
            </a:xfrm>
            <a:prstGeom prst="rect">
              <a:avLst/>
            </a:prstGeom>
            <a:solidFill>
              <a:srgbClr val="AE8D8D"/>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7"/>
            <p:cNvSpPr txBox="1"/>
            <p:nvPr/>
          </p:nvSpPr>
          <p:spPr>
            <a:xfrm>
              <a:off x="2735032" y="2557"/>
              <a:ext cx="2416635"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1</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DATA ANAMOLIES</a:t>
              </a:r>
              <a:endParaRPr sz="1900">
                <a:solidFill>
                  <a:schemeClr val="lt1"/>
                </a:solidFill>
                <a:latin typeface="Calibri"/>
                <a:ea typeface="Calibri"/>
                <a:cs typeface="Calibri"/>
                <a:sym typeface="Calibri"/>
              </a:endParaRPr>
            </a:p>
          </p:txBody>
        </p:sp>
        <p:sp>
          <p:nvSpPr>
            <p:cNvPr id="334" name="Google Shape;334;p17"/>
            <p:cNvSpPr/>
            <p:nvPr/>
          </p:nvSpPr>
          <p:spPr>
            <a:xfrm>
              <a:off x="1273219" y="1202246"/>
              <a:ext cx="5340260" cy="429970"/>
            </a:xfrm>
            <a:custGeom>
              <a:avLst/>
              <a:gdLst/>
              <a:ahLst/>
              <a:cxnLst/>
              <a:rect l="l" t="t" r="r" b="b"/>
              <a:pathLst>
                <a:path w="120000" h="120000" extrusionOk="0">
                  <a:moveTo>
                    <a:pt x="120000" y="0"/>
                  </a:moveTo>
                  <a:lnTo>
                    <a:pt x="120000" y="64772"/>
                  </a:lnTo>
                  <a:lnTo>
                    <a:pt x="0" y="64772"/>
                  </a:lnTo>
                  <a:lnTo>
                    <a:pt x="0" y="120000"/>
                  </a:lnTo>
                </a:path>
              </a:pathLst>
            </a:custGeom>
            <a:noFill/>
            <a:ln w="9525" cap="flat" cmpd="sng">
              <a:solidFill>
                <a:srgbClr val="C06C6C"/>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7"/>
            <p:cNvSpPr txBox="1"/>
            <p:nvPr/>
          </p:nvSpPr>
          <p:spPr>
            <a:xfrm>
              <a:off x="3809347" y="1414929"/>
              <a:ext cx="268004"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36" name="Google Shape;336;p17"/>
            <p:cNvSpPr/>
            <p:nvPr/>
          </p:nvSpPr>
          <p:spPr>
            <a:xfrm>
              <a:off x="5612238" y="2557"/>
              <a:ext cx="2002482" cy="1201489"/>
            </a:xfrm>
            <a:prstGeom prst="rect">
              <a:avLst/>
            </a:prstGeom>
            <a:solidFill>
              <a:srgbClr val="B9767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7"/>
            <p:cNvSpPr txBox="1"/>
            <p:nvPr/>
          </p:nvSpPr>
          <p:spPr>
            <a:xfrm>
              <a:off x="5612238" y="255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2</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DEPENDENCIES</a:t>
              </a:r>
              <a:endParaRPr sz="1900">
                <a:solidFill>
                  <a:schemeClr val="lt1"/>
                </a:solidFill>
                <a:latin typeface="Calibri"/>
                <a:ea typeface="Calibri"/>
                <a:cs typeface="Calibri"/>
                <a:sym typeface="Calibri"/>
              </a:endParaRPr>
            </a:p>
          </p:txBody>
        </p:sp>
        <p:sp>
          <p:nvSpPr>
            <p:cNvPr id="338" name="Google Shape;338;p17"/>
            <p:cNvSpPr/>
            <p:nvPr/>
          </p:nvSpPr>
          <p:spPr>
            <a:xfrm>
              <a:off x="2272661" y="2219642"/>
              <a:ext cx="429970" cy="91440"/>
            </a:xfrm>
            <a:custGeom>
              <a:avLst/>
              <a:gdLst/>
              <a:ahLst/>
              <a:cxnLst/>
              <a:rect l="l" t="t" r="r" b="b"/>
              <a:pathLst>
                <a:path w="120000" h="120000" extrusionOk="0">
                  <a:moveTo>
                    <a:pt x="0" y="60000"/>
                  </a:moveTo>
                  <a:lnTo>
                    <a:pt x="120000" y="60000"/>
                  </a:lnTo>
                </a:path>
              </a:pathLst>
            </a:custGeom>
            <a:noFill/>
            <a:ln w="9525" cap="flat" cmpd="sng">
              <a:solidFill>
                <a:srgbClr val="D14A4A"/>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7"/>
            <p:cNvSpPr txBox="1"/>
            <p:nvPr/>
          </p:nvSpPr>
          <p:spPr>
            <a:xfrm>
              <a:off x="2476132" y="226305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40" name="Google Shape;340;p17"/>
            <p:cNvSpPr/>
            <p:nvPr/>
          </p:nvSpPr>
          <p:spPr>
            <a:xfrm>
              <a:off x="271978" y="1664617"/>
              <a:ext cx="2002482" cy="1201489"/>
            </a:xfrm>
            <a:prstGeom prst="rect">
              <a:avLst/>
            </a:prstGeom>
            <a:solidFill>
              <a:srgbClr val="C85B5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7"/>
            <p:cNvSpPr txBox="1"/>
            <p:nvPr/>
          </p:nvSpPr>
          <p:spPr>
            <a:xfrm>
              <a:off x="271978"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3</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FIRST NORMAL FORM </a:t>
              </a:r>
              <a:endParaRPr sz="1900">
                <a:solidFill>
                  <a:schemeClr val="lt1"/>
                </a:solidFill>
                <a:latin typeface="Calibri"/>
                <a:ea typeface="Calibri"/>
                <a:cs typeface="Calibri"/>
                <a:sym typeface="Calibri"/>
              </a:endParaRPr>
            </a:p>
          </p:txBody>
        </p:sp>
        <p:sp>
          <p:nvSpPr>
            <p:cNvPr id="342" name="Google Shape;342;p17"/>
            <p:cNvSpPr/>
            <p:nvPr/>
          </p:nvSpPr>
          <p:spPr>
            <a:xfrm>
              <a:off x="4735714" y="2219642"/>
              <a:ext cx="429970" cy="91440"/>
            </a:xfrm>
            <a:custGeom>
              <a:avLst/>
              <a:gdLst/>
              <a:ahLst/>
              <a:cxnLst/>
              <a:rect l="l" t="t" r="r" b="b"/>
              <a:pathLst>
                <a:path w="120000" h="120000" extrusionOk="0">
                  <a:moveTo>
                    <a:pt x="0" y="60000"/>
                  </a:moveTo>
                  <a:lnTo>
                    <a:pt x="120000" y="60000"/>
                  </a:lnTo>
                </a:path>
              </a:pathLst>
            </a:custGeom>
            <a:noFill/>
            <a:ln w="9525" cap="flat" cmpd="sng">
              <a:solidFill>
                <a:srgbClr val="E72527"/>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7"/>
            <p:cNvSpPr txBox="1"/>
            <p:nvPr/>
          </p:nvSpPr>
          <p:spPr>
            <a:xfrm>
              <a:off x="4939185" y="226305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44" name="Google Shape;344;p17"/>
            <p:cNvSpPr/>
            <p:nvPr/>
          </p:nvSpPr>
          <p:spPr>
            <a:xfrm>
              <a:off x="2735032" y="1664617"/>
              <a:ext cx="2002482" cy="1201489"/>
            </a:xfrm>
            <a:prstGeom prst="rect">
              <a:avLst/>
            </a:prstGeom>
            <a:solidFill>
              <a:srgbClr val="D83E3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7"/>
            <p:cNvSpPr txBox="1"/>
            <p:nvPr/>
          </p:nvSpPr>
          <p:spPr>
            <a:xfrm>
              <a:off x="2735032"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4</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SECOND NORMAL FORM </a:t>
              </a:r>
              <a:endParaRPr sz="1900">
                <a:solidFill>
                  <a:schemeClr val="lt1"/>
                </a:solidFill>
                <a:latin typeface="Calibri"/>
                <a:ea typeface="Calibri"/>
                <a:cs typeface="Calibri"/>
                <a:sym typeface="Calibri"/>
              </a:endParaRPr>
            </a:p>
          </p:txBody>
        </p:sp>
        <p:sp>
          <p:nvSpPr>
            <p:cNvPr id="346" name="Google Shape;346;p17"/>
            <p:cNvSpPr/>
            <p:nvPr/>
          </p:nvSpPr>
          <p:spPr>
            <a:xfrm>
              <a:off x="1273219" y="2864307"/>
              <a:ext cx="4926106" cy="429970"/>
            </a:xfrm>
            <a:custGeom>
              <a:avLst/>
              <a:gdLst/>
              <a:ahLst/>
              <a:cxnLst/>
              <a:rect l="l" t="t" r="r" b="b"/>
              <a:pathLst>
                <a:path w="120000" h="120000" extrusionOk="0">
                  <a:moveTo>
                    <a:pt x="120000" y="0"/>
                  </a:moveTo>
                  <a:lnTo>
                    <a:pt x="120000" y="64772"/>
                  </a:lnTo>
                  <a:lnTo>
                    <a:pt x="0" y="64772"/>
                  </a:lnTo>
                  <a:lnTo>
                    <a:pt x="0" y="120000"/>
                  </a:lnTo>
                </a:path>
              </a:pathLst>
            </a:custGeom>
            <a:noFill/>
            <a:ln w="9525" cap="flat" cmpd="sng">
              <a:solidFill>
                <a:srgbClr val="FE0000"/>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7"/>
            <p:cNvSpPr txBox="1"/>
            <p:nvPr/>
          </p:nvSpPr>
          <p:spPr>
            <a:xfrm>
              <a:off x="3612583" y="3076989"/>
              <a:ext cx="247379"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48" name="Google Shape;348;p17"/>
            <p:cNvSpPr/>
            <p:nvPr/>
          </p:nvSpPr>
          <p:spPr>
            <a:xfrm>
              <a:off x="5198085" y="1664617"/>
              <a:ext cx="2002482" cy="1201489"/>
            </a:xfrm>
            <a:prstGeom prst="rect">
              <a:avLst/>
            </a:prstGeom>
            <a:solidFill>
              <a:srgbClr val="E9212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7"/>
            <p:cNvSpPr txBox="1"/>
            <p:nvPr/>
          </p:nvSpPr>
          <p:spPr>
            <a:xfrm>
              <a:off x="5198085"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5</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THIRD NORMAL FORM </a:t>
              </a:r>
              <a:endParaRPr sz="1900">
                <a:solidFill>
                  <a:schemeClr val="lt1"/>
                </a:solidFill>
                <a:latin typeface="Calibri"/>
                <a:ea typeface="Calibri"/>
                <a:cs typeface="Calibri"/>
                <a:sym typeface="Calibri"/>
              </a:endParaRPr>
            </a:p>
          </p:txBody>
        </p:sp>
        <p:sp>
          <p:nvSpPr>
            <p:cNvPr id="350" name="Google Shape;350;p17"/>
            <p:cNvSpPr/>
            <p:nvPr/>
          </p:nvSpPr>
          <p:spPr>
            <a:xfrm>
              <a:off x="271978" y="3326678"/>
              <a:ext cx="2002482" cy="1201489"/>
            </a:xfrm>
            <a:prstGeom prst="rect">
              <a:avLst/>
            </a:prstGeom>
            <a:solidFill>
              <a:srgbClr val="FE000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7"/>
            <p:cNvSpPr txBox="1"/>
            <p:nvPr/>
          </p:nvSpPr>
          <p:spPr>
            <a:xfrm>
              <a:off x="271978" y="3326678"/>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6</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BOYCE-CODD NORMAL FORM</a:t>
              </a:r>
              <a:endParaRPr sz="1900">
                <a:solidFill>
                  <a:schemeClr val="lt1"/>
                </a:solidFill>
                <a:latin typeface="Calibri"/>
                <a:ea typeface="Calibri"/>
                <a:cs typeface="Calibri"/>
                <a:sym typeface="Calibri"/>
              </a:endParaRPr>
            </a:p>
          </p:txBody>
        </p:sp>
      </p:grpSp>
      <p:sp>
        <p:nvSpPr>
          <p:cNvPr id="352" name="Google Shape;352;p17"/>
          <p:cNvSpPr/>
          <p:nvPr/>
        </p:nvSpPr>
        <p:spPr>
          <a:xfrm>
            <a:off x="248103" y="1174982"/>
            <a:ext cx="5587093" cy="1469572"/>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 name="Google Shape;353;p17"/>
          <p:cNvSpPr/>
          <p:nvPr/>
        </p:nvSpPr>
        <p:spPr>
          <a:xfrm>
            <a:off x="894669" y="4711924"/>
            <a:ext cx="7620681" cy="1292219"/>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 name="Google Shape;354;p17"/>
          <p:cNvSpPr/>
          <p:nvPr/>
        </p:nvSpPr>
        <p:spPr>
          <a:xfrm>
            <a:off x="476250" y="3072043"/>
            <a:ext cx="7620681" cy="1292219"/>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8"/>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Functional Dependencies (FD)</a:t>
            </a:r>
            <a:endParaRPr sz="3600"/>
          </a:p>
        </p:txBody>
      </p:sp>
      <p:sp>
        <p:nvSpPr>
          <p:cNvPr id="360" name="Google Shape;360;p18"/>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An important concept associated with normalization is functional dependency, which describes the relationship between attributes (Maier, 1983).</a:t>
            </a:r>
            <a:endParaRPr sz="2400" dirty="0"/>
          </a:p>
          <a:p>
            <a:pPr marL="685800" lvl="1" indent="-228600" algn="l" rtl="0">
              <a:lnSpc>
                <a:spcPct val="90000"/>
              </a:lnSpc>
              <a:spcBef>
                <a:spcPts val="500"/>
              </a:spcBef>
              <a:spcAft>
                <a:spcPts val="0"/>
              </a:spcAft>
              <a:buClr>
                <a:schemeClr val="dk1"/>
              </a:buClr>
              <a:buSzPts val="2000"/>
              <a:buChar char="•"/>
            </a:pPr>
            <a:r>
              <a:rPr lang="en-US" sz="2000" dirty="0"/>
              <a:t>if A and B are attributes of relation R, B is functionally dependent on A (written as: A → B) if each value of A is associated with exactly one value of B. ( A and B may each consist of one or more attributes.)</a:t>
            </a:r>
            <a:endParaRPr sz="2000" dirty="0"/>
          </a:p>
          <a:p>
            <a:pPr marL="228600" lvl="0" indent="-228600" algn="l" rtl="0">
              <a:lnSpc>
                <a:spcPct val="90000"/>
              </a:lnSpc>
              <a:spcBef>
                <a:spcPts val="1000"/>
              </a:spcBef>
              <a:spcAft>
                <a:spcPts val="0"/>
              </a:spcAft>
              <a:buClr>
                <a:schemeClr val="dk1"/>
              </a:buClr>
              <a:buSzPts val="2400"/>
              <a:buChar char="•"/>
            </a:pPr>
            <a:r>
              <a:rPr lang="en-US" sz="2400" dirty="0"/>
              <a:t>When a functional dependency is present, the dependency is specified as a constraint between the attributes.</a:t>
            </a:r>
            <a:endParaRPr sz="2400" dirty="0"/>
          </a:p>
          <a:p>
            <a:pPr marL="228600" lvl="0" indent="-228600" algn="l" rtl="0">
              <a:lnSpc>
                <a:spcPct val="90000"/>
              </a:lnSpc>
              <a:spcBef>
                <a:spcPts val="1000"/>
              </a:spcBef>
              <a:spcAft>
                <a:spcPts val="0"/>
              </a:spcAft>
              <a:buClr>
                <a:schemeClr val="dk1"/>
              </a:buClr>
              <a:buSzPts val="2400"/>
              <a:buChar char="•"/>
            </a:pPr>
            <a:r>
              <a:rPr lang="en-US" sz="2400" dirty="0"/>
              <a:t> An alternative way → ‘A functionally determines B’ </a:t>
            </a:r>
            <a:endParaRPr sz="2400" dirty="0"/>
          </a:p>
        </p:txBody>
      </p:sp>
      <p:sp>
        <p:nvSpPr>
          <p:cNvPr id="362" name="Google Shape;362;p18"/>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19"/>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FD: Determinant</a:t>
            </a:r>
            <a:endParaRPr sz="3600" dirty="0"/>
          </a:p>
        </p:txBody>
      </p:sp>
      <p:sp>
        <p:nvSpPr>
          <p:cNvPr id="370" name="Google Shape;370;p19"/>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sp>
        <p:nvSpPr>
          <p:cNvPr id="372" name="Google Shape;372;p19"/>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Determinant: Refers to the attribute, or group of attributes, on the left-hand side of the arrow of a functional dependency.</a:t>
            </a:r>
            <a:endParaRPr sz="2400" dirty="0"/>
          </a:p>
          <a:p>
            <a:pPr marL="228600" lvl="0" indent="-76200" algn="l" rtl="0">
              <a:lnSpc>
                <a:spcPct val="90000"/>
              </a:lnSpc>
              <a:spcBef>
                <a:spcPts val="1000"/>
              </a:spcBef>
              <a:spcAft>
                <a:spcPts val="0"/>
              </a:spcAft>
              <a:buClr>
                <a:schemeClr val="dk1"/>
              </a:buClr>
              <a:buSzPts val="2400"/>
              <a:buNone/>
            </a:pPr>
            <a:endParaRPr sz="2400" dirty="0"/>
          </a:p>
        </p:txBody>
      </p:sp>
      <p:pic>
        <p:nvPicPr>
          <p:cNvPr id="373" name="Google Shape;373;p19"/>
          <p:cNvPicPr preferRelativeResize="0"/>
          <p:nvPr/>
        </p:nvPicPr>
        <p:blipFill rotWithShape="1">
          <a:blip r:embed="rId3">
            <a:alphaModFix/>
          </a:blip>
          <a:srcRect/>
          <a:stretch/>
        </p:blipFill>
        <p:spPr>
          <a:xfrm>
            <a:off x="628650" y="2369789"/>
            <a:ext cx="7329952" cy="1631505"/>
          </a:xfrm>
          <a:prstGeom prst="rect">
            <a:avLst/>
          </a:prstGeom>
          <a:noFill/>
          <a:ln>
            <a:noFill/>
          </a:ln>
        </p:spPr>
      </p:pic>
      <p:sp>
        <p:nvSpPr>
          <p:cNvPr id="374" name="Google Shape;374;p19"/>
          <p:cNvSpPr txBox="1"/>
          <p:nvPr/>
        </p:nvSpPr>
        <p:spPr>
          <a:xfrm>
            <a:off x="1150787" y="3539564"/>
            <a:ext cx="1808508" cy="461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F0000"/>
              </a:buClr>
              <a:buSzPts val="2400"/>
              <a:buFont typeface="Arial"/>
              <a:buNone/>
            </a:pPr>
            <a:r>
              <a:rPr lang="en-US" sz="2400" b="1">
                <a:solidFill>
                  <a:srgbClr val="FF0000"/>
                </a:solidFill>
                <a:latin typeface="Calibri"/>
                <a:ea typeface="Calibri"/>
                <a:cs typeface="Calibri"/>
                <a:sym typeface="Calibri"/>
              </a:rPr>
              <a:t>determinant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20"/>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Example of a Functional Dependency</a:t>
            </a:r>
            <a:endParaRPr sz="3600" dirty="0"/>
          </a:p>
        </p:txBody>
      </p:sp>
      <p:sp>
        <p:nvSpPr>
          <p:cNvPr id="381" name="Google Shape;381;p20"/>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20</a:t>
            </a:fld>
            <a:endParaRPr/>
          </a:p>
        </p:txBody>
      </p:sp>
      <p:pic>
        <p:nvPicPr>
          <p:cNvPr id="383" name="Google Shape;383;p20"/>
          <p:cNvPicPr preferRelativeResize="0">
            <a:picLocks noGrp="1"/>
          </p:cNvPicPr>
          <p:nvPr>
            <p:ph type="body" idx="1"/>
          </p:nvPr>
        </p:nvPicPr>
        <p:blipFill rotWithShape="1">
          <a:blip r:embed="rId3">
            <a:alphaModFix/>
          </a:blip>
          <a:srcRect/>
          <a:stretch/>
        </p:blipFill>
        <p:spPr>
          <a:xfrm>
            <a:off x="21723" y="1674415"/>
            <a:ext cx="5365166" cy="4314312"/>
          </a:xfrm>
          <a:prstGeom prst="rect">
            <a:avLst/>
          </a:prstGeom>
          <a:noFill/>
          <a:ln>
            <a:noFill/>
          </a:ln>
        </p:spPr>
      </p:pic>
      <p:sp>
        <p:nvSpPr>
          <p:cNvPr id="384" name="Google Shape;384;p20"/>
          <p:cNvSpPr txBox="1"/>
          <p:nvPr/>
        </p:nvSpPr>
        <p:spPr>
          <a:xfrm>
            <a:off x="5386889" y="1551524"/>
            <a:ext cx="3733800" cy="1938992"/>
          </a:xfrm>
          <a:prstGeom prst="rect">
            <a:avLst/>
          </a:prstGeom>
          <a:solidFill>
            <a:srgbClr val="CCFF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i="1" dirty="0" err="1">
                <a:solidFill>
                  <a:srgbClr val="FF0000"/>
                </a:solidFill>
                <a:latin typeface="Times New Roman"/>
                <a:ea typeface="Times New Roman"/>
                <a:cs typeface="Times New Roman"/>
                <a:sym typeface="Times New Roman"/>
              </a:rPr>
              <a:t>staffNo</a:t>
            </a:r>
            <a:r>
              <a:rPr lang="en-US" sz="2000" dirty="0">
                <a:solidFill>
                  <a:srgbClr val="FF0000"/>
                </a:solidFill>
                <a:latin typeface="Times New Roman"/>
                <a:ea typeface="Times New Roman"/>
                <a:cs typeface="Times New Roman"/>
                <a:sym typeface="Times New Roman"/>
              </a:rPr>
              <a:t> functionally determines </a:t>
            </a:r>
            <a:r>
              <a:rPr lang="en-US" sz="2000" i="1" dirty="0">
                <a:solidFill>
                  <a:srgbClr val="FF0000"/>
                </a:solidFill>
                <a:latin typeface="Times New Roman"/>
                <a:ea typeface="Times New Roman"/>
                <a:cs typeface="Times New Roman"/>
                <a:sym typeface="Times New Roman"/>
              </a:rPr>
              <a:t>position </a:t>
            </a:r>
            <a:endParaRPr dirty="0"/>
          </a:p>
          <a:p>
            <a:pPr marL="800100" marR="0" lvl="1" indent="-342900" algn="l" rtl="0">
              <a:spcBef>
                <a:spcPts val="1000"/>
              </a:spcBef>
              <a:spcAft>
                <a:spcPts val="0"/>
              </a:spcAft>
              <a:buClr>
                <a:srgbClr val="0000CC"/>
              </a:buClr>
              <a:buSzPts val="2000"/>
              <a:buFont typeface="Times New Roman"/>
              <a:buChar char="•"/>
            </a:pPr>
            <a:r>
              <a:rPr lang="en-US" sz="2000" b="0" i="0" u="none" strike="noStrike" cap="none" dirty="0" err="1">
                <a:solidFill>
                  <a:srgbClr val="0000CC"/>
                </a:solidFill>
                <a:latin typeface="Times New Roman"/>
                <a:ea typeface="Times New Roman"/>
                <a:cs typeface="Times New Roman"/>
                <a:sym typeface="Times New Roman"/>
              </a:rPr>
              <a:t>staffNo</a:t>
            </a:r>
            <a:r>
              <a:rPr lang="en-US" sz="2000" b="0" i="0" u="none" strike="noStrike" cap="none" dirty="0">
                <a:solidFill>
                  <a:srgbClr val="0000CC"/>
                </a:solidFill>
                <a:latin typeface="Times New Roman"/>
                <a:ea typeface="Times New Roman"/>
                <a:cs typeface="Times New Roman"/>
                <a:sym typeface="Times New Roman"/>
              </a:rPr>
              <a:t> → position</a:t>
            </a:r>
            <a:endParaRPr dirty="0"/>
          </a:p>
          <a:p>
            <a:pPr marL="800100" marR="0" lvl="1" indent="-342900" algn="l" rtl="0">
              <a:spcBef>
                <a:spcPts val="1000"/>
              </a:spcBef>
              <a:spcAft>
                <a:spcPts val="0"/>
              </a:spcAft>
              <a:buClr>
                <a:schemeClr val="dk1"/>
              </a:buClr>
              <a:buSzPts val="2000"/>
              <a:buFont typeface="Times New Roman"/>
              <a:buChar char="•"/>
            </a:pPr>
            <a:r>
              <a:rPr lang="en-US" sz="2000" b="0" i="0" u="none" strike="noStrike" cap="none" dirty="0">
                <a:solidFill>
                  <a:schemeClr val="dk1"/>
                </a:solidFill>
                <a:latin typeface="Times New Roman"/>
                <a:ea typeface="Times New Roman"/>
                <a:cs typeface="Times New Roman"/>
                <a:sym typeface="Times New Roman"/>
              </a:rPr>
              <a:t>Relationship between </a:t>
            </a:r>
            <a:r>
              <a:rPr lang="en-US" sz="2000" b="0" i="1" u="none" strike="noStrike" cap="none" dirty="0" err="1">
                <a:solidFill>
                  <a:schemeClr val="dk1"/>
                </a:solidFill>
                <a:latin typeface="Times New Roman"/>
                <a:ea typeface="Times New Roman"/>
                <a:cs typeface="Times New Roman"/>
                <a:sym typeface="Times New Roman"/>
              </a:rPr>
              <a:t>staffNo</a:t>
            </a:r>
            <a:r>
              <a:rPr lang="en-US" sz="2000" b="0" i="0" u="none" strike="noStrike" cap="none" dirty="0">
                <a:solidFill>
                  <a:schemeClr val="dk1"/>
                </a:solidFill>
                <a:latin typeface="Times New Roman"/>
                <a:ea typeface="Times New Roman"/>
                <a:cs typeface="Times New Roman"/>
                <a:sym typeface="Times New Roman"/>
              </a:rPr>
              <a:t> and </a:t>
            </a:r>
            <a:r>
              <a:rPr lang="en-US" sz="2000" b="0" i="1" u="none" strike="noStrike" cap="none" dirty="0">
                <a:solidFill>
                  <a:schemeClr val="dk1"/>
                </a:solidFill>
                <a:latin typeface="Times New Roman"/>
                <a:ea typeface="Times New Roman"/>
                <a:cs typeface="Times New Roman"/>
                <a:sym typeface="Times New Roman"/>
              </a:rPr>
              <a:t>position</a:t>
            </a:r>
            <a:r>
              <a:rPr lang="en-US" sz="2000" b="0" i="0" u="none" strike="noStrike" cap="none" dirty="0">
                <a:solidFill>
                  <a:schemeClr val="dk1"/>
                </a:solidFill>
                <a:latin typeface="Times New Roman"/>
                <a:ea typeface="Times New Roman"/>
                <a:cs typeface="Times New Roman"/>
                <a:sym typeface="Times New Roman"/>
              </a:rPr>
              <a:t> is 1:1</a:t>
            </a:r>
            <a:endParaRPr dirty="0"/>
          </a:p>
        </p:txBody>
      </p:sp>
      <p:sp>
        <p:nvSpPr>
          <p:cNvPr id="385" name="Google Shape;385;p20"/>
          <p:cNvSpPr txBox="1"/>
          <p:nvPr/>
        </p:nvSpPr>
        <p:spPr>
          <a:xfrm>
            <a:off x="5410200" y="3831571"/>
            <a:ext cx="3733800" cy="2400657"/>
          </a:xfrm>
          <a:prstGeom prst="rect">
            <a:avLst/>
          </a:prstGeom>
          <a:solidFill>
            <a:srgbClr val="CCFF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i="1" dirty="0">
                <a:solidFill>
                  <a:srgbClr val="FF0000"/>
                </a:solidFill>
                <a:latin typeface="Times New Roman"/>
                <a:ea typeface="Times New Roman"/>
                <a:cs typeface="Times New Roman"/>
                <a:sym typeface="Times New Roman"/>
              </a:rPr>
              <a:t>position</a:t>
            </a:r>
            <a:r>
              <a:rPr lang="en-US" sz="2000" dirty="0">
                <a:solidFill>
                  <a:srgbClr val="FF0000"/>
                </a:solidFill>
                <a:latin typeface="Times New Roman"/>
                <a:ea typeface="Times New Roman"/>
                <a:cs typeface="Times New Roman"/>
                <a:sym typeface="Times New Roman"/>
              </a:rPr>
              <a:t> does </a:t>
            </a:r>
            <a:r>
              <a:rPr lang="en-US" sz="2000" i="1" dirty="0">
                <a:solidFill>
                  <a:srgbClr val="FF0000"/>
                </a:solidFill>
                <a:latin typeface="Times New Roman"/>
                <a:ea typeface="Times New Roman"/>
                <a:cs typeface="Times New Roman"/>
                <a:sym typeface="Times New Roman"/>
              </a:rPr>
              <a:t>not</a:t>
            </a:r>
            <a:r>
              <a:rPr lang="en-US" sz="2000" dirty="0">
                <a:solidFill>
                  <a:srgbClr val="FF0000"/>
                </a:solidFill>
                <a:latin typeface="Times New Roman"/>
                <a:ea typeface="Times New Roman"/>
                <a:cs typeface="Times New Roman"/>
                <a:sym typeface="Times New Roman"/>
              </a:rPr>
              <a:t> functionally determine</a:t>
            </a:r>
            <a:r>
              <a:rPr lang="en-US" sz="2000" dirty="0">
                <a:solidFill>
                  <a:srgbClr val="660066"/>
                </a:solidFill>
                <a:latin typeface="Times New Roman"/>
                <a:ea typeface="Times New Roman"/>
                <a:cs typeface="Times New Roman"/>
                <a:sym typeface="Times New Roman"/>
              </a:rPr>
              <a:t> </a:t>
            </a:r>
            <a:r>
              <a:rPr lang="en-US" sz="2000" i="1" dirty="0" err="1">
                <a:solidFill>
                  <a:srgbClr val="FF0000"/>
                </a:solidFill>
                <a:latin typeface="Times New Roman"/>
                <a:ea typeface="Times New Roman"/>
                <a:cs typeface="Times New Roman"/>
                <a:sym typeface="Times New Roman"/>
              </a:rPr>
              <a:t>staffNo</a:t>
            </a:r>
            <a:r>
              <a:rPr lang="en-US" sz="2000" dirty="0">
                <a:solidFill>
                  <a:srgbClr val="FF0000"/>
                </a:solidFill>
                <a:latin typeface="Times New Roman"/>
                <a:ea typeface="Times New Roman"/>
                <a:cs typeface="Times New Roman"/>
                <a:sym typeface="Times New Roman"/>
              </a:rPr>
              <a:t> </a:t>
            </a:r>
            <a:endParaRPr dirty="0"/>
          </a:p>
          <a:p>
            <a:pPr marL="800100" marR="0" lvl="1" indent="-342900" algn="l" rtl="0">
              <a:spcBef>
                <a:spcPts val="1000"/>
              </a:spcBef>
              <a:spcAft>
                <a:spcPts val="0"/>
              </a:spcAft>
              <a:buClr>
                <a:srgbClr val="0000CC"/>
              </a:buClr>
              <a:buSzPts val="2000"/>
              <a:buFont typeface="Times New Roman"/>
              <a:buChar char="•"/>
            </a:pPr>
            <a:r>
              <a:rPr lang="en-US" sz="2000" b="0" i="0" u="none" strike="noStrike" cap="none" dirty="0">
                <a:solidFill>
                  <a:srgbClr val="0000CC"/>
                </a:solidFill>
                <a:latin typeface="Times New Roman"/>
                <a:ea typeface="Times New Roman"/>
                <a:cs typeface="Times New Roman"/>
                <a:sym typeface="Times New Roman"/>
              </a:rPr>
              <a:t>position → </a:t>
            </a:r>
            <a:r>
              <a:rPr lang="en-US" sz="2000" b="0" i="0" u="none" strike="noStrike" cap="none" dirty="0" err="1">
                <a:solidFill>
                  <a:srgbClr val="0000CC"/>
                </a:solidFill>
                <a:latin typeface="Times New Roman"/>
                <a:ea typeface="Times New Roman"/>
                <a:cs typeface="Times New Roman"/>
                <a:sym typeface="Times New Roman"/>
              </a:rPr>
              <a:t>staffNo</a:t>
            </a:r>
            <a:endParaRPr dirty="0"/>
          </a:p>
          <a:p>
            <a:pPr marL="800100" marR="0" lvl="1" indent="-342900" algn="l" rtl="0">
              <a:spcBef>
                <a:spcPts val="1000"/>
              </a:spcBef>
              <a:spcAft>
                <a:spcPts val="0"/>
              </a:spcAft>
              <a:buClr>
                <a:schemeClr val="dk1"/>
              </a:buClr>
              <a:buSzPts val="2000"/>
              <a:buFont typeface="Times New Roman"/>
              <a:buChar char="•"/>
            </a:pPr>
            <a:r>
              <a:rPr lang="en-US" sz="2000" b="0" i="0" u="none" strike="noStrike" cap="none" dirty="0">
                <a:solidFill>
                  <a:schemeClr val="dk1"/>
                </a:solidFill>
                <a:latin typeface="Times New Roman"/>
                <a:ea typeface="Times New Roman"/>
                <a:cs typeface="Times New Roman"/>
                <a:sym typeface="Times New Roman"/>
              </a:rPr>
              <a:t>relationship between </a:t>
            </a:r>
            <a:r>
              <a:rPr lang="en-US" sz="2000" b="0" i="1" u="none" strike="noStrike" cap="none" dirty="0">
                <a:solidFill>
                  <a:schemeClr val="dk1"/>
                </a:solidFill>
                <a:latin typeface="Times New Roman"/>
                <a:ea typeface="Times New Roman"/>
                <a:cs typeface="Times New Roman"/>
                <a:sym typeface="Times New Roman"/>
              </a:rPr>
              <a:t>position</a:t>
            </a:r>
            <a:r>
              <a:rPr lang="en-US" sz="2000" b="0" i="0" u="none" strike="noStrike" cap="none" dirty="0">
                <a:solidFill>
                  <a:schemeClr val="dk1"/>
                </a:solidFill>
                <a:latin typeface="Times New Roman"/>
                <a:ea typeface="Times New Roman"/>
                <a:cs typeface="Times New Roman"/>
                <a:sym typeface="Times New Roman"/>
              </a:rPr>
              <a:t> and </a:t>
            </a:r>
            <a:r>
              <a:rPr lang="en-US" sz="2000" b="0" i="1" u="none" strike="noStrike" cap="none" dirty="0" err="1">
                <a:solidFill>
                  <a:schemeClr val="dk1"/>
                </a:solidFill>
                <a:latin typeface="Times New Roman"/>
                <a:ea typeface="Times New Roman"/>
                <a:cs typeface="Times New Roman"/>
                <a:sym typeface="Times New Roman"/>
              </a:rPr>
              <a:t>staffNo</a:t>
            </a:r>
            <a:r>
              <a:rPr lang="en-US" sz="2000" b="0" i="0" u="none" strike="noStrike" cap="none" dirty="0">
                <a:solidFill>
                  <a:schemeClr val="dk1"/>
                </a:solidFill>
                <a:latin typeface="Times New Roman"/>
                <a:ea typeface="Times New Roman"/>
                <a:cs typeface="Times New Roman"/>
                <a:sym typeface="Times New Roman"/>
              </a:rPr>
              <a:t> is 1:*</a:t>
            </a:r>
            <a:endParaRPr dirty="0"/>
          </a:p>
          <a:p>
            <a:pPr marL="800100" marR="0" lvl="1" indent="-342900" algn="l" rtl="0">
              <a:spcBef>
                <a:spcPts val="1000"/>
              </a:spcBef>
              <a:spcAft>
                <a:spcPts val="0"/>
              </a:spcAft>
              <a:buNone/>
            </a:pPr>
            <a:endParaRPr sz="2000" b="0" i="0" u="none" strike="noStrike" cap="none" dirty="0">
              <a:solidFill>
                <a:srgbClr val="660066"/>
              </a:solidFill>
              <a:latin typeface="Times New Roman"/>
              <a:ea typeface="Times New Roman"/>
              <a:cs typeface="Times New Roman"/>
              <a:sym typeface="Times New Roman"/>
            </a:endParaRPr>
          </a:p>
        </p:txBody>
      </p:sp>
      <p:sp>
        <p:nvSpPr>
          <p:cNvPr id="386" name="Google Shape;386;p20"/>
          <p:cNvSpPr txBox="1"/>
          <p:nvPr/>
        </p:nvSpPr>
        <p:spPr>
          <a:xfrm>
            <a:off x="7086600" y="4586626"/>
            <a:ext cx="3810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F0000"/>
              </a:buClr>
              <a:buSzPts val="2400"/>
              <a:buFont typeface="Arial"/>
              <a:buNone/>
            </a:pPr>
            <a:r>
              <a:rPr lang="en-US" sz="2400">
                <a:solidFill>
                  <a:srgbClr val="FF0000"/>
                </a:solidFill>
                <a:latin typeface="Arial"/>
                <a:ea typeface="Arial"/>
                <a:cs typeface="Arial"/>
                <a:sym typeface="Arial"/>
              </a:rPr>
              <a:t>X</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1"/>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Functional Dependencies</a:t>
            </a:r>
            <a:endParaRPr sz="3600" dirty="0"/>
          </a:p>
        </p:txBody>
      </p:sp>
      <p:sp>
        <p:nvSpPr>
          <p:cNvPr id="392" name="Google Shape;392;p21"/>
          <p:cNvSpPr txBox="1">
            <a:spLocks noGrp="1"/>
          </p:cNvSpPr>
          <p:nvPr>
            <p:ph type="body" idx="1"/>
          </p:nvPr>
        </p:nvSpPr>
        <p:spPr>
          <a:xfrm>
            <a:off x="628650" y="1660767"/>
            <a:ext cx="7886700" cy="3438042"/>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In normalization we are only interested in FD that “</a:t>
            </a:r>
            <a:r>
              <a:rPr lang="en-US" sz="2400" b="1" dirty="0">
                <a:solidFill>
                  <a:srgbClr val="0070C0"/>
                </a:solidFill>
              </a:rPr>
              <a:t>holds at all time</a:t>
            </a:r>
            <a:r>
              <a:rPr lang="en-US" sz="2400" dirty="0"/>
              <a:t>”  </a:t>
            </a:r>
            <a:endParaRPr sz="2400" dirty="0"/>
          </a:p>
          <a:p>
            <a:pPr marL="228600" lvl="0" indent="-228600" algn="l" rtl="0">
              <a:lnSpc>
                <a:spcPct val="90000"/>
              </a:lnSpc>
              <a:spcBef>
                <a:spcPts val="1000"/>
              </a:spcBef>
              <a:spcAft>
                <a:spcPts val="0"/>
              </a:spcAft>
              <a:buClr>
                <a:schemeClr val="dk1"/>
              </a:buClr>
              <a:buSzPts val="2400"/>
              <a:buChar char="•"/>
            </a:pPr>
            <a:r>
              <a:rPr lang="en-US" sz="2400" dirty="0"/>
              <a:t>Indicate a </a:t>
            </a:r>
            <a:r>
              <a:rPr lang="en-US" sz="2400" b="1" dirty="0">
                <a:solidFill>
                  <a:srgbClr val="0070C0"/>
                </a:solidFill>
              </a:rPr>
              <a:t>1:1 relationship </a:t>
            </a:r>
            <a:r>
              <a:rPr lang="en-US" sz="2400" dirty="0"/>
              <a:t>between </a:t>
            </a:r>
            <a:r>
              <a:rPr lang="en-US" sz="2400" dirty="0">
                <a:solidFill>
                  <a:srgbClr val="FF0000"/>
                </a:solidFill>
              </a:rPr>
              <a:t>attributes</a:t>
            </a:r>
            <a:r>
              <a:rPr lang="en-US" sz="2400" dirty="0"/>
              <a:t> </a:t>
            </a:r>
            <a:endParaRPr sz="2400" dirty="0"/>
          </a:p>
          <a:p>
            <a:pPr marL="228600" lvl="0" indent="-228600" algn="l" rtl="0">
              <a:lnSpc>
                <a:spcPct val="90000"/>
              </a:lnSpc>
              <a:spcBef>
                <a:spcPts val="1000"/>
              </a:spcBef>
              <a:spcAft>
                <a:spcPts val="0"/>
              </a:spcAft>
              <a:buClr>
                <a:schemeClr val="dk1"/>
              </a:buClr>
              <a:buSzPts val="2400"/>
              <a:buChar char="•"/>
            </a:pPr>
            <a:r>
              <a:rPr lang="en-US" sz="2400" dirty="0"/>
              <a:t> The reason is that we want to identify functional dependencies that hold for all possible values for attributes of a relation as these represent the types of integrity constraints that we need to identify. </a:t>
            </a:r>
            <a:endParaRPr sz="2400" dirty="0"/>
          </a:p>
          <a:p>
            <a:pPr marL="228600" lvl="0" indent="-228600" algn="l" rtl="0">
              <a:lnSpc>
                <a:spcPct val="90000"/>
              </a:lnSpc>
              <a:spcBef>
                <a:spcPts val="1000"/>
              </a:spcBef>
              <a:spcAft>
                <a:spcPts val="0"/>
              </a:spcAft>
              <a:buClr>
                <a:schemeClr val="dk1"/>
              </a:buClr>
              <a:buSzPts val="2400"/>
              <a:buChar char="•"/>
            </a:pPr>
            <a:r>
              <a:rPr lang="en-US" sz="2400" dirty="0"/>
              <a:t>Approach → by understanding the purpose of each attribute in an identified relation.</a:t>
            </a:r>
            <a:endParaRPr sz="2400" dirty="0"/>
          </a:p>
        </p:txBody>
      </p:sp>
      <p:sp>
        <p:nvSpPr>
          <p:cNvPr id="394" name="Google Shape;394;p21"/>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grpSp>
        <p:nvGrpSpPr>
          <p:cNvPr id="400" name="Google Shape;400;p22"/>
          <p:cNvGrpSpPr/>
          <p:nvPr/>
        </p:nvGrpSpPr>
        <p:grpSpPr>
          <a:xfrm>
            <a:off x="920655" y="4583772"/>
            <a:ext cx="7329952" cy="1631505"/>
            <a:chOff x="728662" y="4155046"/>
            <a:chExt cx="7329952" cy="1631505"/>
          </a:xfrm>
        </p:grpSpPr>
        <p:pic>
          <p:nvPicPr>
            <p:cNvPr id="401" name="Google Shape;401;p22"/>
            <p:cNvPicPr preferRelativeResize="0"/>
            <p:nvPr/>
          </p:nvPicPr>
          <p:blipFill rotWithShape="1">
            <a:blip r:embed="rId3">
              <a:alphaModFix/>
            </a:blip>
            <a:srcRect/>
            <a:stretch/>
          </p:blipFill>
          <p:spPr>
            <a:xfrm>
              <a:off x="728662" y="4155046"/>
              <a:ext cx="7329952" cy="1631505"/>
            </a:xfrm>
            <a:prstGeom prst="rect">
              <a:avLst/>
            </a:prstGeom>
            <a:noFill/>
            <a:ln>
              <a:noFill/>
            </a:ln>
          </p:spPr>
        </p:pic>
        <p:sp>
          <p:nvSpPr>
            <p:cNvPr id="402" name="Google Shape;402;p22"/>
            <p:cNvSpPr txBox="1"/>
            <p:nvPr/>
          </p:nvSpPr>
          <p:spPr>
            <a:xfrm>
              <a:off x="1668506" y="4764322"/>
              <a:ext cx="833883" cy="369332"/>
            </a:xfrm>
            <a:prstGeom prst="rect">
              <a:avLst/>
            </a:prstGeom>
            <a:solidFill>
              <a:srgbClr val="ACD9F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sName</a:t>
              </a:r>
              <a:endParaRPr sz="1800">
                <a:solidFill>
                  <a:schemeClr val="dk1"/>
                </a:solidFill>
                <a:latin typeface="Calibri"/>
                <a:ea typeface="Calibri"/>
                <a:cs typeface="Calibri"/>
                <a:sym typeface="Calibri"/>
              </a:endParaRPr>
            </a:p>
          </p:txBody>
        </p:sp>
        <p:sp>
          <p:nvSpPr>
            <p:cNvPr id="403" name="Google Shape;403;p22"/>
            <p:cNvSpPr txBox="1"/>
            <p:nvPr/>
          </p:nvSpPr>
          <p:spPr>
            <a:xfrm>
              <a:off x="6505760" y="4786132"/>
              <a:ext cx="864980" cy="369332"/>
            </a:xfrm>
            <a:prstGeom prst="rect">
              <a:avLst/>
            </a:prstGeom>
            <a:solidFill>
              <a:srgbClr val="ACD9F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staffNo</a:t>
              </a:r>
              <a:endParaRPr sz="1800">
                <a:solidFill>
                  <a:schemeClr val="dk1"/>
                </a:solidFill>
                <a:latin typeface="Calibri"/>
                <a:ea typeface="Calibri"/>
                <a:cs typeface="Calibri"/>
                <a:sym typeface="Calibri"/>
              </a:endParaRPr>
            </a:p>
          </p:txBody>
        </p:sp>
        <p:sp>
          <p:nvSpPr>
            <p:cNvPr id="404" name="Google Shape;404;p22"/>
            <p:cNvSpPr txBox="1"/>
            <p:nvPr/>
          </p:nvSpPr>
          <p:spPr>
            <a:xfrm>
              <a:off x="3183919" y="4503888"/>
              <a:ext cx="2272417"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staffNo is functionally </a:t>
              </a:r>
              <a:endParaRPr/>
            </a:p>
          </p:txBody>
        </p:sp>
        <p:sp>
          <p:nvSpPr>
            <p:cNvPr id="405" name="Google Shape;405;p22"/>
            <p:cNvSpPr txBox="1"/>
            <p:nvPr/>
          </p:nvSpPr>
          <p:spPr>
            <a:xfrm>
              <a:off x="3376955" y="5037396"/>
              <a:ext cx="2213555"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dependent on sName</a:t>
              </a:r>
              <a:endParaRPr sz="1800">
                <a:solidFill>
                  <a:schemeClr val="dk1"/>
                </a:solidFill>
                <a:latin typeface="Calibri"/>
                <a:ea typeface="Calibri"/>
                <a:cs typeface="Calibri"/>
                <a:sym typeface="Calibri"/>
              </a:endParaRPr>
            </a:p>
          </p:txBody>
        </p:sp>
      </p:grpSp>
      <p:grpSp>
        <p:nvGrpSpPr>
          <p:cNvPr id="406" name="Google Shape;406;p22"/>
          <p:cNvGrpSpPr/>
          <p:nvPr/>
        </p:nvGrpSpPr>
        <p:grpSpPr>
          <a:xfrm>
            <a:off x="1185398" y="2229329"/>
            <a:ext cx="7329952" cy="1631505"/>
            <a:chOff x="728662" y="4155046"/>
            <a:chExt cx="7329952" cy="1631505"/>
          </a:xfrm>
        </p:grpSpPr>
        <p:pic>
          <p:nvPicPr>
            <p:cNvPr id="407" name="Google Shape;407;p22"/>
            <p:cNvPicPr preferRelativeResize="0"/>
            <p:nvPr/>
          </p:nvPicPr>
          <p:blipFill rotWithShape="1">
            <a:blip r:embed="rId3">
              <a:alphaModFix/>
            </a:blip>
            <a:srcRect/>
            <a:stretch/>
          </p:blipFill>
          <p:spPr>
            <a:xfrm>
              <a:off x="728662" y="4155046"/>
              <a:ext cx="7329952" cy="1631505"/>
            </a:xfrm>
            <a:prstGeom prst="rect">
              <a:avLst/>
            </a:prstGeom>
            <a:noFill/>
            <a:ln>
              <a:noFill/>
            </a:ln>
          </p:spPr>
        </p:pic>
        <p:sp>
          <p:nvSpPr>
            <p:cNvPr id="408" name="Google Shape;408;p22"/>
            <p:cNvSpPr txBox="1"/>
            <p:nvPr/>
          </p:nvSpPr>
          <p:spPr>
            <a:xfrm>
              <a:off x="1627824" y="4786132"/>
              <a:ext cx="864980" cy="369332"/>
            </a:xfrm>
            <a:prstGeom prst="rect">
              <a:avLst/>
            </a:prstGeom>
            <a:solidFill>
              <a:srgbClr val="ACD9F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staffNo</a:t>
              </a:r>
              <a:endParaRPr sz="1800">
                <a:solidFill>
                  <a:schemeClr val="dk1"/>
                </a:solidFill>
                <a:latin typeface="Calibri"/>
                <a:ea typeface="Calibri"/>
                <a:cs typeface="Calibri"/>
                <a:sym typeface="Calibri"/>
              </a:endParaRPr>
            </a:p>
          </p:txBody>
        </p:sp>
        <p:sp>
          <p:nvSpPr>
            <p:cNvPr id="409" name="Google Shape;409;p22"/>
            <p:cNvSpPr txBox="1"/>
            <p:nvPr/>
          </p:nvSpPr>
          <p:spPr>
            <a:xfrm>
              <a:off x="6505760" y="4786132"/>
              <a:ext cx="833883" cy="369332"/>
            </a:xfrm>
            <a:prstGeom prst="rect">
              <a:avLst/>
            </a:prstGeom>
            <a:solidFill>
              <a:srgbClr val="ACD9F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sName</a:t>
              </a:r>
              <a:endParaRPr sz="1800">
                <a:solidFill>
                  <a:schemeClr val="dk1"/>
                </a:solidFill>
                <a:latin typeface="Calibri"/>
                <a:ea typeface="Calibri"/>
                <a:cs typeface="Calibri"/>
                <a:sym typeface="Calibri"/>
              </a:endParaRPr>
            </a:p>
          </p:txBody>
        </p:sp>
        <p:sp>
          <p:nvSpPr>
            <p:cNvPr id="410" name="Google Shape;410;p22"/>
            <p:cNvSpPr txBox="1"/>
            <p:nvPr/>
          </p:nvSpPr>
          <p:spPr>
            <a:xfrm>
              <a:off x="3183919" y="4503888"/>
              <a:ext cx="2241319"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sName is functionally </a:t>
              </a:r>
              <a:endParaRPr/>
            </a:p>
          </p:txBody>
        </p:sp>
        <p:sp>
          <p:nvSpPr>
            <p:cNvPr id="411" name="Google Shape;411;p22"/>
            <p:cNvSpPr txBox="1"/>
            <p:nvPr/>
          </p:nvSpPr>
          <p:spPr>
            <a:xfrm>
              <a:off x="3376955" y="5037396"/>
              <a:ext cx="2244653"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dependent on staffNo</a:t>
              </a:r>
              <a:endParaRPr sz="1800">
                <a:solidFill>
                  <a:schemeClr val="dk1"/>
                </a:solidFill>
                <a:latin typeface="Calibri"/>
                <a:ea typeface="Calibri"/>
                <a:cs typeface="Calibri"/>
                <a:sym typeface="Calibri"/>
              </a:endParaRPr>
            </a:p>
          </p:txBody>
        </p:sp>
      </p:grpSp>
      <p:sp>
        <p:nvSpPr>
          <p:cNvPr id="412" name="Google Shape;412;p22"/>
          <p:cNvSpPr txBox="1">
            <a:spLocks noGrp="1"/>
          </p:cNvSpPr>
          <p:nvPr>
            <p:ph type="title"/>
          </p:nvPr>
        </p:nvSpPr>
        <p:spPr>
          <a:xfrm>
            <a:off x="363907" y="642723"/>
            <a:ext cx="8513384"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FUNCTIONAL DEPENDENCIES [Discussion]</a:t>
            </a:r>
            <a:endParaRPr sz="3600" dirty="0"/>
          </a:p>
        </p:txBody>
      </p:sp>
      <p:sp>
        <p:nvSpPr>
          <p:cNvPr id="413" name="Google Shape;413;p22"/>
          <p:cNvSpPr txBox="1">
            <a:spLocks noGrp="1"/>
          </p:cNvSpPr>
          <p:nvPr>
            <p:ph type="body" idx="1"/>
          </p:nvPr>
        </p:nvSpPr>
        <p:spPr>
          <a:xfrm>
            <a:off x="146948" y="1509713"/>
            <a:ext cx="886968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dirty="0"/>
              <a:t>Which of these two FDs </a:t>
            </a:r>
            <a:r>
              <a:rPr lang="en-US" b="1" dirty="0">
                <a:solidFill>
                  <a:srgbClr val="0070C0"/>
                </a:solidFill>
              </a:rPr>
              <a:t>hold at all times</a:t>
            </a:r>
            <a:r>
              <a:rPr lang="en-US" dirty="0"/>
              <a:t>??</a:t>
            </a:r>
            <a:endParaRPr dirty="0"/>
          </a:p>
          <a:p>
            <a:pPr marL="914400" lvl="1" indent="-457200" algn="l" rtl="0">
              <a:lnSpc>
                <a:spcPct val="90000"/>
              </a:lnSpc>
              <a:spcBef>
                <a:spcPts val="500"/>
              </a:spcBef>
              <a:spcAft>
                <a:spcPts val="0"/>
              </a:spcAft>
              <a:buClr>
                <a:schemeClr val="dk1"/>
              </a:buClr>
              <a:buSzPts val="2400"/>
              <a:buFont typeface="Calibri"/>
              <a:buAutoNum type="arabicPeriod"/>
            </a:pPr>
            <a:r>
              <a:rPr lang="en-US" dirty="0" err="1"/>
              <a:t>staffNo</a:t>
            </a:r>
            <a:r>
              <a:rPr lang="en-US" dirty="0"/>
              <a:t> attribute </a:t>
            </a:r>
            <a:r>
              <a:rPr lang="en-US" dirty="0">
                <a:solidFill>
                  <a:srgbClr val="FF0000"/>
                </a:solidFill>
              </a:rPr>
              <a:t>functionally determines </a:t>
            </a:r>
            <a:r>
              <a:rPr lang="en-US" dirty="0"/>
              <a:t>the </a:t>
            </a:r>
            <a:r>
              <a:rPr lang="en-US" dirty="0" err="1"/>
              <a:t>sName</a:t>
            </a:r>
            <a:r>
              <a:rPr lang="en-US" dirty="0"/>
              <a:t> attribute </a:t>
            </a:r>
            <a:endParaRPr dirty="0"/>
          </a:p>
          <a:p>
            <a:pPr marL="1143000" lvl="2" indent="-228600" algn="l" rtl="0">
              <a:lnSpc>
                <a:spcPct val="90000"/>
              </a:lnSpc>
              <a:spcBef>
                <a:spcPts val="500"/>
              </a:spcBef>
              <a:spcAft>
                <a:spcPts val="0"/>
              </a:spcAft>
              <a:buClr>
                <a:schemeClr val="dk1"/>
              </a:buClr>
              <a:buSzPts val="2000"/>
              <a:buChar char="•"/>
            </a:pPr>
            <a:r>
              <a:rPr lang="en-US" dirty="0" err="1"/>
              <a:t>staffNo</a:t>
            </a:r>
            <a:r>
              <a:rPr lang="en-US" dirty="0"/>
              <a:t> → </a:t>
            </a:r>
            <a:r>
              <a:rPr lang="en-US" dirty="0" err="1"/>
              <a:t>sName</a:t>
            </a:r>
            <a:endParaRPr dirty="0"/>
          </a:p>
          <a:p>
            <a:pPr marL="914400" lvl="2" indent="0" algn="l" rtl="0">
              <a:lnSpc>
                <a:spcPct val="90000"/>
              </a:lnSpc>
              <a:spcBef>
                <a:spcPts val="500"/>
              </a:spcBef>
              <a:spcAft>
                <a:spcPts val="0"/>
              </a:spcAft>
              <a:buClr>
                <a:schemeClr val="dk1"/>
              </a:buClr>
              <a:buSzPts val="2000"/>
              <a:buNone/>
            </a:pPr>
            <a:endParaRPr dirty="0"/>
          </a:p>
          <a:p>
            <a:pPr marL="914400" lvl="2" indent="0" algn="l" rtl="0">
              <a:lnSpc>
                <a:spcPct val="90000"/>
              </a:lnSpc>
              <a:spcBef>
                <a:spcPts val="500"/>
              </a:spcBef>
              <a:spcAft>
                <a:spcPts val="0"/>
              </a:spcAft>
              <a:buClr>
                <a:schemeClr val="dk1"/>
              </a:buClr>
              <a:buSzPts val="2000"/>
              <a:buNone/>
            </a:pPr>
            <a:endParaRPr dirty="0"/>
          </a:p>
          <a:p>
            <a:pPr marL="914400" lvl="2" indent="0" algn="l" rtl="0">
              <a:lnSpc>
                <a:spcPct val="90000"/>
              </a:lnSpc>
              <a:spcBef>
                <a:spcPts val="500"/>
              </a:spcBef>
              <a:spcAft>
                <a:spcPts val="0"/>
              </a:spcAft>
              <a:buClr>
                <a:schemeClr val="dk1"/>
              </a:buClr>
              <a:buSzPts val="2000"/>
              <a:buNone/>
            </a:pPr>
            <a:endParaRPr dirty="0"/>
          </a:p>
          <a:p>
            <a:pPr marL="914400" lvl="1" indent="-457200" algn="l" rtl="0">
              <a:lnSpc>
                <a:spcPct val="90000"/>
              </a:lnSpc>
              <a:spcBef>
                <a:spcPts val="500"/>
              </a:spcBef>
              <a:spcAft>
                <a:spcPts val="0"/>
              </a:spcAft>
              <a:buClr>
                <a:schemeClr val="dk1"/>
              </a:buClr>
              <a:buSzPts val="2400"/>
              <a:buFont typeface="Calibri"/>
              <a:buAutoNum type="arabicPeriod"/>
            </a:pPr>
            <a:r>
              <a:rPr lang="en-US" dirty="0" err="1"/>
              <a:t>sName</a:t>
            </a:r>
            <a:r>
              <a:rPr lang="en-US" dirty="0"/>
              <a:t> attribute </a:t>
            </a:r>
            <a:r>
              <a:rPr lang="en-US" dirty="0">
                <a:solidFill>
                  <a:srgbClr val="FF0000"/>
                </a:solidFill>
              </a:rPr>
              <a:t>functionally determines </a:t>
            </a:r>
            <a:r>
              <a:rPr lang="en-US" dirty="0"/>
              <a:t>the </a:t>
            </a:r>
            <a:r>
              <a:rPr lang="en-US" dirty="0" err="1"/>
              <a:t>staffNo</a:t>
            </a:r>
            <a:r>
              <a:rPr lang="en-US" dirty="0"/>
              <a:t> attributes</a:t>
            </a:r>
            <a:endParaRPr dirty="0"/>
          </a:p>
          <a:p>
            <a:pPr marL="1143000" lvl="2" indent="-228600" algn="l" rtl="0">
              <a:lnSpc>
                <a:spcPct val="90000"/>
              </a:lnSpc>
              <a:spcBef>
                <a:spcPts val="500"/>
              </a:spcBef>
              <a:spcAft>
                <a:spcPts val="0"/>
              </a:spcAft>
              <a:buClr>
                <a:schemeClr val="dk1"/>
              </a:buClr>
              <a:buSzPts val="2000"/>
              <a:buChar char="•"/>
            </a:pPr>
            <a:r>
              <a:rPr lang="en-US" dirty="0" err="1"/>
              <a:t>sName</a:t>
            </a:r>
            <a:r>
              <a:rPr lang="en-US" dirty="0"/>
              <a:t> → </a:t>
            </a:r>
            <a:r>
              <a:rPr lang="en-US" dirty="0" err="1"/>
              <a:t>staffNo</a:t>
            </a:r>
            <a:endParaRPr dirty="0"/>
          </a:p>
          <a:p>
            <a:pPr marL="228600" lvl="0" indent="-76200" algn="l" rtl="0">
              <a:lnSpc>
                <a:spcPct val="90000"/>
              </a:lnSpc>
              <a:spcBef>
                <a:spcPts val="1000"/>
              </a:spcBef>
              <a:spcAft>
                <a:spcPts val="0"/>
              </a:spcAft>
              <a:buClr>
                <a:schemeClr val="dk1"/>
              </a:buClr>
              <a:buSzPts val="2400"/>
              <a:buNone/>
            </a:pPr>
            <a:endParaRPr dirty="0"/>
          </a:p>
        </p:txBody>
      </p:sp>
      <p:sp>
        <p:nvSpPr>
          <p:cNvPr id="415" name="Google Shape;415;p22"/>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23"/>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Functional Dependencies</a:t>
            </a:r>
            <a:endParaRPr sz="3600"/>
          </a:p>
        </p:txBody>
      </p:sp>
      <p:sp>
        <p:nvSpPr>
          <p:cNvPr id="422" name="Google Shape;422;p23"/>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Characteristics of functional dependencies use in normalization</a:t>
            </a:r>
            <a:endParaRPr sz="2400" dirty="0"/>
          </a:p>
          <a:p>
            <a:pPr marL="685800" lvl="1" indent="-228600" algn="l" rtl="0">
              <a:lnSpc>
                <a:spcPct val="90000"/>
              </a:lnSpc>
              <a:spcBef>
                <a:spcPts val="500"/>
              </a:spcBef>
              <a:spcAft>
                <a:spcPts val="0"/>
              </a:spcAft>
              <a:buClr>
                <a:schemeClr val="dk1"/>
              </a:buClr>
              <a:buSzPts val="2000"/>
              <a:buChar char="•"/>
            </a:pPr>
            <a:r>
              <a:rPr lang="en-US" sz="2000" dirty="0">
                <a:highlight>
                  <a:srgbClr val="FFFF00"/>
                </a:highlight>
              </a:rPr>
              <a:t>One-to-one relationship</a:t>
            </a:r>
            <a:r>
              <a:rPr lang="en-US" sz="2000" dirty="0"/>
              <a:t> exists between the attribute(s) on the left-hand side (determinant) and those on the right-had side of a functional dependency.</a:t>
            </a:r>
            <a:endParaRPr sz="2000" dirty="0"/>
          </a:p>
          <a:p>
            <a:pPr marL="685800" lvl="1" indent="-228600" algn="l" rtl="0">
              <a:lnSpc>
                <a:spcPct val="90000"/>
              </a:lnSpc>
              <a:spcBef>
                <a:spcPts val="500"/>
              </a:spcBef>
              <a:spcAft>
                <a:spcPts val="0"/>
              </a:spcAft>
              <a:buClr>
                <a:schemeClr val="dk1"/>
              </a:buClr>
              <a:buSzPts val="2000"/>
              <a:buChar char="•"/>
            </a:pPr>
            <a:r>
              <a:rPr lang="en-US" sz="2000" dirty="0"/>
              <a:t>They </a:t>
            </a:r>
            <a:r>
              <a:rPr lang="en-US" sz="2000" dirty="0">
                <a:highlight>
                  <a:srgbClr val="FFFF00"/>
                </a:highlight>
              </a:rPr>
              <a:t>hold for all time</a:t>
            </a:r>
            <a:endParaRPr sz="2000" dirty="0"/>
          </a:p>
          <a:p>
            <a:pPr marL="685800" lvl="1" indent="-228600" algn="l" rtl="0">
              <a:lnSpc>
                <a:spcPct val="90000"/>
              </a:lnSpc>
              <a:spcBef>
                <a:spcPts val="500"/>
              </a:spcBef>
              <a:spcAft>
                <a:spcPts val="0"/>
              </a:spcAft>
              <a:buClr>
                <a:schemeClr val="dk1"/>
              </a:buClr>
              <a:buSzPts val="2000"/>
              <a:buChar char="•"/>
            </a:pPr>
            <a:r>
              <a:rPr lang="en-US" sz="2000" dirty="0"/>
              <a:t>The </a:t>
            </a:r>
            <a:r>
              <a:rPr lang="en-US" sz="2000" dirty="0">
                <a:highlight>
                  <a:srgbClr val="FFFF00"/>
                </a:highlight>
              </a:rPr>
              <a:t>determinant has the minimal number of attributes </a:t>
            </a:r>
            <a:r>
              <a:rPr lang="en-US" sz="2000" dirty="0"/>
              <a:t>necessary to maintain the dependency with the attribute(s) on the right-hand side → there must be a full functional dependency between the attributes(s) on the left-hand and right-hand sides of the dependency.</a:t>
            </a:r>
            <a:endParaRPr sz="2000" dirty="0"/>
          </a:p>
        </p:txBody>
      </p:sp>
      <p:sp>
        <p:nvSpPr>
          <p:cNvPr id="424" name="Google Shape;424;p23"/>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24"/>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Full Functional Dependency</a:t>
            </a:r>
            <a:endParaRPr sz="3600" dirty="0"/>
          </a:p>
        </p:txBody>
      </p:sp>
      <p:sp>
        <p:nvSpPr>
          <p:cNvPr id="431" name="Google Shape;431;p24"/>
          <p:cNvSpPr txBox="1">
            <a:spLocks noGrp="1"/>
          </p:cNvSpPr>
          <p:nvPr>
            <p:ph type="body" idx="1"/>
          </p:nvPr>
        </p:nvSpPr>
        <p:spPr>
          <a:xfrm>
            <a:off x="541564" y="1509713"/>
            <a:ext cx="7973786" cy="438828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sz="2400" dirty="0"/>
              <a:t>1. Full functional dependency: Indicates that if A and B are attributes of A relation, B is </a:t>
            </a:r>
            <a:r>
              <a:rPr lang="en-US" sz="2400" b="1" dirty="0">
                <a:highlight>
                  <a:srgbClr val="FFFF00"/>
                </a:highlight>
              </a:rPr>
              <a:t>FULLY FUNCTIONALLY DEPENDENT</a:t>
            </a:r>
            <a:r>
              <a:rPr lang="en-US" sz="2400" dirty="0"/>
              <a:t> on A if B is functionally dependent on A, but not on any proper subset of A.</a:t>
            </a:r>
            <a:endParaRPr sz="2400" dirty="0"/>
          </a:p>
          <a:p>
            <a:pPr marL="228600" lvl="0" indent="-76200" algn="l" rtl="0">
              <a:lnSpc>
                <a:spcPct val="90000"/>
              </a:lnSpc>
              <a:spcBef>
                <a:spcPts val="1000"/>
              </a:spcBef>
              <a:spcAft>
                <a:spcPts val="0"/>
              </a:spcAft>
              <a:buClr>
                <a:schemeClr val="dk1"/>
              </a:buClr>
              <a:buSzPts val="2400"/>
              <a:buNone/>
            </a:pPr>
            <a:endParaRPr sz="2400" dirty="0"/>
          </a:p>
          <a:p>
            <a:pPr marL="228600" lvl="0" indent="-76200" algn="l" rtl="0">
              <a:lnSpc>
                <a:spcPct val="90000"/>
              </a:lnSpc>
              <a:spcBef>
                <a:spcPts val="1000"/>
              </a:spcBef>
              <a:spcAft>
                <a:spcPts val="0"/>
              </a:spcAft>
              <a:buClr>
                <a:schemeClr val="dk1"/>
              </a:buClr>
              <a:buSzPts val="2400"/>
              <a:buNone/>
            </a:pPr>
            <a:endParaRPr sz="2400" dirty="0"/>
          </a:p>
        </p:txBody>
      </p:sp>
      <p:sp>
        <p:nvSpPr>
          <p:cNvPr id="433" name="Google Shape;433;p24"/>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24</a:t>
            </a:fld>
            <a:endParaRPr/>
          </a:p>
        </p:txBody>
      </p:sp>
      <p:sp>
        <p:nvSpPr>
          <p:cNvPr id="435" name="Google Shape;435;p24"/>
          <p:cNvSpPr txBox="1"/>
          <p:nvPr/>
        </p:nvSpPr>
        <p:spPr>
          <a:xfrm>
            <a:off x="898609" y="3232523"/>
            <a:ext cx="7172605" cy="400110"/>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err="1">
                <a:solidFill>
                  <a:schemeClr val="dk1"/>
                </a:solidFill>
                <a:latin typeface="Calibri"/>
                <a:ea typeface="Calibri"/>
                <a:cs typeface="Calibri"/>
                <a:sym typeface="Calibri"/>
              </a:rPr>
              <a:t>StaffBranch</a:t>
            </a:r>
            <a:r>
              <a:rPr lang="en-US" sz="2000" dirty="0">
                <a:solidFill>
                  <a:schemeClr val="dk1"/>
                </a:solidFill>
                <a:latin typeface="Calibri"/>
                <a:ea typeface="Calibri"/>
                <a:cs typeface="Calibri"/>
                <a:sym typeface="Calibri"/>
              </a:rPr>
              <a:t> ( </a:t>
            </a:r>
            <a:r>
              <a:rPr lang="en-US" sz="2000" dirty="0" err="1">
                <a:solidFill>
                  <a:schemeClr val="dk1"/>
                </a:solidFill>
                <a:latin typeface="Calibri"/>
                <a:ea typeface="Calibri"/>
                <a:cs typeface="Calibri"/>
                <a:sym typeface="Calibri"/>
              </a:rPr>
              <a:t>staffNo</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sName</a:t>
            </a:r>
            <a:r>
              <a:rPr lang="en-US" sz="2000" dirty="0">
                <a:solidFill>
                  <a:schemeClr val="dk1"/>
                </a:solidFill>
                <a:latin typeface="Calibri"/>
                <a:ea typeface="Calibri"/>
                <a:cs typeface="Calibri"/>
                <a:sym typeface="Calibri"/>
              </a:rPr>
              <a:t>, position, salary, </a:t>
            </a:r>
            <a:r>
              <a:rPr lang="en-US" sz="2000" dirty="0" err="1">
                <a:solidFill>
                  <a:schemeClr val="dk1"/>
                </a:solidFill>
                <a:latin typeface="Calibri"/>
                <a:ea typeface="Calibri"/>
                <a:cs typeface="Calibri"/>
                <a:sym typeface="Calibri"/>
              </a:rPr>
              <a:t>branchNo</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bAddress</a:t>
            </a:r>
            <a:r>
              <a:rPr lang="en-US" sz="2000" dirty="0">
                <a:solidFill>
                  <a:schemeClr val="dk1"/>
                </a:solidFill>
                <a:latin typeface="Calibri"/>
                <a:ea typeface="Calibri"/>
                <a:cs typeface="Calibri"/>
                <a:sym typeface="Calibri"/>
              </a:rPr>
              <a:t>)</a:t>
            </a:r>
            <a:endParaRPr dirty="0"/>
          </a:p>
        </p:txBody>
      </p:sp>
      <p:pic>
        <p:nvPicPr>
          <p:cNvPr id="436" name="Google Shape;436;p24"/>
          <p:cNvPicPr preferRelativeResize="0"/>
          <p:nvPr/>
        </p:nvPicPr>
        <p:blipFill rotWithShape="1">
          <a:blip r:embed="rId3">
            <a:alphaModFix/>
          </a:blip>
          <a:srcRect/>
          <a:stretch/>
        </p:blipFill>
        <p:spPr>
          <a:xfrm>
            <a:off x="1836593" y="3956254"/>
            <a:ext cx="5296639" cy="220058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25"/>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Full Functional Dependency</a:t>
            </a:r>
            <a:endParaRPr/>
          </a:p>
        </p:txBody>
      </p:sp>
      <p:sp>
        <p:nvSpPr>
          <p:cNvPr id="442" name="Google Shape;442;p25"/>
          <p:cNvSpPr txBox="1">
            <a:spLocks noGrp="1"/>
          </p:cNvSpPr>
          <p:nvPr>
            <p:ph type="body" idx="1"/>
          </p:nvPr>
        </p:nvSpPr>
        <p:spPr>
          <a:xfrm>
            <a:off x="514349" y="1531105"/>
            <a:ext cx="7886700" cy="148522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a:t>2) A functional dependency A🡪B is a </a:t>
            </a:r>
            <a:r>
              <a:rPr lang="en-US">
                <a:highlight>
                  <a:srgbClr val="FFFF00"/>
                </a:highlight>
              </a:rPr>
              <a:t>FULL FUNCTIONAL DEPENDENCY</a:t>
            </a:r>
            <a:r>
              <a:rPr lang="en-US"/>
              <a:t> if removal of any attribute from A results in the dependency no longer existing. </a:t>
            </a:r>
            <a:endParaRPr/>
          </a:p>
          <a:p>
            <a:pPr marL="228600" lvl="0" indent="-76200" algn="l" rtl="0">
              <a:lnSpc>
                <a:spcPct val="90000"/>
              </a:lnSpc>
              <a:spcBef>
                <a:spcPts val="1000"/>
              </a:spcBef>
              <a:spcAft>
                <a:spcPts val="0"/>
              </a:spcAft>
              <a:buClr>
                <a:schemeClr val="dk1"/>
              </a:buClr>
              <a:buSzPts val="2400"/>
              <a:buNone/>
            </a:pPr>
            <a:endParaRPr/>
          </a:p>
        </p:txBody>
      </p:sp>
      <p:sp>
        <p:nvSpPr>
          <p:cNvPr id="444" name="Google Shape;444;p25"/>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25</a:t>
            </a:fld>
            <a:endParaRPr/>
          </a:p>
        </p:txBody>
      </p:sp>
      <p:pic>
        <p:nvPicPr>
          <p:cNvPr id="446" name="Google Shape;446;p25"/>
          <p:cNvPicPr preferRelativeResize="0"/>
          <p:nvPr/>
        </p:nvPicPr>
        <p:blipFill rotWithShape="1">
          <a:blip r:embed="rId3">
            <a:alphaModFix/>
          </a:blip>
          <a:srcRect/>
          <a:stretch/>
        </p:blipFill>
        <p:spPr>
          <a:xfrm>
            <a:off x="1782164" y="2565092"/>
            <a:ext cx="5296639" cy="2200582"/>
          </a:xfrm>
          <a:prstGeom prst="rect">
            <a:avLst/>
          </a:prstGeom>
          <a:noFill/>
          <a:ln>
            <a:noFill/>
          </a:ln>
        </p:spPr>
      </p:pic>
      <p:sp>
        <p:nvSpPr>
          <p:cNvPr id="447" name="Google Shape;447;p25"/>
          <p:cNvSpPr/>
          <p:nvPr/>
        </p:nvSpPr>
        <p:spPr>
          <a:xfrm>
            <a:off x="3516085" y="3308072"/>
            <a:ext cx="1883229" cy="204260"/>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8" name="Google Shape;448;p25"/>
          <p:cNvSpPr/>
          <p:nvPr/>
        </p:nvSpPr>
        <p:spPr>
          <a:xfrm>
            <a:off x="3488870" y="4096208"/>
            <a:ext cx="1883229" cy="204260"/>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26"/>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Partial Dependency</a:t>
            </a:r>
            <a:endParaRPr sz="3600" dirty="0"/>
          </a:p>
        </p:txBody>
      </p:sp>
      <p:sp>
        <p:nvSpPr>
          <p:cNvPr id="454" name="Google Shape;454;p26"/>
          <p:cNvSpPr txBox="1">
            <a:spLocks noGrp="1"/>
          </p:cNvSpPr>
          <p:nvPr>
            <p:ph type="body" idx="1"/>
          </p:nvPr>
        </p:nvSpPr>
        <p:spPr>
          <a:xfrm>
            <a:off x="460869" y="1465998"/>
            <a:ext cx="7886700" cy="122759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sz="2400" dirty="0"/>
              <a:t>A functional dependency A → B is a </a:t>
            </a:r>
            <a:r>
              <a:rPr lang="en-US" sz="2400" dirty="0">
                <a:highlight>
                  <a:srgbClr val="FFFF00"/>
                </a:highlight>
              </a:rPr>
              <a:t>PARTIAL DEPENDENCY </a:t>
            </a:r>
            <a:r>
              <a:rPr lang="en-US" sz="2400" dirty="0"/>
              <a:t>if there is some attribute that can be removed from a and yet the dependency still holds.</a:t>
            </a:r>
            <a:endParaRPr sz="2400" dirty="0"/>
          </a:p>
        </p:txBody>
      </p:sp>
      <p:sp>
        <p:nvSpPr>
          <p:cNvPr id="456" name="Google Shape;456;p26"/>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26</a:t>
            </a:fld>
            <a:endParaRPr/>
          </a:p>
        </p:txBody>
      </p:sp>
      <p:pic>
        <p:nvPicPr>
          <p:cNvPr id="458" name="Google Shape;458;p26"/>
          <p:cNvPicPr preferRelativeResize="0"/>
          <p:nvPr/>
        </p:nvPicPr>
        <p:blipFill rotWithShape="1">
          <a:blip r:embed="rId3">
            <a:alphaModFix/>
          </a:blip>
          <a:srcRect/>
          <a:stretch/>
        </p:blipFill>
        <p:spPr>
          <a:xfrm>
            <a:off x="1383957" y="2730253"/>
            <a:ext cx="5296639" cy="2200582"/>
          </a:xfrm>
          <a:prstGeom prst="rect">
            <a:avLst/>
          </a:prstGeom>
          <a:noFill/>
          <a:ln>
            <a:noFill/>
          </a:ln>
        </p:spPr>
      </p:pic>
      <p:sp>
        <p:nvSpPr>
          <p:cNvPr id="459" name="Google Shape;459;p26"/>
          <p:cNvSpPr/>
          <p:nvPr/>
        </p:nvSpPr>
        <p:spPr>
          <a:xfrm>
            <a:off x="1511301" y="3488885"/>
            <a:ext cx="1530349" cy="1179954"/>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0" name="Google Shape;460;p26"/>
          <p:cNvSpPr/>
          <p:nvPr/>
        </p:nvSpPr>
        <p:spPr>
          <a:xfrm>
            <a:off x="4381263" y="3469137"/>
            <a:ext cx="588204" cy="1219450"/>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pic>
        <p:nvPicPr>
          <p:cNvPr id="465" name="Google Shape;465;p27"/>
          <p:cNvPicPr preferRelativeResize="0"/>
          <p:nvPr/>
        </p:nvPicPr>
        <p:blipFill rotWithShape="1">
          <a:blip r:embed="rId3">
            <a:alphaModFix/>
          </a:blip>
          <a:srcRect/>
          <a:stretch/>
        </p:blipFill>
        <p:spPr>
          <a:xfrm>
            <a:off x="1754746" y="3142876"/>
            <a:ext cx="5296639" cy="2200582"/>
          </a:xfrm>
          <a:prstGeom prst="rect">
            <a:avLst/>
          </a:prstGeom>
          <a:noFill/>
          <a:ln>
            <a:noFill/>
          </a:ln>
        </p:spPr>
      </p:pic>
      <p:sp>
        <p:nvSpPr>
          <p:cNvPr id="466" name="Google Shape;466;p27"/>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Transitive Dependency</a:t>
            </a:r>
            <a:endParaRPr sz="3600"/>
          </a:p>
        </p:txBody>
      </p:sp>
      <p:sp>
        <p:nvSpPr>
          <p:cNvPr id="467" name="Google Shape;467;p27"/>
          <p:cNvSpPr txBox="1">
            <a:spLocks noGrp="1"/>
          </p:cNvSpPr>
          <p:nvPr>
            <p:ph type="body" idx="1"/>
          </p:nvPr>
        </p:nvSpPr>
        <p:spPr>
          <a:xfrm>
            <a:off x="628650" y="1735810"/>
            <a:ext cx="7886700" cy="17099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sz="2400" dirty="0"/>
              <a:t>A condition where A, B, and C are attributes of a relation such that if A → B and B → C, then C is transitively dependent on a via B (provided that a is not functionally dependent on B or C).</a:t>
            </a:r>
            <a:endParaRPr sz="2400" dirty="0"/>
          </a:p>
          <a:p>
            <a:pPr marL="228600" lvl="0" indent="-76200" algn="l" rtl="0">
              <a:lnSpc>
                <a:spcPct val="90000"/>
              </a:lnSpc>
              <a:spcBef>
                <a:spcPts val="1000"/>
              </a:spcBef>
              <a:spcAft>
                <a:spcPts val="0"/>
              </a:spcAft>
              <a:buClr>
                <a:schemeClr val="dk1"/>
              </a:buClr>
              <a:buSzPts val="2400"/>
              <a:buNone/>
            </a:pPr>
            <a:endParaRPr sz="2400" dirty="0"/>
          </a:p>
          <a:p>
            <a:pPr marL="228600" lvl="0" indent="-76200" algn="l" rtl="0">
              <a:lnSpc>
                <a:spcPct val="90000"/>
              </a:lnSpc>
              <a:spcBef>
                <a:spcPts val="1000"/>
              </a:spcBef>
              <a:spcAft>
                <a:spcPts val="0"/>
              </a:spcAft>
              <a:buClr>
                <a:schemeClr val="dk1"/>
              </a:buClr>
              <a:buSzPts val="2400"/>
              <a:buNone/>
            </a:pPr>
            <a:endParaRPr sz="2400" dirty="0"/>
          </a:p>
          <a:p>
            <a:pPr marL="0" lvl="0" indent="0" algn="l" rtl="0">
              <a:lnSpc>
                <a:spcPct val="90000"/>
              </a:lnSpc>
              <a:spcBef>
                <a:spcPts val="1000"/>
              </a:spcBef>
              <a:spcAft>
                <a:spcPts val="0"/>
              </a:spcAft>
              <a:buClr>
                <a:schemeClr val="dk1"/>
              </a:buClr>
              <a:buSzPts val="2400"/>
              <a:buNone/>
            </a:pPr>
            <a:endParaRPr sz="2400" dirty="0"/>
          </a:p>
        </p:txBody>
      </p:sp>
      <p:sp>
        <p:nvSpPr>
          <p:cNvPr id="469" name="Google Shape;469;p27"/>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27</a:t>
            </a:fld>
            <a:endParaRPr/>
          </a:p>
        </p:txBody>
      </p:sp>
      <p:sp>
        <p:nvSpPr>
          <p:cNvPr id="471" name="Google Shape;471;p27"/>
          <p:cNvSpPr/>
          <p:nvPr/>
        </p:nvSpPr>
        <p:spPr>
          <a:xfrm>
            <a:off x="1905426" y="3907768"/>
            <a:ext cx="656883" cy="1198373"/>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2" name="Google Shape;472;p27"/>
          <p:cNvSpPr/>
          <p:nvPr/>
        </p:nvSpPr>
        <p:spPr>
          <a:xfrm>
            <a:off x="4733945" y="3883404"/>
            <a:ext cx="656883" cy="1198373"/>
          </a:xfrm>
          <a:prstGeom prst="rect">
            <a:avLst/>
          </a:prstGeom>
          <a:noFill/>
          <a:ln w="28575" cap="flat" cmpd="sng">
            <a:solidFill>
              <a:srgbClr val="830E3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47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pic>
        <p:nvPicPr>
          <p:cNvPr id="477" name="Google Shape;477;p28"/>
          <p:cNvPicPr preferRelativeResize="0"/>
          <p:nvPr/>
        </p:nvPicPr>
        <p:blipFill rotWithShape="1">
          <a:blip r:embed="rId3">
            <a:alphaModFix/>
          </a:blip>
          <a:srcRect l="1544" t="11789" r="82668"/>
          <a:stretch/>
        </p:blipFill>
        <p:spPr>
          <a:xfrm>
            <a:off x="5593422" y="1176423"/>
            <a:ext cx="836273" cy="1941180"/>
          </a:xfrm>
          <a:prstGeom prst="rect">
            <a:avLst/>
          </a:prstGeom>
          <a:noFill/>
          <a:ln>
            <a:noFill/>
          </a:ln>
        </p:spPr>
      </p:pic>
      <p:sp>
        <p:nvSpPr>
          <p:cNvPr id="478" name="Google Shape;478;p28"/>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Transitive Dependency</a:t>
            </a:r>
            <a:endParaRPr sz="3600" dirty="0"/>
          </a:p>
        </p:txBody>
      </p:sp>
      <p:sp>
        <p:nvSpPr>
          <p:cNvPr id="479" name="Google Shape;479;p28"/>
          <p:cNvSpPr txBox="1">
            <a:spLocks noGrp="1"/>
          </p:cNvSpPr>
          <p:nvPr>
            <p:ph type="body" idx="1"/>
          </p:nvPr>
        </p:nvSpPr>
        <p:spPr>
          <a:xfrm>
            <a:off x="628650" y="3428999"/>
            <a:ext cx="7886700" cy="2747963"/>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1000"/>
              </a:spcBef>
              <a:spcAft>
                <a:spcPts val="0"/>
              </a:spcAft>
              <a:buClr>
                <a:schemeClr val="dk1"/>
              </a:buClr>
              <a:buSzPts val="2400"/>
              <a:buChar char="•"/>
            </a:pPr>
            <a:r>
              <a:rPr lang="en-US" sz="2400" dirty="0"/>
              <a:t>The transitive dependency </a:t>
            </a:r>
            <a:r>
              <a:rPr lang="en-US" sz="2400" dirty="0" err="1"/>
              <a:t>branchNo</a:t>
            </a:r>
            <a:r>
              <a:rPr lang="en-US" sz="2400" dirty="0"/>
              <a:t> → </a:t>
            </a:r>
            <a:r>
              <a:rPr lang="en-US" sz="2400" dirty="0" err="1"/>
              <a:t>bAddress</a:t>
            </a:r>
            <a:r>
              <a:rPr lang="en-US" sz="2400" dirty="0"/>
              <a:t> exists on </a:t>
            </a:r>
            <a:r>
              <a:rPr lang="en-US" sz="2400" dirty="0" err="1"/>
              <a:t>staffNo</a:t>
            </a:r>
            <a:r>
              <a:rPr lang="en-US" sz="2400" dirty="0"/>
              <a:t> via </a:t>
            </a:r>
            <a:r>
              <a:rPr lang="en-US" sz="2400" dirty="0" err="1"/>
              <a:t>branchNo</a:t>
            </a:r>
            <a:r>
              <a:rPr lang="en-US" sz="2400" dirty="0"/>
              <a:t>.</a:t>
            </a:r>
            <a:endParaRPr sz="2400" dirty="0"/>
          </a:p>
          <a:p>
            <a:pPr marL="228600" lvl="0" indent="-228600" algn="l" rtl="0">
              <a:lnSpc>
                <a:spcPct val="90000"/>
              </a:lnSpc>
              <a:spcBef>
                <a:spcPts val="1000"/>
              </a:spcBef>
              <a:spcAft>
                <a:spcPts val="0"/>
              </a:spcAft>
              <a:buClr>
                <a:schemeClr val="dk1"/>
              </a:buClr>
              <a:buSzPts val="2400"/>
              <a:buChar char="•"/>
            </a:pPr>
            <a:r>
              <a:rPr lang="en-US" sz="2400" dirty="0"/>
              <a:t>The </a:t>
            </a:r>
            <a:r>
              <a:rPr lang="en-US" sz="2400" dirty="0" err="1"/>
              <a:t>staffNo</a:t>
            </a:r>
            <a:r>
              <a:rPr lang="en-US" sz="2400" dirty="0"/>
              <a:t> attribute functionally determines the </a:t>
            </a:r>
            <a:r>
              <a:rPr lang="en-US" sz="2400" dirty="0" err="1"/>
              <a:t>bAddress</a:t>
            </a:r>
            <a:r>
              <a:rPr lang="en-US" sz="2400" dirty="0"/>
              <a:t> via the </a:t>
            </a:r>
            <a:r>
              <a:rPr lang="en-US" sz="2400" dirty="0" err="1"/>
              <a:t>branchNo</a:t>
            </a:r>
            <a:r>
              <a:rPr lang="en-US" sz="2400" dirty="0"/>
              <a:t> attribute.</a:t>
            </a:r>
            <a:endParaRPr sz="2400" dirty="0"/>
          </a:p>
          <a:p>
            <a:pPr marL="228600" lvl="0" indent="-228600" algn="l" rtl="0">
              <a:lnSpc>
                <a:spcPct val="90000"/>
              </a:lnSpc>
              <a:spcBef>
                <a:spcPts val="1000"/>
              </a:spcBef>
              <a:spcAft>
                <a:spcPts val="0"/>
              </a:spcAft>
              <a:buClr>
                <a:schemeClr val="dk1"/>
              </a:buClr>
              <a:buSzPts val="2400"/>
              <a:buChar char="•"/>
            </a:pPr>
            <a:r>
              <a:rPr lang="en-US" sz="2400" dirty="0"/>
              <a:t>Neither </a:t>
            </a:r>
            <a:r>
              <a:rPr lang="en-US" sz="2400" dirty="0" err="1"/>
              <a:t>branchNo</a:t>
            </a:r>
            <a:r>
              <a:rPr lang="en-US" sz="2400" dirty="0"/>
              <a:t> nor </a:t>
            </a:r>
            <a:r>
              <a:rPr lang="en-US" sz="2400" dirty="0" err="1"/>
              <a:t>bAddress</a:t>
            </a:r>
            <a:r>
              <a:rPr lang="en-US" sz="2400" dirty="0"/>
              <a:t> functionally determines </a:t>
            </a:r>
            <a:r>
              <a:rPr lang="en-US" sz="2400" dirty="0" err="1"/>
              <a:t>staffNo</a:t>
            </a:r>
            <a:r>
              <a:rPr lang="en-US" sz="2400" dirty="0"/>
              <a:t>.</a:t>
            </a:r>
            <a:endParaRPr sz="2400" dirty="0"/>
          </a:p>
        </p:txBody>
      </p:sp>
      <p:sp>
        <p:nvSpPr>
          <p:cNvPr id="481" name="Google Shape;481;p28"/>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28</a:t>
            </a:fld>
            <a:endParaRPr/>
          </a:p>
        </p:txBody>
      </p:sp>
      <p:sp>
        <p:nvSpPr>
          <p:cNvPr id="483" name="Google Shape;483;p28"/>
          <p:cNvSpPr txBox="1"/>
          <p:nvPr/>
        </p:nvSpPr>
        <p:spPr>
          <a:xfrm>
            <a:off x="328752" y="1859033"/>
            <a:ext cx="2542043" cy="400110"/>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err="1">
                <a:solidFill>
                  <a:schemeClr val="dk1"/>
                </a:solidFill>
                <a:latin typeface="Calibri"/>
                <a:ea typeface="Calibri"/>
                <a:cs typeface="Calibri"/>
                <a:sym typeface="Calibri"/>
              </a:rPr>
              <a:t>branchNo</a:t>
            </a:r>
            <a:r>
              <a:rPr lang="en-US" sz="2000" dirty="0">
                <a:solidFill>
                  <a:schemeClr val="dk1"/>
                </a:solidFill>
                <a:latin typeface="Calibri"/>
                <a:ea typeface="Calibri"/>
                <a:cs typeface="Calibri"/>
                <a:sym typeface="Calibri"/>
              </a:rPr>
              <a:t> → </a:t>
            </a:r>
            <a:r>
              <a:rPr lang="en-US" sz="2000" dirty="0" err="1">
                <a:solidFill>
                  <a:schemeClr val="dk1"/>
                </a:solidFill>
                <a:latin typeface="Calibri"/>
                <a:ea typeface="Calibri"/>
                <a:cs typeface="Calibri"/>
                <a:sym typeface="Calibri"/>
              </a:rPr>
              <a:t>bAddress</a:t>
            </a:r>
            <a:endParaRPr dirty="0"/>
          </a:p>
        </p:txBody>
      </p:sp>
      <p:sp>
        <p:nvSpPr>
          <p:cNvPr id="484" name="Google Shape;484;p28"/>
          <p:cNvSpPr txBox="1"/>
          <p:nvPr/>
        </p:nvSpPr>
        <p:spPr>
          <a:xfrm>
            <a:off x="328752" y="2649095"/>
            <a:ext cx="5155386" cy="400110"/>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err="1">
                <a:solidFill>
                  <a:schemeClr val="dk1"/>
                </a:solidFill>
                <a:latin typeface="Calibri"/>
                <a:ea typeface="Calibri"/>
                <a:cs typeface="Calibri"/>
                <a:sym typeface="Calibri"/>
              </a:rPr>
              <a:t>staffNo</a:t>
            </a:r>
            <a:r>
              <a:rPr lang="en-US" sz="2000" dirty="0">
                <a:solidFill>
                  <a:schemeClr val="dk1"/>
                </a:solidFill>
                <a:latin typeface="Calibri"/>
                <a:ea typeface="Calibri"/>
                <a:cs typeface="Calibri"/>
                <a:sym typeface="Calibri"/>
              </a:rPr>
              <a:t> → position, salary, </a:t>
            </a:r>
            <a:r>
              <a:rPr lang="en-US" sz="2000" dirty="0" err="1">
                <a:solidFill>
                  <a:schemeClr val="dk1"/>
                </a:solidFill>
                <a:latin typeface="Calibri"/>
                <a:ea typeface="Calibri"/>
                <a:cs typeface="Calibri"/>
                <a:sym typeface="Calibri"/>
              </a:rPr>
              <a:t>branchNo</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bAddress</a:t>
            </a:r>
            <a:r>
              <a:rPr lang="en-US" sz="2000" dirty="0">
                <a:solidFill>
                  <a:schemeClr val="dk1"/>
                </a:solidFill>
                <a:latin typeface="Calibri"/>
                <a:ea typeface="Calibri"/>
                <a:cs typeface="Calibri"/>
                <a:sym typeface="Calibri"/>
              </a:rPr>
              <a:t>)</a:t>
            </a:r>
            <a:endParaRPr dirty="0"/>
          </a:p>
        </p:txBody>
      </p:sp>
      <p:pic>
        <p:nvPicPr>
          <p:cNvPr id="485" name="Google Shape;485;p28"/>
          <p:cNvPicPr preferRelativeResize="0"/>
          <p:nvPr/>
        </p:nvPicPr>
        <p:blipFill rotWithShape="1">
          <a:blip r:embed="rId3">
            <a:alphaModFix/>
          </a:blip>
          <a:srcRect l="55141" t="11788" r="3071"/>
          <a:stretch/>
        </p:blipFill>
        <p:spPr>
          <a:xfrm>
            <a:off x="6648263" y="1152168"/>
            <a:ext cx="2213364" cy="194118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29"/>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Identifying Functional Dependencies</a:t>
            </a:r>
            <a:endParaRPr sz="3600" dirty="0"/>
          </a:p>
        </p:txBody>
      </p:sp>
      <p:sp>
        <p:nvSpPr>
          <p:cNvPr id="491" name="Google Shape;491;p29"/>
          <p:cNvSpPr txBox="1">
            <a:spLocks noGrp="1"/>
          </p:cNvSpPr>
          <p:nvPr>
            <p:ph type="body" idx="1"/>
          </p:nvPr>
        </p:nvSpPr>
        <p:spPr>
          <a:xfrm>
            <a:off x="418454" y="1509712"/>
            <a:ext cx="8601560" cy="4667251"/>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Identifying FDs requires understanding of the meaning and purpose of each attributes and the relationships between the attributes.</a:t>
            </a:r>
            <a:endParaRPr sz="2400" dirty="0"/>
          </a:p>
          <a:p>
            <a:pPr marL="228600" lvl="0" indent="-228600" algn="l" rtl="0">
              <a:lnSpc>
                <a:spcPct val="90000"/>
              </a:lnSpc>
              <a:spcBef>
                <a:spcPts val="1000"/>
              </a:spcBef>
              <a:spcAft>
                <a:spcPts val="0"/>
              </a:spcAft>
              <a:buClr>
                <a:schemeClr val="dk1"/>
              </a:buClr>
              <a:buSzPts val="2400"/>
              <a:buChar char="•"/>
            </a:pPr>
            <a:r>
              <a:rPr lang="en-US" sz="2400" dirty="0"/>
              <a:t>Example:  </a:t>
            </a:r>
            <a:endParaRPr sz="2400" dirty="0"/>
          </a:p>
          <a:p>
            <a:pPr marL="457200" lvl="1" indent="0" algn="l" rtl="0">
              <a:lnSpc>
                <a:spcPct val="90000"/>
              </a:lnSpc>
              <a:spcBef>
                <a:spcPts val="500"/>
              </a:spcBef>
              <a:spcAft>
                <a:spcPts val="0"/>
              </a:spcAft>
              <a:buClr>
                <a:schemeClr val="dk1"/>
              </a:buClr>
              <a:buSzPts val="2000"/>
              <a:buNone/>
            </a:pPr>
            <a:endParaRPr sz="2000" dirty="0"/>
          </a:p>
          <a:p>
            <a:pPr marL="457200" lvl="1" indent="0" algn="l" rtl="0">
              <a:lnSpc>
                <a:spcPct val="90000"/>
              </a:lnSpc>
              <a:spcBef>
                <a:spcPts val="500"/>
              </a:spcBef>
              <a:spcAft>
                <a:spcPts val="0"/>
              </a:spcAft>
              <a:buClr>
                <a:schemeClr val="dk1"/>
              </a:buClr>
              <a:buSzPts val="1400"/>
              <a:buNone/>
            </a:pPr>
            <a:endParaRPr sz="1200" dirty="0"/>
          </a:p>
          <a:p>
            <a:pPr marL="457200" lvl="1" indent="0" algn="l" rtl="0">
              <a:lnSpc>
                <a:spcPct val="90000"/>
              </a:lnSpc>
              <a:spcBef>
                <a:spcPts val="500"/>
              </a:spcBef>
              <a:spcAft>
                <a:spcPts val="0"/>
              </a:spcAft>
              <a:buClr>
                <a:schemeClr val="dk1"/>
              </a:buClr>
              <a:buSzPts val="1400"/>
              <a:buNone/>
            </a:pPr>
            <a:r>
              <a:rPr lang="en-US" sz="1400" i="1" dirty="0"/>
              <a:t>(Note:  for the purpose of discussion, assume that the position held, and the branch can determine the salary) </a:t>
            </a:r>
            <a:endParaRPr sz="2000" dirty="0"/>
          </a:p>
          <a:p>
            <a:pPr marL="228600" lvl="0" indent="-228600" algn="l" rtl="0">
              <a:lnSpc>
                <a:spcPct val="90000"/>
              </a:lnSpc>
              <a:spcBef>
                <a:spcPts val="1000"/>
              </a:spcBef>
              <a:spcAft>
                <a:spcPts val="0"/>
              </a:spcAft>
              <a:buClr>
                <a:schemeClr val="dk1"/>
              </a:buClr>
              <a:buSzPts val="2400"/>
              <a:buChar char="•"/>
            </a:pPr>
            <a:r>
              <a:rPr lang="en-US" sz="2400" dirty="0"/>
              <a:t>FDs:</a:t>
            </a:r>
            <a:endParaRPr sz="2400" dirty="0"/>
          </a:p>
          <a:p>
            <a:pPr marL="685800" lvl="1" indent="-228600" algn="l" rtl="0">
              <a:lnSpc>
                <a:spcPct val="90000"/>
              </a:lnSpc>
              <a:spcBef>
                <a:spcPts val="500"/>
              </a:spcBef>
              <a:spcAft>
                <a:spcPts val="0"/>
              </a:spcAft>
              <a:buClr>
                <a:schemeClr val="dk1"/>
              </a:buClr>
              <a:buSzPts val="2000"/>
              <a:buChar char="•"/>
            </a:pPr>
            <a:r>
              <a:rPr lang="en-US" sz="2000" dirty="0" err="1"/>
              <a:t>staffNo</a:t>
            </a:r>
            <a:r>
              <a:rPr lang="en-US" sz="2000" dirty="0"/>
              <a:t> → </a:t>
            </a:r>
            <a:r>
              <a:rPr lang="en-US" sz="2000" dirty="0" err="1"/>
              <a:t>sName</a:t>
            </a:r>
            <a:r>
              <a:rPr lang="en-US" sz="2000" dirty="0"/>
              <a:t>, position, salary, </a:t>
            </a:r>
            <a:r>
              <a:rPr lang="en-US" sz="2000" dirty="0" err="1"/>
              <a:t>branchNo</a:t>
            </a:r>
            <a:r>
              <a:rPr lang="en-US" sz="2000" dirty="0"/>
              <a:t>, </a:t>
            </a:r>
            <a:r>
              <a:rPr lang="en-US" sz="2000" dirty="0" err="1"/>
              <a:t>bAddress</a:t>
            </a:r>
            <a:endParaRPr sz="2000" dirty="0"/>
          </a:p>
          <a:p>
            <a:pPr marL="685800" lvl="1" indent="-228600" algn="l" rtl="0">
              <a:lnSpc>
                <a:spcPct val="90000"/>
              </a:lnSpc>
              <a:spcBef>
                <a:spcPts val="500"/>
              </a:spcBef>
              <a:spcAft>
                <a:spcPts val="0"/>
              </a:spcAft>
              <a:buClr>
                <a:schemeClr val="dk1"/>
              </a:buClr>
              <a:buSzPts val="2000"/>
              <a:buChar char="•"/>
            </a:pPr>
            <a:r>
              <a:rPr lang="en-US" sz="2000" dirty="0" err="1"/>
              <a:t>branchNo</a:t>
            </a:r>
            <a:r>
              <a:rPr lang="en-US" sz="2000" dirty="0"/>
              <a:t> → </a:t>
            </a:r>
            <a:r>
              <a:rPr lang="en-US" sz="2000" dirty="0" err="1"/>
              <a:t>bAddress</a:t>
            </a:r>
            <a:endParaRPr sz="2000" dirty="0"/>
          </a:p>
          <a:p>
            <a:pPr marL="685800" lvl="1" indent="-228600" algn="l" rtl="0">
              <a:lnSpc>
                <a:spcPct val="90000"/>
              </a:lnSpc>
              <a:spcBef>
                <a:spcPts val="500"/>
              </a:spcBef>
              <a:spcAft>
                <a:spcPts val="0"/>
              </a:spcAft>
              <a:buClr>
                <a:schemeClr val="dk1"/>
              </a:buClr>
              <a:buSzPts val="2000"/>
              <a:buChar char="•"/>
            </a:pPr>
            <a:r>
              <a:rPr lang="en-US" sz="2000" dirty="0" err="1"/>
              <a:t>bAddress</a:t>
            </a:r>
            <a:r>
              <a:rPr lang="en-US" sz="2000" dirty="0"/>
              <a:t> → </a:t>
            </a:r>
            <a:r>
              <a:rPr lang="en-US" sz="2000" dirty="0" err="1"/>
              <a:t>branchNo</a:t>
            </a:r>
            <a:endParaRPr sz="2000" dirty="0"/>
          </a:p>
          <a:p>
            <a:pPr marL="685800" lvl="1" indent="-228600" algn="l" rtl="0">
              <a:lnSpc>
                <a:spcPct val="90000"/>
              </a:lnSpc>
              <a:spcBef>
                <a:spcPts val="500"/>
              </a:spcBef>
              <a:spcAft>
                <a:spcPts val="0"/>
              </a:spcAft>
              <a:buClr>
                <a:schemeClr val="dk1"/>
              </a:buClr>
              <a:buSzPts val="2000"/>
              <a:buChar char="•"/>
            </a:pPr>
            <a:r>
              <a:rPr lang="en-US" sz="2000" dirty="0" err="1"/>
              <a:t>branchNo</a:t>
            </a:r>
            <a:r>
              <a:rPr lang="en-US" sz="2000" dirty="0"/>
              <a:t>, position → salary</a:t>
            </a:r>
            <a:endParaRPr sz="2000" dirty="0"/>
          </a:p>
          <a:p>
            <a:pPr marL="685800" lvl="1" indent="-228600" algn="l" rtl="0">
              <a:lnSpc>
                <a:spcPct val="90000"/>
              </a:lnSpc>
              <a:spcBef>
                <a:spcPts val="500"/>
              </a:spcBef>
              <a:spcAft>
                <a:spcPts val="0"/>
              </a:spcAft>
              <a:buClr>
                <a:schemeClr val="dk1"/>
              </a:buClr>
              <a:buSzPts val="2000"/>
              <a:buChar char="•"/>
            </a:pPr>
            <a:r>
              <a:rPr lang="en-US" sz="2000" dirty="0" err="1"/>
              <a:t>bAddress</a:t>
            </a:r>
            <a:r>
              <a:rPr lang="en-US" sz="2000" dirty="0"/>
              <a:t>, position → salary</a:t>
            </a:r>
            <a:endParaRPr sz="2000" dirty="0"/>
          </a:p>
        </p:txBody>
      </p:sp>
      <p:sp>
        <p:nvSpPr>
          <p:cNvPr id="493" name="Google Shape;493;p29"/>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29</a:t>
            </a:fld>
            <a:endParaRPr/>
          </a:p>
        </p:txBody>
      </p:sp>
      <p:sp>
        <p:nvSpPr>
          <p:cNvPr id="495" name="Google Shape;495;p29"/>
          <p:cNvSpPr txBox="1"/>
          <p:nvPr/>
        </p:nvSpPr>
        <p:spPr>
          <a:xfrm>
            <a:off x="894001" y="3028890"/>
            <a:ext cx="7114896" cy="400110"/>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err="1">
                <a:solidFill>
                  <a:schemeClr val="dk1"/>
                </a:solidFill>
                <a:latin typeface="Calibri"/>
                <a:ea typeface="Calibri"/>
                <a:cs typeface="Calibri"/>
                <a:sym typeface="Calibri"/>
              </a:rPr>
              <a:t>StaffBranch</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staffNo</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sName</a:t>
            </a:r>
            <a:r>
              <a:rPr lang="en-US" sz="2000" dirty="0">
                <a:solidFill>
                  <a:schemeClr val="dk1"/>
                </a:solidFill>
                <a:latin typeface="Calibri"/>
                <a:ea typeface="Calibri"/>
                <a:cs typeface="Calibri"/>
                <a:sym typeface="Calibri"/>
              </a:rPr>
              <a:t>, position, salary, </a:t>
            </a:r>
            <a:r>
              <a:rPr lang="en-US" sz="2000" dirty="0" err="1">
                <a:solidFill>
                  <a:schemeClr val="dk1"/>
                </a:solidFill>
                <a:latin typeface="Calibri"/>
                <a:ea typeface="Calibri"/>
                <a:cs typeface="Calibri"/>
                <a:sym typeface="Calibri"/>
              </a:rPr>
              <a:t>branchNo</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bAddress</a:t>
            </a:r>
            <a:r>
              <a:rPr lang="en-US" sz="2000" dirty="0">
                <a:solidFill>
                  <a:schemeClr val="dk1"/>
                </a:solidFill>
                <a:latin typeface="Calibri"/>
                <a:ea typeface="Calibri"/>
                <a:cs typeface="Calibri"/>
                <a:sym typeface="Calibri"/>
              </a:rPr>
              <a:t>)</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30"/>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Identifying Functional Dependencies</a:t>
            </a:r>
            <a:endParaRPr sz="3600" dirty="0"/>
          </a:p>
        </p:txBody>
      </p:sp>
      <p:pic>
        <p:nvPicPr>
          <p:cNvPr id="501" name="Google Shape;501;p30"/>
          <p:cNvPicPr preferRelativeResize="0">
            <a:picLocks noGrp="1"/>
          </p:cNvPicPr>
          <p:nvPr>
            <p:ph type="body" idx="1"/>
          </p:nvPr>
        </p:nvPicPr>
        <p:blipFill rotWithShape="1">
          <a:blip r:embed="rId3">
            <a:alphaModFix/>
          </a:blip>
          <a:srcRect/>
          <a:stretch/>
        </p:blipFill>
        <p:spPr>
          <a:xfrm>
            <a:off x="0" y="1396101"/>
            <a:ext cx="7236230" cy="4879286"/>
          </a:xfrm>
          <a:prstGeom prst="rect">
            <a:avLst/>
          </a:prstGeom>
          <a:noFill/>
          <a:ln>
            <a:noFill/>
          </a:ln>
        </p:spPr>
      </p:pic>
      <p:sp>
        <p:nvSpPr>
          <p:cNvPr id="503" name="Google Shape;503;p30"/>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30</a:t>
            </a:fld>
            <a:endParaRPr/>
          </a:p>
        </p:txBody>
      </p:sp>
      <p:sp>
        <p:nvSpPr>
          <p:cNvPr id="505" name="Google Shape;505;p30"/>
          <p:cNvSpPr txBox="1"/>
          <p:nvPr/>
        </p:nvSpPr>
        <p:spPr>
          <a:xfrm>
            <a:off x="7197668" y="1520084"/>
            <a:ext cx="1828800" cy="3291840"/>
          </a:xfrm>
          <a:prstGeom prst="rect">
            <a:avLst/>
          </a:prstGeom>
          <a:solidFill>
            <a:schemeClr val="accent5">
              <a:lumMod val="20000"/>
              <a:lumOff val="80000"/>
            </a:schemeClr>
          </a:solid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dirty="0">
                <a:solidFill>
                  <a:schemeClr val="dk1"/>
                </a:solidFill>
                <a:latin typeface="Calibri"/>
                <a:ea typeface="Calibri"/>
                <a:cs typeface="Calibri"/>
                <a:sym typeface="Calibri"/>
              </a:rPr>
              <a:t>The sample relation displaying data for attributes A,B,C,D and E and the functional dependencies (fd1 to fd4) that exist between these attributes.</a:t>
            </a:r>
            <a:endParaRPr dirty="0"/>
          </a:p>
        </p:txBody>
      </p:sp>
      <p:sp>
        <p:nvSpPr>
          <p:cNvPr id="506" name="Google Shape;506;p30"/>
          <p:cNvSpPr txBox="1"/>
          <p:nvPr/>
        </p:nvSpPr>
        <p:spPr>
          <a:xfrm>
            <a:off x="7197668" y="4752915"/>
            <a:ext cx="1828800" cy="1631216"/>
          </a:xfrm>
          <a:prstGeom prst="rect">
            <a:avLst/>
          </a:prstGeom>
          <a:solidFill>
            <a:schemeClr val="accent5">
              <a:lumMod val="20000"/>
              <a:lumOff val="80000"/>
            </a:schemeClr>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F0000"/>
              </a:buClr>
              <a:buSzPts val="2000"/>
              <a:buFont typeface="Arial"/>
              <a:buNone/>
            </a:pPr>
            <a:r>
              <a:rPr lang="en-US" sz="2000" dirty="0">
                <a:solidFill>
                  <a:srgbClr val="FF0000"/>
                </a:solidFill>
                <a:latin typeface="Calibri"/>
                <a:ea typeface="Calibri"/>
                <a:cs typeface="Calibri"/>
                <a:sym typeface="Calibri"/>
              </a:rPr>
              <a:t>     A → C (fd1)</a:t>
            </a:r>
            <a:endParaRPr dirty="0"/>
          </a:p>
          <a:p>
            <a:pPr marL="0" marR="0" lvl="0" indent="0" algn="l" rtl="0">
              <a:spcBef>
                <a:spcPts val="0"/>
              </a:spcBef>
              <a:spcAft>
                <a:spcPts val="0"/>
              </a:spcAft>
              <a:buClr>
                <a:srgbClr val="FF0000"/>
              </a:buClr>
              <a:buSzPts val="2000"/>
              <a:buFont typeface="Arial"/>
              <a:buNone/>
            </a:pPr>
            <a:r>
              <a:rPr lang="en-US" sz="2000" dirty="0">
                <a:solidFill>
                  <a:srgbClr val="FF0000"/>
                </a:solidFill>
                <a:latin typeface="Calibri"/>
                <a:ea typeface="Calibri"/>
                <a:cs typeface="Calibri"/>
                <a:sym typeface="Calibri"/>
              </a:rPr>
              <a:t>     C → A (fd2)</a:t>
            </a:r>
            <a:endParaRPr dirty="0"/>
          </a:p>
          <a:p>
            <a:pPr marL="0" marR="0" lvl="0" indent="0" algn="l" rtl="0">
              <a:spcBef>
                <a:spcPts val="0"/>
              </a:spcBef>
              <a:spcAft>
                <a:spcPts val="0"/>
              </a:spcAft>
              <a:buClr>
                <a:srgbClr val="FF0000"/>
              </a:buClr>
              <a:buSzPts val="2000"/>
              <a:buFont typeface="Arial"/>
              <a:buNone/>
            </a:pPr>
            <a:r>
              <a:rPr lang="en-US" sz="2000" dirty="0">
                <a:solidFill>
                  <a:srgbClr val="FF0000"/>
                </a:solidFill>
                <a:latin typeface="Calibri"/>
                <a:ea typeface="Calibri"/>
                <a:cs typeface="Calibri"/>
                <a:sym typeface="Calibri"/>
              </a:rPr>
              <a:t>     B → D (fd3)</a:t>
            </a:r>
            <a:endParaRPr dirty="0"/>
          </a:p>
          <a:p>
            <a:pPr marL="0" marR="0" lvl="0" indent="0" algn="l" rtl="0">
              <a:spcBef>
                <a:spcPts val="0"/>
              </a:spcBef>
              <a:spcAft>
                <a:spcPts val="0"/>
              </a:spcAft>
              <a:buClr>
                <a:srgbClr val="FF0000"/>
              </a:buClr>
              <a:buSzPts val="2000"/>
              <a:buFont typeface="Arial"/>
              <a:buNone/>
            </a:pPr>
            <a:r>
              <a:rPr lang="en-US" sz="2000" dirty="0">
                <a:solidFill>
                  <a:srgbClr val="FF0000"/>
                </a:solidFill>
                <a:latin typeface="Calibri"/>
                <a:ea typeface="Calibri"/>
                <a:cs typeface="Calibri"/>
                <a:sym typeface="Calibri"/>
              </a:rPr>
              <a:t>A, B → E (fd4)</a:t>
            </a:r>
            <a:endParaRPr dirty="0"/>
          </a:p>
          <a:p>
            <a:pPr marL="0" marR="0" lvl="0" indent="0" algn="l" rtl="0">
              <a:spcBef>
                <a:spcPts val="0"/>
              </a:spcBef>
              <a:spcAft>
                <a:spcPts val="0"/>
              </a:spcAft>
              <a:buClr>
                <a:srgbClr val="FF0000"/>
              </a:buClr>
              <a:buSzPts val="2000"/>
              <a:buFont typeface="Arial"/>
              <a:buNone/>
            </a:pPr>
            <a:r>
              <a:rPr lang="en-US" sz="2000" dirty="0">
                <a:solidFill>
                  <a:srgbClr val="FF0000"/>
                </a:solidFill>
                <a:latin typeface="Calibri"/>
                <a:ea typeface="Calibri"/>
                <a:cs typeface="Calibri"/>
                <a:sym typeface="Calibri"/>
              </a:rPr>
              <a:t>B, C → E (fd5)</a:t>
            </a:r>
            <a:endParaRPr sz="2000" dirty="0">
              <a:solidFill>
                <a:srgbClr val="FF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31"/>
          <p:cNvSpPr txBox="1">
            <a:spLocks noGrp="1"/>
          </p:cNvSpPr>
          <p:nvPr>
            <p:ph type="title"/>
          </p:nvPr>
        </p:nvSpPr>
        <p:spPr>
          <a:xfrm>
            <a:off x="314324" y="681037"/>
            <a:ext cx="8721187"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[SUMMARY] </a:t>
            </a:r>
            <a:br>
              <a:rPr lang="en-US" sz="3600" dirty="0"/>
            </a:br>
            <a:r>
              <a:rPr lang="en-US" sz="3600" dirty="0"/>
              <a:t>Identifying Functional Dependency</a:t>
            </a:r>
            <a:endParaRPr sz="3600" dirty="0"/>
          </a:p>
        </p:txBody>
      </p:sp>
      <p:sp>
        <p:nvSpPr>
          <p:cNvPr id="512" name="Google Shape;512;p31"/>
          <p:cNvSpPr txBox="1">
            <a:spLocks noGrp="1"/>
          </p:cNvSpPr>
          <p:nvPr>
            <p:ph type="body" idx="1"/>
          </p:nvPr>
        </p:nvSpPr>
        <p:spPr>
          <a:xfrm>
            <a:off x="628650" y="1813302"/>
            <a:ext cx="7886700" cy="4363661"/>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To identify the functional dependencies that exist between attributes a, B, C, D, and E, we examine the Sample relation shown in Figure 14.6 and identify when values in one column are consistent with the presence of a particular value in other columns. </a:t>
            </a:r>
            <a:endParaRPr sz="2400" dirty="0"/>
          </a:p>
          <a:p>
            <a:pPr marL="228600" lvl="0" indent="-228600" algn="l" rtl="0">
              <a:lnSpc>
                <a:spcPct val="90000"/>
              </a:lnSpc>
              <a:spcBef>
                <a:spcPts val="1000"/>
              </a:spcBef>
              <a:spcAft>
                <a:spcPts val="0"/>
              </a:spcAft>
              <a:buClr>
                <a:schemeClr val="dk1"/>
              </a:buClr>
              <a:buSzPts val="2400"/>
              <a:buChar char="•"/>
            </a:pPr>
            <a:r>
              <a:rPr lang="en-US" sz="2400" dirty="0"/>
              <a:t>We begin with the first column on the left-hand side and work our way over to the right-hand side of the relation and then we look at combinations of columns; in other words, where values in two or more columns are consistent with the appearance of values in other columns.</a:t>
            </a:r>
            <a:endParaRPr sz="2400" dirty="0"/>
          </a:p>
        </p:txBody>
      </p:sp>
      <p:sp>
        <p:nvSpPr>
          <p:cNvPr id="514" name="Google Shape;514;p31"/>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32"/>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PART 3: FIRST NORMAL FORM</a:t>
            </a:r>
            <a:endParaRPr sz="3600"/>
          </a:p>
        </p:txBody>
      </p:sp>
      <p:sp>
        <p:nvSpPr>
          <p:cNvPr id="522" name="Google Shape;522;p32"/>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32</a:t>
            </a:fld>
            <a:endParaRPr/>
          </a:p>
        </p:txBody>
      </p:sp>
      <p:grpSp>
        <p:nvGrpSpPr>
          <p:cNvPr id="524" name="Google Shape;524;p32"/>
          <p:cNvGrpSpPr/>
          <p:nvPr/>
        </p:nvGrpSpPr>
        <p:grpSpPr>
          <a:xfrm>
            <a:off x="900628" y="1398424"/>
            <a:ext cx="7342742" cy="4525610"/>
            <a:chOff x="271978" y="2557"/>
            <a:chExt cx="7342742" cy="4525610"/>
          </a:xfrm>
        </p:grpSpPr>
        <p:sp>
          <p:nvSpPr>
            <p:cNvPr id="525" name="Google Shape;525;p32"/>
            <p:cNvSpPr/>
            <p:nvPr/>
          </p:nvSpPr>
          <p:spPr>
            <a:xfrm>
              <a:off x="2272661" y="557582"/>
              <a:ext cx="429970" cy="91440"/>
            </a:xfrm>
            <a:custGeom>
              <a:avLst/>
              <a:gdLst/>
              <a:ahLst/>
              <a:cxnLst/>
              <a:rect l="l" t="t" r="r" b="b"/>
              <a:pathLst>
                <a:path w="120000" h="120000" extrusionOk="0">
                  <a:moveTo>
                    <a:pt x="0" y="60000"/>
                  </a:moveTo>
                  <a:lnTo>
                    <a:pt x="120000" y="60000"/>
                  </a:lnTo>
                </a:path>
              </a:pathLst>
            </a:custGeom>
            <a:noFill/>
            <a:ln w="9525" cap="flat" cmpd="sng">
              <a:solidFill>
                <a:schemeClr val="accent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txBox="1"/>
            <p:nvPr/>
          </p:nvSpPr>
          <p:spPr>
            <a:xfrm>
              <a:off x="2476132" y="60099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527" name="Google Shape;527;p32"/>
            <p:cNvSpPr/>
            <p:nvPr/>
          </p:nvSpPr>
          <p:spPr>
            <a:xfrm>
              <a:off x="271978" y="2557"/>
              <a:ext cx="2002482" cy="1201489"/>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2"/>
            <p:cNvSpPr txBox="1"/>
            <p:nvPr/>
          </p:nvSpPr>
          <p:spPr>
            <a:xfrm>
              <a:off x="271978" y="255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INTRODUCTION</a:t>
              </a:r>
              <a:endParaRPr sz="1900">
                <a:solidFill>
                  <a:schemeClr val="lt1"/>
                </a:solidFill>
                <a:latin typeface="Calibri"/>
                <a:ea typeface="Calibri"/>
                <a:cs typeface="Calibri"/>
                <a:sym typeface="Calibri"/>
              </a:endParaRPr>
            </a:p>
          </p:txBody>
        </p:sp>
        <p:sp>
          <p:nvSpPr>
            <p:cNvPr id="529" name="Google Shape;529;p32"/>
            <p:cNvSpPr/>
            <p:nvPr/>
          </p:nvSpPr>
          <p:spPr>
            <a:xfrm>
              <a:off x="5149867" y="557582"/>
              <a:ext cx="429970" cy="91440"/>
            </a:xfrm>
            <a:custGeom>
              <a:avLst/>
              <a:gdLst/>
              <a:ahLst/>
              <a:cxnLst/>
              <a:rect l="l" t="t" r="r" b="b"/>
              <a:pathLst>
                <a:path w="120000" h="120000" extrusionOk="0">
                  <a:moveTo>
                    <a:pt x="0" y="60000"/>
                  </a:moveTo>
                  <a:lnTo>
                    <a:pt x="120000" y="60000"/>
                  </a:lnTo>
                </a:path>
              </a:pathLst>
            </a:custGeom>
            <a:noFill/>
            <a:ln w="9525" cap="flat" cmpd="sng">
              <a:solidFill>
                <a:srgbClr val="B18A8A"/>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txBox="1"/>
            <p:nvPr/>
          </p:nvSpPr>
          <p:spPr>
            <a:xfrm>
              <a:off x="5353339" y="60099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531" name="Google Shape;531;p32"/>
            <p:cNvSpPr/>
            <p:nvPr/>
          </p:nvSpPr>
          <p:spPr>
            <a:xfrm>
              <a:off x="2735032" y="2557"/>
              <a:ext cx="2416635" cy="1201489"/>
            </a:xfrm>
            <a:prstGeom prst="rect">
              <a:avLst/>
            </a:prstGeom>
            <a:solidFill>
              <a:srgbClr val="AE8D8D"/>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txBox="1"/>
            <p:nvPr/>
          </p:nvSpPr>
          <p:spPr>
            <a:xfrm>
              <a:off x="2735032" y="2557"/>
              <a:ext cx="2416635"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1</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DATA ANAMOLIES</a:t>
              </a:r>
              <a:endParaRPr sz="1900">
                <a:solidFill>
                  <a:schemeClr val="lt1"/>
                </a:solidFill>
                <a:latin typeface="Calibri"/>
                <a:ea typeface="Calibri"/>
                <a:cs typeface="Calibri"/>
                <a:sym typeface="Calibri"/>
              </a:endParaRPr>
            </a:p>
          </p:txBody>
        </p:sp>
        <p:sp>
          <p:nvSpPr>
            <p:cNvPr id="533" name="Google Shape;533;p32"/>
            <p:cNvSpPr/>
            <p:nvPr/>
          </p:nvSpPr>
          <p:spPr>
            <a:xfrm>
              <a:off x="1273219" y="1202246"/>
              <a:ext cx="5340260" cy="429970"/>
            </a:xfrm>
            <a:custGeom>
              <a:avLst/>
              <a:gdLst/>
              <a:ahLst/>
              <a:cxnLst/>
              <a:rect l="l" t="t" r="r" b="b"/>
              <a:pathLst>
                <a:path w="120000" h="120000" extrusionOk="0">
                  <a:moveTo>
                    <a:pt x="120000" y="0"/>
                  </a:moveTo>
                  <a:lnTo>
                    <a:pt x="120000" y="64772"/>
                  </a:lnTo>
                  <a:lnTo>
                    <a:pt x="0" y="64772"/>
                  </a:lnTo>
                  <a:lnTo>
                    <a:pt x="0" y="120000"/>
                  </a:lnTo>
                </a:path>
              </a:pathLst>
            </a:custGeom>
            <a:noFill/>
            <a:ln w="9525" cap="flat" cmpd="sng">
              <a:solidFill>
                <a:srgbClr val="C06C6C"/>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txBox="1"/>
            <p:nvPr/>
          </p:nvSpPr>
          <p:spPr>
            <a:xfrm>
              <a:off x="3809347" y="1414929"/>
              <a:ext cx="268004"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535" name="Google Shape;535;p32"/>
            <p:cNvSpPr/>
            <p:nvPr/>
          </p:nvSpPr>
          <p:spPr>
            <a:xfrm>
              <a:off x="5612238" y="2557"/>
              <a:ext cx="2002482" cy="1201489"/>
            </a:xfrm>
            <a:prstGeom prst="rect">
              <a:avLst/>
            </a:prstGeom>
            <a:solidFill>
              <a:srgbClr val="B9767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2"/>
            <p:cNvSpPr txBox="1"/>
            <p:nvPr/>
          </p:nvSpPr>
          <p:spPr>
            <a:xfrm>
              <a:off x="5612238" y="255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2</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DEPENDENCIES</a:t>
              </a:r>
              <a:endParaRPr sz="1900">
                <a:solidFill>
                  <a:schemeClr val="lt1"/>
                </a:solidFill>
                <a:latin typeface="Calibri"/>
                <a:ea typeface="Calibri"/>
                <a:cs typeface="Calibri"/>
                <a:sym typeface="Calibri"/>
              </a:endParaRPr>
            </a:p>
          </p:txBody>
        </p:sp>
        <p:sp>
          <p:nvSpPr>
            <p:cNvPr id="537" name="Google Shape;537;p32"/>
            <p:cNvSpPr/>
            <p:nvPr/>
          </p:nvSpPr>
          <p:spPr>
            <a:xfrm>
              <a:off x="2272661" y="2219642"/>
              <a:ext cx="429970" cy="91440"/>
            </a:xfrm>
            <a:custGeom>
              <a:avLst/>
              <a:gdLst/>
              <a:ahLst/>
              <a:cxnLst/>
              <a:rect l="l" t="t" r="r" b="b"/>
              <a:pathLst>
                <a:path w="120000" h="120000" extrusionOk="0">
                  <a:moveTo>
                    <a:pt x="0" y="60000"/>
                  </a:moveTo>
                  <a:lnTo>
                    <a:pt x="120000" y="60000"/>
                  </a:lnTo>
                </a:path>
              </a:pathLst>
            </a:custGeom>
            <a:noFill/>
            <a:ln w="9525" cap="flat" cmpd="sng">
              <a:solidFill>
                <a:srgbClr val="D14A4A"/>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2"/>
            <p:cNvSpPr txBox="1"/>
            <p:nvPr/>
          </p:nvSpPr>
          <p:spPr>
            <a:xfrm>
              <a:off x="2476132" y="226305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539" name="Google Shape;539;p32"/>
            <p:cNvSpPr/>
            <p:nvPr/>
          </p:nvSpPr>
          <p:spPr>
            <a:xfrm>
              <a:off x="271978" y="1664617"/>
              <a:ext cx="2002482" cy="1201489"/>
            </a:xfrm>
            <a:prstGeom prst="rect">
              <a:avLst/>
            </a:prstGeom>
            <a:solidFill>
              <a:srgbClr val="C85B5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2"/>
            <p:cNvSpPr txBox="1"/>
            <p:nvPr/>
          </p:nvSpPr>
          <p:spPr>
            <a:xfrm>
              <a:off x="271978"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3</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FIRST NORMAL FORM </a:t>
              </a:r>
              <a:endParaRPr sz="1900">
                <a:solidFill>
                  <a:schemeClr val="lt1"/>
                </a:solidFill>
                <a:latin typeface="Calibri"/>
                <a:ea typeface="Calibri"/>
                <a:cs typeface="Calibri"/>
                <a:sym typeface="Calibri"/>
              </a:endParaRPr>
            </a:p>
          </p:txBody>
        </p:sp>
        <p:sp>
          <p:nvSpPr>
            <p:cNvPr id="541" name="Google Shape;541;p32"/>
            <p:cNvSpPr/>
            <p:nvPr/>
          </p:nvSpPr>
          <p:spPr>
            <a:xfrm>
              <a:off x="4735714" y="2219642"/>
              <a:ext cx="429970" cy="91440"/>
            </a:xfrm>
            <a:custGeom>
              <a:avLst/>
              <a:gdLst/>
              <a:ahLst/>
              <a:cxnLst/>
              <a:rect l="l" t="t" r="r" b="b"/>
              <a:pathLst>
                <a:path w="120000" h="120000" extrusionOk="0">
                  <a:moveTo>
                    <a:pt x="0" y="60000"/>
                  </a:moveTo>
                  <a:lnTo>
                    <a:pt x="120000" y="60000"/>
                  </a:lnTo>
                </a:path>
              </a:pathLst>
            </a:custGeom>
            <a:noFill/>
            <a:ln w="9525" cap="flat" cmpd="sng">
              <a:solidFill>
                <a:srgbClr val="E72527"/>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2"/>
            <p:cNvSpPr txBox="1"/>
            <p:nvPr/>
          </p:nvSpPr>
          <p:spPr>
            <a:xfrm>
              <a:off x="4939185" y="226305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543" name="Google Shape;543;p32"/>
            <p:cNvSpPr/>
            <p:nvPr/>
          </p:nvSpPr>
          <p:spPr>
            <a:xfrm>
              <a:off x="2735032" y="1664617"/>
              <a:ext cx="2002482" cy="1201489"/>
            </a:xfrm>
            <a:prstGeom prst="rect">
              <a:avLst/>
            </a:prstGeom>
            <a:solidFill>
              <a:srgbClr val="D83E3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2"/>
            <p:cNvSpPr txBox="1"/>
            <p:nvPr/>
          </p:nvSpPr>
          <p:spPr>
            <a:xfrm>
              <a:off x="2735032"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4</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SECOND NORMAL FORM </a:t>
              </a:r>
              <a:endParaRPr sz="1900">
                <a:solidFill>
                  <a:schemeClr val="lt1"/>
                </a:solidFill>
                <a:latin typeface="Calibri"/>
                <a:ea typeface="Calibri"/>
                <a:cs typeface="Calibri"/>
                <a:sym typeface="Calibri"/>
              </a:endParaRPr>
            </a:p>
          </p:txBody>
        </p:sp>
        <p:sp>
          <p:nvSpPr>
            <p:cNvPr id="545" name="Google Shape;545;p32"/>
            <p:cNvSpPr/>
            <p:nvPr/>
          </p:nvSpPr>
          <p:spPr>
            <a:xfrm>
              <a:off x="1273219" y="2864307"/>
              <a:ext cx="4926106" cy="429970"/>
            </a:xfrm>
            <a:custGeom>
              <a:avLst/>
              <a:gdLst/>
              <a:ahLst/>
              <a:cxnLst/>
              <a:rect l="l" t="t" r="r" b="b"/>
              <a:pathLst>
                <a:path w="120000" h="120000" extrusionOk="0">
                  <a:moveTo>
                    <a:pt x="120000" y="0"/>
                  </a:moveTo>
                  <a:lnTo>
                    <a:pt x="120000" y="64772"/>
                  </a:lnTo>
                  <a:lnTo>
                    <a:pt x="0" y="64772"/>
                  </a:lnTo>
                  <a:lnTo>
                    <a:pt x="0" y="120000"/>
                  </a:lnTo>
                </a:path>
              </a:pathLst>
            </a:custGeom>
            <a:noFill/>
            <a:ln w="9525" cap="flat" cmpd="sng">
              <a:solidFill>
                <a:srgbClr val="FE0000"/>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2"/>
            <p:cNvSpPr txBox="1"/>
            <p:nvPr/>
          </p:nvSpPr>
          <p:spPr>
            <a:xfrm>
              <a:off x="3612583" y="3076989"/>
              <a:ext cx="247379"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547" name="Google Shape;547;p32"/>
            <p:cNvSpPr/>
            <p:nvPr/>
          </p:nvSpPr>
          <p:spPr>
            <a:xfrm>
              <a:off x="5198085" y="1664617"/>
              <a:ext cx="2002482" cy="1201489"/>
            </a:xfrm>
            <a:prstGeom prst="rect">
              <a:avLst/>
            </a:prstGeom>
            <a:solidFill>
              <a:srgbClr val="E9212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2"/>
            <p:cNvSpPr txBox="1"/>
            <p:nvPr/>
          </p:nvSpPr>
          <p:spPr>
            <a:xfrm>
              <a:off x="5198085"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5</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THIRD NORMAL FORM </a:t>
              </a:r>
              <a:endParaRPr sz="1900">
                <a:solidFill>
                  <a:schemeClr val="lt1"/>
                </a:solidFill>
                <a:latin typeface="Calibri"/>
                <a:ea typeface="Calibri"/>
                <a:cs typeface="Calibri"/>
                <a:sym typeface="Calibri"/>
              </a:endParaRPr>
            </a:p>
          </p:txBody>
        </p:sp>
        <p:sp>
          <p:nvSpPr>
            <p:cNvPr id="549" name="Google Shape;549;p32"/>
            <p:cNvSpPr/>
            <p:nvPr/>
          </p:nvSpPr>
          <p:spPr>
            <a:xfrm>
              <a:off x="271978" y="3326678"/>
              <a:ext cx="2002482" cy="1201489"/>
            </a:xfrm>
            <a:prstGeom prst="rect">
              <a:avLst/>
            </a:prstGeom>
            <a:solidFill>
              <a:srgbClr val="FE000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2"/>
            <p:cNvSpPr txBox="1"/>
            <p:nvPr/>
          </p:nvSpPr>
          <p:spPr>
            <a:xfrm>
              <a:off x="271978" y="3326678"/>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6</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BOYCE-CODD NORMAL FORM</a:t>
              </a:r>
              <a:endParaRPr sz="1900">
                <a:solidFill>
                  <a:schemeClr val="lt1"/>
                </a:solidFill>
                <a:latin typeface="Calibri"/>
                <a:ea typeface="Calibri"/>
                <a:cs typeface="Calibri"/>
                <a:sym typeface="Calibri"/>
              </a:endParaRPr>
            </a:p>
          </p:txBody>
        </p:sp>
      </p:grpSp>
      <p:sp>
        <p:nvSpPr>
          <p:cNvPr id="551" name="Google Shape;551;p32"/>
          <p:cNvSpPr/>
          <p:nvPr/>
        </p:nvSpPr>
        <p:spPr>
          <a:xfrm>
            <a:off x="806562" y="1170554"/>
            <a:ext cx="7620681" cy="1469572"/>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2" name="Google Shape;552;p32"/>
          <p:cNvSpPr/>
          <p:nvPr/>
        </p:nvSpPr>
        <p:spPr>
          <a:xfrm>
            <a:off x="3115696" y="3024704"/>
            <a:ext cx="5443197" cy="1292219"/>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3" name="Google Shape;553;p32"/>
          <p:cNvSpPr/>
          <p:nvPr/>
        </p:nvSpPr>
        <p:spPr>
          <a:xfrm>
            <a:off x="728663" y="4701501"/>
            <a:ext cx="2387034" cy="1292219"/>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33"/>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The Process of Normalization</a:t>
            </a:r>
            <a:endParaRPr sz="3600" dirty="0"/>
          </a:p>
        </p:txBody>
      </p:sp>
      <p:sp>
        <p:nvSpPr>
          <p:cNvPr id="559" name="Google Shape;559;p33"/>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200"/>
              <a:buChar char="•"/>
            </a:pPr>
            <a:r>
              <a:rPr lang="en-US" sz="2000" dirty="0"/>
              <a:t>Formal technique for analyzing relations based on their primary key (or candidate keys) and functional dependencies.</a:t>
            </a:r>
            <a:endParaRPr sz="2000" dirty="0"/>
          </a:p>
          <a:p>
            <a:pPr marL="228600" lvl="0" indent="-228600" algn="l" rtl="0">
              <a:lnSpc>
                <a:spcPct val="90000"/>
              </a:lnSpc>
              <a:spcBef>
                <a:spcPts val="1000"/>
              </a:spcBef>
              <a:spcAft>
                <a:spcPts val="0"/>
              </a:spcAft>
              <a:buClr>
                <a:schemeClr val="dk1"/>
              </a:buClr>
              <a:buSzPts val="2200"/>
              <a:buChar char="•"/>
            </a:pPr>
            <a:r>
              <a:rPr lang="en-US" sz="2000" dirty="0"/>
              <a:t>Involves a series of rules that can be used to test each individual relations so that a database can be normalized to any degree.</a:t>
            </a:r>
            <a:endParaRPr sz="2000" dirty="0"/>
          </a:p>
          <a:p>
            <a:pPr marL="228600" lvl="0" indent="-228600" algn="l" rtl="0">
              <a:lnSpc>
                <a:spcPct val="90000"/>
              </a:lnSpc>
              <a:spcBef>
                <a:spcPts val="1000"/>
              </a:spcBef>
              <a:spcAft>
                <a:spcPts val="0"/>
              </a:spcAft>
              <a:buClr>
                <a:schemeClr val="dk1"/>
              </a:buClr>
              <a:buSzPts val="2200"/>
              <a:buChar char="•"/>
            </a:pPr>
            <a:r>
              <a:rPr lang="en-US" sz="2000" dirty="0"/>
              <a:t>A database is said to be a normalized database if all relations are in the “highest” normal form (usually 3NF onwards)</a:t>
            </a:r>
            <a:endParaRPr sz="2000" dirty="0"/>
          </a:p>
          <a:p>
            <a:pPr marL="228600" lvl="0" indent="-228600" algn="l" rtl="0">
              <a:lnSpc>
                <a:spcPct val="90000"/>
              </a:lnSpc>
              <a:spcBef>
                <a:spcPts val="1000"/>
              </a:spcBef>
              <a:spcAft>
                <a:spcPts val="0"/>
              </a:spcAft>
              <a:buClr>
                <a:schemeClr val="dk1"/>
              </a:buClr>
              <a:buSzPts val="2200"/>
              <a:buChar char="•"/>
            </a:pPr>
            <a:r>
              <a:rPr lang="en-US" sz="2000" dirty="0"/>
              <a:t>When a requirement is not met, the relation violating the requirement must be decomposed into relations that individually meet the requirements of normalization.</a:t>
            </a:r>
            <a:endParaRPr sz="2000" dirty="0"/>
          </a:p>
          <a:p>
            <a:pPr marL="228600" lvl="0" indent="-228600" algn="l" rtl="0">
              <a:lnSpc>
                <a:spcPct val="90000"/>
              </a:lnSpc>
              <a:spcBef>
                <a:spcPts val="1000"/>
              </a:spcBef>
              <a:spcAft>
                <a:spcPts val="0"/>
              </a:spcAft>
              <a:buClr>
                <a:schemeClr val="dk1"/>
              </a:buClr>
              <a:buSzPts val="2200"/>
              <a:buChar char="•"/>
            </a:pPr>
            <a:r>
              <a:rPr lang="en-US" sz="2000" dirty="0"/>
              <a:t>Checking rules begin with from 1NF, moving upward until at least 3NF (in this class we will cover until BCNF).</a:t>
            </a:r>
            <a:endParaRPr sz="2000" dirty="0"/>
          </a:p>
        </p:txBody>
      </p:sp>
      <p:sp>
        <p:nvSpPr>
          <p:cNvPr id="561" name="Google Shape;561;p33"/>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34"/>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The Process of Normalization</a:t>
            </a:r>
            <a:endParaRPr sz="3600" dirty="0"/>
          </a:p>
        </p:txBody>
      </p:sp>
      <p:sp>
        <p:nvSpPr>
          <p:cNvPr id="568" name="Google Shape;568;p34"/>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Three normal forms:</a:t>
            </a:r>
            <a:endParaRPr sz="2400" dirty="0"/>
          </a:p>
          <a:p>
            <a:pPr marL="685800" lvl="1" indent="-228600" algn="l" rtl="0">
              <a:lnSpc>
                <a:spcPct val="90000"/>
              </a:lnSpc>
              <a:spcBef>
                <a:spcPts val="500"/>
              </a:spcBef>
              <a:spcAft>
                <a:spcPts val="0"/>
              </a:spcAft>
              <a:buClr>
                <a:schemeClr val="dk1"/>
              </a:buClr>
              <a:buSzPts val="2000"/>
              <a:buChar char="•"/>
            </a:pPr>
            <a:r>
              <a:rPr lang="en-US" sz="2000" dirty="0"/>
              <a:t>First Normal Form (1NF)</a:t>
            </a:r>
            <a:endParaRPr sz="2000" dirty="0"/>
          </a:p>
          <a:p>
            <a:pPr marL="685800" lvl="1" indent="-228600" algn="l" rtl="0">
              <a:lnSpc>
                <a:spcPct val="90000"/>
              </a:lnSpc>
              <a:spcBef>
                <a:spcPts val="500"/>
              </a:spcBef>
              <a:spcAft>
                <a:spcPts val="0"/>
              </a:spcAft>
              <a:buClr>
                <a:schemeClr val="dk1"/>
              </a:buClr>
              <a:buSzPts val="2000"/>
              <a:buChar char="•"/>
            </a:pPr>
            <a:r>
              <a:rPr lang="en-US" sz="2000" dirty="0"/>
              <a:t>Second Normal Form (2NF)</a:t>
            </a:r>
            <a:endParaRPr sz="2000" dirty="0"/>
          </a:p>
          <a:p>
            <a:pPr marL="685800" lvl="1" indent="-228600" algn="l" rtl="0">
              <a:lnSpc>
                <a:spcPct val="90000"/>
              </a:lnSpc>
              <a:spcBef>
                <a:spcPts val="500"/>
              </a:spcBef>
              <a:spcAft>
                <a:spcPts val="0"/>
              </a:spcAft>
              <a:buClr>
                <a:schemeClr val="dk1"/>
              </a:buClr>
              <a:buSzPts val="2000"/>
              <a:buChar char="•"/>
            </a:pPr>
            <a:r>
              <a:rPr lang="en-US" sz="2000" dirty="0"/>
              <a:t>Third Normal Form (3NF)</a:t>
            </a:r>
            <a:endParaRPr sz="2000" dirty="0"/>
          </a:p>
        </p:txBody>
      </p:sp>
      <p:sp>
        <p:nvSpPr>
          <p:cNvPr id="570" name="Google Shape;570;p34"/>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34</a:t>
            </a:fld>
            <a:endParaRPr/>
          </a:p>
        </p:txBody>
      </p:sp>
      <p:pic>
        <p:nvPicPr>
          <p:cNvPr id="572" name="Google Shape;572;p34"/>
          <p:cNvPicPr preferRelativeResize="0"/>
          <p:nvPr/>
        </p:nvPicPr>
        <p:blipFill rotWithShape="1">
          <a:blip r:embed="rId3">
            <a:alphaModFix/>
          </a:blip>
          <a:srcRect/>
          <a:stretch/>
        </p:blipFill>
        <p:spPr>
          <a:xfrm>
            <a:off x="1497806" y="3062072"/>
            <a:ext cx="6561313" cy="343080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8" name="Google Shape;578;p35"/>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35</a:t>
            </a:fld>
            <a:endParaRPr/>
          </a:p>
        </p:txBody>
      </p:sp>
      <p:pic>
        <p:nvPicPr>
          <p:cNvPr id="580" name="Google Shape;580;p35"/>
          <p:cNvPicPr preferRelativeResize="0"/>
          <p:nvPr/>
        </p:nvPicPr>
        <p:blipFill rotWithShape="1">
          <a:blip r:embed="rId3">
            <a:alphaModFix/>
          </a:blip>
          <a:srcRect/>
          <a:stretch/>
        </p:blipFill>
        <p:spPr>
          <a:xfrm>
            <a:off x="461144" y="101277"/>
            <a:ext cx="7272510" cy="664048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7" name="Google Shape;587;p36"/>
          <p:cNvSpPr txBox="1">
            <a:spLocks noGrp="1"/>
          </p:cNvSpPr>
          <p:nvPr>
            <p:ph type="body" idx="1"/>
          </p:nvPr>
        </p:nvSpPr>
        <p:spPr>
          <a:xfrm>
            <a:off x="628650" y="1646238"/>
            <a:ext cx="7886700" cy="4846637"/>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Before the process of normalization, data from source table could be in </a:t>
            </a:r>
            <a:r>
              <a:rPr lang="en-US" sz="2400" b="1" dirty="0">
                <a:solidFill>
                  <a:srgbClr val="0070C0"/>
                </a:solidFill>
              </a:rPr>
              <a:t>unnormalized form (UNF)</a:t>
            </a:r>
            <a:r>
              <a:rPr lang="en-US" sz="2400" dirty="0"/>
              <a:t>, which is a table that contains one or more </a:t>
            </a:r>
            <a:r>
              <a:rPr lang="en-US" sz="2400" b="1" dirty="0">
                <a:solidFill>
                  <a:srgbClr val="0070C0"/>
                </a:solidFill>
              </a:rPr>
              <a:t>repeating groups</a:t>
            </a:r>
            <a:r>
              <a:rPr lang="en-US" sz="2400" dirty="0"/>
              <a:t>.</a:t>
            </a:r>
            <a:endParaRPr sz="2400" dirty="0"/>
          </a:p>
          <a:p>
            <a:pPr marL="228600" lvl="0" indent="-228600" algn="l" rtl="0">
              <a:lnSpc>
                <a:spcPct val="90000"/>
              </a:lnSpc>
              <a:spcBef>
                <a:spcPts val="1000"/>
              </a:spcBef>
              <a:spcAft>
                <a:spcPts val="0"/>
              </a:spcAft>
              <a:buClr>
                <a:srgbClr val="4472C4"/>
              </a:buClr>
              <a:buSzPts val="2400"/>
              <a:buChar char="•"/>
            </a:pPr>
            <a:r>
              <a:rPr lang="en-US" sz="2400" b="1" dirty="0">
                <a:solidFill>
                  <a:srgbClr val="4472C4"/>
                </a:solidFill>
              </a:rPr>
              <a:t>1NF</a:t>
            </a:r>
            <a:r>
              <a:rPr lang="en-US" sz="2400" dirty="0"/>
              <a:t> – A relation in which the intersection of each row and column contains </a:t>
            </a:r>
            <a:r>
              <a:rPr lang="en-US" sz="2400" b="1" dirty="0">
                <a:solidFill>
                  <a:srgbClr val="0070C0"/>
                </a:solidFill>
              </a:rPr>
              <a:t>one and only one value</a:t>
            </a:r>
            <a:r>
              <a:rPr lang="en-US" sz="2400" dirty="0"/>
              <a:t>.</a:t>
            </a:r>
            <a:endParaRPr sz="2400" dirty="0"/>
          </a:p>
          <a:p>
            <a:pPr marL="228600" lvl="0" indent="-228600" algn="l" rtl="0">
              <a:lnSpc>
                <a:spcPct val="90000"/>
              </a:lnSpc>
              <a:spcBef>
                <a:spcPts val="1000"/>
              </a:spcBef>
              <a:spcAft>
                <a:spcPts val="0"/>
              </a:spcAft>
              <a:buClr>
                <a:schemeClr val="dk1"/>
              </a:buClr>
              <a:buSzPts val="2400"/>
              <a:buChar char="•"/>
            </a:pPr>
            <a:r>
              <a:rPr lang="en-US" sz="2400" dirty="0"/>
              <a:t>Repeating group – is an attribute or group of attributes within a table that occurs with multiple values for a single occurrence of the nominated key attribute(s) for that table.</a:t>
            </a:r>
            <a:endParaRPr sz="2400" dirty="0"/>
          </a:p>
          <a:p>
            <a:pPr marL="228600" lvl="0" indent="-228600" algn="l" rtl="0">
              <a:lnSpc>
                <a:spcPct val="90000"/>
              </a:lnSpc>
              <a:spcBef>
                <a:spcPts val="1000"/>
              </a:spcBef>
              <a:spcAft>
                <a:spcPts val="0"/>
              </a:spcAft>
              <a:buClr>
                <a:schemeClr val="dk1"/>
              </a:buClr>
              <a:buSzPts val="2400"/>
              <a:buChar char="•"/>
            </a:pPr>
            <a:r>
              <a:rPr lang="en-US" sz="2400" dirty="0"/>
              <a:t>Two Approach to removing repeating groups from UNF:-</a:t>
            </a:r>
            <a:endParaRPr sz="2400" dirty="0"/>
          </a:p>
          <a:p>
            <a:pPr marL="685800" lvl="1" indent="-228600" algn="l" rtl="0">
              <a:lnSpc>
                <a:spcPct val="90000"/>
              </a:lnSpc>
              <a:spcBef>
                <a:spcPts val="500"/>
              </a:spcBef>
              <a:spcAft>
                <a:spcPts val="0"/>
              </a:spcAft>
              <a:buClr>
                <a:schemeClr val="dk1"/>
              </a:buClr>
              <a:buSzPts val="2000"/>
              <a:buChar char="•"/>
            </a:pPr>
            <a:r>
              <a:rPr lang="en-US" sz="2000" dirty="0"/>
              <a:t>By entering appropriate data in the empty columns of rows containing the repeating data ( 1st approach)</a:t>
            </a:r>
            <a:endParaRPr sz="2000" dirty="0"/>
          </a:p>
          <a:p>
            <a:pPr marL="685800" lvl="1" indent="-228600" algn="l" rtl="0">
              <a:lnSpc>
                <a:spcPct val="90000"/>
              </a:lnSpc>
              <a:spcBef>
                <a:spcPts val="500"/>
              </a:spcBef>
              <a:spcAft>
                <a:spcPts val="0"/>
              </a:spcAft>
              <a:buClr>
                <a:schemeClr val="dk1"/>
              </a:buClr>
              <a:buSzPts val="2000"/>
              <a:buChar char="•"/>
            </a:pPr>
            <a:r>
              <a:rPr lang="en-US" sz="2000" dirty="0"/>
              <a:t>By placing the repeating data, along with a copy of the original key attributes(s) in a separate relation. (2nd approach)</a:t>
            </a:r>
            <a:endParaRPr sz="2000" dirty="0"/>
          </a:p>
          <a:p>
            <a:pPr marL="228600" lvl="0" indent="-76200" algn="l" rtl="0">
              <a:lnSpc>
                <a:spcPct val="90000"/>
              </a:lnSpc>
              <a:spcBef>
                <a:spcPts val="1000"/>
              </a:spcBef>
              <a:spcAft>
                <a:spcPts val="0"/>
              </a:spcAft>
              <a:buClr>
                <a:schemeClr val="dk1"/>
              </a:buClr>
              <a:buSzPts val="2400"/>
              <a:buNone/>
            </a:pPr>
            <a:endParaRPr sz="2400" dirty="0"/>
          </a:p>
          <a:p>
            <a:pPr marL="228600" lvl="0" indent="-76200" algn="l" rtl="0">
              <a:lnSpc>
                <a:spcPct val="90000"/>
              </a:lnSpc>
              <a:spcBef>
                <a:spcPts val="1000"/>
              </a:spcBef>
              <a:spcAft>
                <a:spcPts val="0"/>
              </a:spcAft>
              <a:buClr>
                <a:schemeClr val="dk1"/>
              </a:buClr>
              <a:buSzPts val="2400"/>
              <a:buNone/>
            </a:pPr>
            <a:endParaRPr sz="2400" dirty="0"/>
          </a:p>
        </p:txBody>
      </p:sp>
      <p:sp>
        <p:nvSpPr>
          <p:cNvPr id="588" name="Google Shape;588;p36"/>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First Normal Form (1NF)</a:t>
            </a:r>
            <a:endParaRPr sz="3600" dirty="0"/>
          </a:p>
        </p:txBody>
      </p:sp>
      <p:sp>
        <p:nvSpPr>
          <p:cNvPr id="590" name="Google Shape;590;p36"/>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7" name="Google Shape;597;p37"/>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37</a:t>
            </a:fld>
            <a:endParaRPr/>
          </a:p>
        </p:txBody>
      </p:sp>
      <p:pic>
        <p:nvPicPr>
          <p:cNvPr id="599" name="Google Shape;599;p37"/>
          <p:cNvPicPr preferRelativeResize="0"/>
          <p:nvPr/>
        </p:nvPicPr>
        <p:blipFill rotWithShape="1">
          <a:blip r:embed="rId3">
            <a:alphaModFix/>
          </a:blip>
          <a:srcRect/>
          <a:stretch/>
        </p:blipFill>
        <p:spPr>
          <a:xfrm>
            <a:off x="186730" y="778252"/>
            <a:ext cx="3964356" cy="2893416"/>
          </a:xfrm>
          <a:prstGeom prst="rect">
            <a:avLst/>
          </a:prstGeom>
          <a:noFill/>
          <a:ln>
            <a:noFill/>
          </a:ln>
        </p:spPr>
      </p:pic>
      <p:pic>
        <p:nvPicPr>
          <p:cNvPr id="600" name="Google Shape;600;p37"/>
          <p:cNvPicPr preferRelativeResize="0"/>
          <p:nvPr/>
        </p:nvPicPr>
        <p:blipFill rotWithShape="1">
          <a:blip r:embed="rId4">
            <a:alphaModFix/>
          </a:blip>
          <a:srcRect/>
          <a:stretch/>
        </p:blipFill>
        <p:spPr>
          <a:xfrm>
            <a:off x="2828044" y="3671668"/>
            <a:ext cx="6315956" cy="2610214"/>
          </a:xfrm>
          <a:prstGeom prst="rect">
            <a:avLst/>
          </a:prstGeom>
          <a:noFill/>
          <a:ln>
            <a:noFill/>
          </a:ln>
        </p:spPr>
      </p:pic>
      <p:sp>
        <p:nvSpPr>
          <p:cNvPr id="601" name="Google Shape;601;p37"/>
          <p:cNvSpPr/>
          <p:nvPr/>
        </p:nvSpPr>
        <p:spPr>
          <a:xfrm>
            <a:off x="4992916" y="2393875"/>
            <a:ext cx="3048000" cy="553329"/>
          </a:xfrm>
          <a:prstGeom prst="wedgeEllipseCallout">
            <a:avLst>
              <a:gd name="adj1" fmla="val -3024"/>
              <a:gd name="adj2" fmla="val 81473"/>
            </a:avLst>
          </a:prstGeom>
          <a:solidFill>
            <a:srgbClr val="FFFF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Repeating Groups</a:t>
            </a:r>
            <a:endParaRPr/>
          </a:p>
        </p:txBody>
      </p:sp>
      <p:cxnSp>
        <p:nvCxnSpPr>
          <p:cNvPr id="602" name="Google Shape;602;p37"/>
          <p:cNvCxnSpPr>
            <a:stCxn id="601" idx="8"/>
          </p:cNvCxnSpPr>
          <p:nvPr/>
        </p:nvCxnSpPr>
        <p:spPr>
          <a:xfrm flipH="1">
            <a:off x="4670344" y="3121353"/>
            <a:ext cx="1754400" cy="676800"/>
          </a:xfrm>
          <a:prstGeom prst="straightConnector1">
            <a:avLst/>
          </a:prstGeom>
          <a:noFill/>
          <a:ln w="9525" cap="flat" cmpd="sng">
            <a:solidFill>
              <a:srgbClr val="FF0000"/>
            </a:solidFill>
            <a:prstDash val="solid"/>
            <a:miter lim="800000"/>
            <a:headEnd type="none" w="sm" len="sm"/>
            <a:tailEnd type="triangle" w="med" len="med"/>
          </a:ln>
        </p:spPr>
      </p:cxnSp>
      <p:cxnSp>
        <p:nvCxnSpPr>
          <p:cNvPr id="603" name="Google Shape;603;p37"/>
          <p:cNvCxnSpPr>
            <a:stCxn id="601" idx="8"/>
          </p:cNvCxnSpPr>
          <p:nvPr/>
        </p:nvCxnSpPr>
        <p:spPr>
          <a:xfrm flipH="1">
            <a:off x="5416144" y="3121353"/>
            <a:ext cx="1008600" cy="676800"/>
          </a:xfrm>
          <a:prstGeom prst="straightConnector1">
            <a:avLst/>
          </a:prstGeom>
          <a:noFill/>
          <a:ln w="9525" cap="flat" cmpd="sng">
            <a:solidFill>
              <a:srgbClr val="FF0000"/>
            </a:solidFill>
            <a:prstDash val="solid"/>
            <a:miter lim="800000"/>
            <a:headEnd type="none" w="sm" len="sm"/>
            <a:tailEnd type="triangle" w="med" len="med"/>
          </a:ln>
        </p:spPr>
      </p:cxnSp>
      <p:cxnSp>
        <p:nvCxnSpPr>
          <p:cNvPr id="604" name="Google Shape;604;p37"/>
          <p:cNvCxnSpPr>
            <a:stCxn id="601" idx="8"/>
          </p:cNvCxnSpPr>
          <p:nvPr/>
        </p:nvCxnSpPr>
        <p:spPr>
          <a:xfrm flipH="1">
            <a:off x="6161644" y="3121353"/>
            <a:ext cx="263100" cy="676800"/>
          </a:xfrm>
          <a:prstGeom prst="straightConnector1">
            <a:avLst/>
          </a:prstGeom>
          <a:noFill/>
          <a:ln w="9525" cap="flat" cmpd="sng">
            <a:solidFill>
              <a:srgbClr val="FF0000"/>
            </a:solidFill>
            <a:prstDash val="solid"/>
            <a:miter lim="800000"/>
            <a:headEnd type="none" w="sm" len="sm"/>
            <a:tailEnd type="triangle" w="med" len="med"/>
          </a:ln>
        </p:spPr>
      </p:cxnSp>
      <p:cxnSp>
        <p:nvCxnSpPr>
          <p:cNvPr id="605" name="Google Shape;605;p37"/>
          <p:cNvCxnSpPr>
            <a:stCxn id="601" idx="8"/>
          </p:cNvCxnSpPr>
          <p:nvPr/>
        </p:nvCxnSpPr>
        <p:spPr>
          <a:xfrm>
            <a:off x="6424744" y="3121353"/>
            <a:ext cx="367800" cy="676800"/>
          </a:xfrm>
          <a:prstGeom prst="straightConnector1">
            <a:avLst/>
          </a:prstGeom>
          <a:noFill/>
          <a:ln w="9525" cap="flat" cmpd="sng">
            <a:solidFill>
              <a:srgbClr val="FF0000"/>
            </a:solidFill>
            <a:prstDash val="solid"/>
            <a:miter lim="800000"/>
            <a:headEnd type="none" w="sm" len="sm"/>
            <a:tailEnd type="triangle" w="med" len="med"/>
          </a:ln>
        </p:spPr>
      </p:cxnSp>
      <p:cxnSp>
        <p:nvCxnSpPr>
          <p:cNvPr id="606" name="Google Shape;606;p37"/>
          <p:cNvCxnSpPr>
            <a:stCxn id="601" idx="8"/>
          </p:cNvCxnSpPr>
          <p:nvPr/>
        </p:nvCxnSpPr>
        <p:spPr>
          <a:xfrm>
            <a:off x="6424744" y="3121353"/>
            <a:ext cx="918600" cy="719100"/>
          </a:xfrm>
          <a:prstGeom prst="straightConnector1">
            <a:avLst/>
          </a:prstGeom>
          <a:noFill/>
          <a:ln w="9525" cap="flat" cmpd="sng">
            <a:solidFill>
              <a:srgbClr val="FF0000"/>
            </a:solidFill>
            <a:prstDash val="solid"/>
            <a:miter lim="800000"/>
            <a:headEnd type="none" w="sm" len="sm"/>
            <a:tailEnd type="triangle" w="med" len="med"/>
          </a:ln>
        </p:spPr>
      </p:cxnSp>
      <p:cxnSp>
        <p:nvCxnSpPr>
          <p:cNvPr id="607" name="Google Shape;607;p37"/>
          <p:cNvCxnSpPr>
            <a:stCxn id="601" idx="8"/>
          </p:cNvCxnSpPr>
          <p:nvPr/>
        </p:nvCxnSpPr>
        <p:spPr>
          <a:xfrm>
            <a:off x="6424744" y="3121353"/>
            <a:ext cx="1481400" cy="705000"/>
          </a:xfrm>
          <a:prstGeom prst="straightConnector1">
            <a:avLst/>
          </a:prstGeom>
          <a:noFill/>
          <a:ln w="9525" cap="flat" cmpd="sng">
            <a:solidFill>
              <a:srgbClr val="FF0000"/>
            </a:solidFill>
            <a:prstDash val="solid"/>
            <a:miter lim="800000"/>
            <a:headEnd type="none" w="sm" len="sm"/>
            <a:tailEnd type="triangle" w="med" len="med"/>
          </a:ln>
        </p:spPr>
      </p:cxnSp>
      <p:cxnSp>
        <p:nvCxnSpPr>
          <p:cNvPr id="608" name="Google Shape;608;p37"/>
          <p:cNvCxnSpPr>
            <a:stCxn id="601" idx="8"/>
          </p:cNvCxnSpPr>
          <p:nvPr/>
        </p:nvCxnSpPr>
        <p:spPr>
          <a:xfrm>
            <a:off x="6424744" y="3121353"/>
            <a:ext cx="2162400" cy="693900"/>
          </a:xfrm>
          <a:prstGeom prst="straightConnector1">
            <a:avLst/>
          </a:prstGeom>
          <a:noFill/>
          <a:ln w="9525" cap="flat" cmpd="sng">
            <a:solidFill>
              <a:srgbClr val="FF0000"/>
            </a:solidFill>
            <a:prstDash val="solid"/>
            <a:miter lim="800000"/>
            <a:headEnd type="none" w="sm" len="sm"/>
            <a:tailEnd type="triangle" w="med" len="med"/>
          </a:ln>
        </p:spPr>
      </p:cxnSp>
      <p:sp>
        <p:nvSpPr>
          <p:cNvPr id="609" name="Google Shape;609;p37"/>
          <p:cNvSpPr txBox="1"/>
          <p:nvPr/>
        </p:nvSpPr>
        <p:spPr>
          <a:xfrm>
            <a:off x="473940" y="4976775"/>
            <a:ext cx="2230366" cy="646331"/>
          </a:xfrm>
          <a:prstGeom prst="rect">
            <a:avLst/>
          </a:prstGeom>
          <a:solidFill>
            <a:schemeClr val="accent5">
              <a:lumMod val="20000"/>
              <a:lumOff val="80000"/>
            </a:schemeClr>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33CC"/>
              </a:buClr>
              <a:buSzPts val="1800"/>
              <a:buFont typeface="Arial"/>
              <a:buNone/>
            </a:pPr>
            <a:r>
              <a:rPr lang="en-US" sz="1800" b="1">
                <a:solidFill>
                  <a:srgbClr val="0033CC"/>
                </a:solidFill>
                <a:latin typeface="Calibri"/>
                <a:ea typeface="Calibri"/>
                <a:cs typeface="Calibri"/>
                <a:sym typeface="Calibri"/>
              </a:rPr>
              <a:t>ClientRental Unnormalized table</a:t>
            </a:r>
            <a:endParaRPr/>
          </a:p>
        </p:txBody>
      </p:sp>
      <p:sp>
        <p:nvSpPr>
          <p:cNvPr id="610" name="Google Shape;610;p37"/>
          <p:cNvSpPr txBox="1"/>
          <p:nvPr/>
        </p:nvSpPr>
        <p:spPr>
          <a:xfrm>
            <a:off x="4378206" y="1472386"/>
            <a:ext cx="2230366" cy="646331"/>
          </a:xfrm>
          <a:prstGeom prst="rect">
            <a:avLst/>
          </a:prstGeom>
          <a:solidFill>
            <a:schemeClr val="accent5">
              <a:lumMod val="20000"/>
              <a:lumOff val="80000"/>
            </a:schemeClr>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33CC"/>
              </a:buClr>
              <a:buSzPts val="1800"/>
              <a:buFont typeface="Arial"/>
              <a:buNone/>
            </a:pPr>
            <a:r>
              <a:rPr lang="en-US" sz="1800" b="1" dirty="0">
                <a:solidFill>
                  <a:srgbClr val="0033CC"/>
                </a:solidFill>
                <a:latin typeface="Calibri"/>
                <a:ea typeface="Calibri"/>
                <a:cs typeface="Calibri"/>
                <a:sym typeface="Calibri"/>
              </a:rPr>
              <a:t>Collection of </a:t>
            </a:r>
            <a:r>
              <a:rPr lang="en-US" sz="1800" b="1" dirty="0" err="1">
                <a:solidFill>
                  <a:srgbClr val="0033CC"/>
                </a:solidFill>
                <a:latin typeface="Calibri"/>
                <a:ea typeface="Calibri"/>
                <a:cs typeface="Calibri"/>
                <a:sym typeface="Calibri"/>
              </a:rPr>
              <a:t>DreamHome</a:t>
            </a:r>
            <a:r>
              <a:rPr lang="en-US" sz="1800" b="1" dirty="0">
                <a:solidFill>
                  <a:srgbClr val="0033CC"/>
                </a:solidFill>
                <a:latin typeface="Calibri"/>
                <a:ea typeface="Calibri"/>
                <a:cs typeface="Calibri"/>
                <a:sym typeface="Calibri"/>
              </a:rPr>
              <a:t> leases</a:t>
            </a:r>
            <a:endParaRPr dirty="0"/>
          </a:p>
        </p:txBody>
      </p:sp>
      <p:sp>
        <p:nvSpPr>
          <p:cNvPr id="611" name="Google Shape;611;p37"/>
          <p:cNvSpPr txBox="1">
            <a:spLocks noGrp="1"/>
          </p:cNvSpPr>
          <p:nvPr>
            <p:ph type="title"/>
          </p:nvPr>
        </p:nvSpPr>
        <p:spPr>
          <a:xfrm>
            <a:off x="5547609" y="731311"/>
            <a:ext cx="3352800" cy="539450"/>
          </a:xfrm>
          <a:prstGeom prst="rect">
            <a:avLst/>
          </a:prstGeom>
          <a:solidFill>
            <a:srgbClr val="FFFF99"/>
          </a:solidFill>
          <a:ln w="28575"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2000"/>
              <a:t>UNF: Example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38"/>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1NF Example: 1</a:t>
            </a:r>
            <a:r>
              <a:rPr lang="en-US" sz="3600" baseline="30000" dirty="0"/>
              <a:t>st</a:t>
            </a:r>
            <a:r>
              <a:rPr lang="en-US" sz="3600" dirty="0"/>
              <a:t> Approach</a:t>
            </a:r>
            <a:endParaRPr sz="3600" dirty="0"/>
          </a:p>
        </p:txBody>
      </p:sp>
      <p:pic>
        <p:nvPicPr>
          <p:cNvPr id="617" name="Google Shape;617;p38"/>
          <p:cNvPicPr preferRelativeResize="0">
            <a:picLocks noGrp="1"/>
          </p:cNvPicPr>
          <p:nvPr>
            <p:ph type="body" idx="1"/>
          </p:nvPr>
        </p:nvPicPr>
        <p:blipFill rotWithShape="1">
          <a:blip r:embed="rId3">
            <a:alphaModFix/>
          </a:blip>
          <a:srcRect/>
          <a:stretch/>
        </p:blipFill>
        <p:spPr>
          <a:xfrm>
            <a:off x="1399730" y="2503635"/>
            <a:ext cx="6344535" cy="2543530"/>
          </a:xfrm>
          <a:prstGeom prst="rect">
            <a:avLst/>
          </a:prstGeom>
          <a:noFill/>
          <a:ln>
            <a:noFill/>
          </a:ln>
        </p:spPr>
      </p:pic>
      <p:sp>
        <p:nvSpPr>
          <p:cNvPr id="619" name="Google Shape;619;p38"/>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38</a:t>
            </a:fld>
            <a:endParaRPr/>
          </a:p>
        </p:txBody>
      </p:sp>
      <p:sp>
        <p:nvSpPr>
          <p:cNvPr id="621" name="Google Shape;621;p38"/>
          <p:cNvSpPr txBox="1"/>
          <p:nvPr/>
        </p:nvSpPr>
        <p:spPr>
          <a:xfrm>
            <a:off x="1205613" y="1509713"/>
            <a:ext cx="6732771" cy="707886"/>
          </a:xfrm>
          <a:prstGeom prst="rect">
            <a:avLst/>
          </a:prstGeom>
          <a:solidFill>
            <a:schemeClr val="accent5">
              <a:lumMod val="20000"/>
              <a:lumOff val="80000"/>
            </a:schemeClr>
          </a:solidFill>
          <a:ln w="9525"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dirty="0">
                <a:solidFill>
                  <a:schemeClr val="dk1"/>
                </a:solidFill>
                <a:latin typeface="Times New Roman"/>
                <a:ea typeface="Times New Roman"/>
                <a:cs typeface="Times New Roman"/>
                <a:sym typeface="Times New Roman"/>
              </a:rPr>
              <a:t>Remove repeating group in UNF table  (property rented details) by entering the appropriate client data into each row.</a:t>
            </a:r>
            <a:endParaRPr dirty="0"/>
          </a:p>
        </p:txBody>
      </p:sp>
      <p:sp>
        <p:nvSpPr>
          <p:cNvPr id="622" name="Google Shape;622;p38"/>
          <p:cNvSpPr/>
          <p:nvPr/>
        </p:nvSpPr>
        <p:spPr>
          <a:xfrm>
            <a:off x="1281813" y="3412982"/>
            <a:ext cx="1524000" cy="347806"/>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623" name="Google Shape;623;p38"/>
          <p:cNvSpPr/>
          <p:nvPr/>
        </p:nvSpPr>
        <p:spPr>
          <a:xfrm>
            <a:off x="1281813" y="4063243"/>
            <a:ext cx="1524000" cy="7620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cxnSp>
        <p:nvCxnSpPr>
          <p:cNvPr id="624" name="Google Shape;624;p38"/>
          <p:cNvCxnSpPr>
            <a:stCxn id="621" idx="2"/>
          </p:cNvCxnSpPr>
          <p:nvPr/>
        </p:nvCxnSpPr>
        <p:spPr>
          <a:xfrm flipH="1">
            <a:off x="1817998" y="2217599"/>
            <a:ext cx="2754000" cy="927000"/>
          </a:xfrm>
          <a:prstGeom prst="straightConnector1">
            <a:avLst/>
          </a:prstGeom>
          <a:noFill/>
          <a:ln w="9525" cap="flat" cmpd="sng">
            <a:solidFill>
              <a:srgbClr val="FF0000"/>
            </a:solidFill>
            <a:prstDash val="solid"/>
            <a:miter lim="800000"/>
            <a:headEnd type="none" w="sm" len="sm"/>
            <a:tailEnd type="triangle" w="med" len="med"/>
          </a:ln>
        </p:spPr>
      </p:cxnSp>
      <p:cxnSp>
        <p:nvCxnSpPr>
          <p:cNvPr id="625" name="Google Shape;625;p38"/>
          <p:cNvCxnSpPr>
            <a:stCxn id="621" idx="2"/>
          </p:cNvCxnSpPr>
          <p:nvPr/>
        </p:nvCxnSpPr>
        <p:spPr>
          <a:xfrm flipH="1">
            <a:off x="1817998" y="2217599"/>
            <a:ext cx="2754000" cy="1721400"/>
          </a:xfrm>
          <a:prstGeom prst="straightConnector1">
            <a:avLst/>
          </a:prstGeom>
          <a:noFill/>
          <a:ln w="9525" cap="flat" cmpd="sng">
            <a:solidFill>
              <a:srgbClr val="FF0000"/>
            </a:solidFill>
            <a:prstDash val="solid"/>
            <a:miter lim="800000"/>
            <a:headEnd type="none" w="sm" len="sm"/>
            <a:tailEnd type="triangle" w="med" len="med"/>
          </a:ln>
        </p:spPr>
      </p:cxnSp>
      <p:sp>
        <p:nvSpPr>
          <p:cNvPr id="626" name="Google Shape;626;p38"/>
          <p:cNvSpPr txBox="1"/>
          <p:nvPr/>
        </p:nvSpPr>
        <p:spPr>
          <a:xfrm>
            <a:off x="193236" y="5363880"/>
            <a:ext cx="15240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Calibri"/>
                <a:ea typeface="Calibri"/>
                <a:cs typeface="Calibri"/>
                <a:sym typeface="Calibri"/>
              </a:rPr>
              <a:t>1NF relation schema: </a:t>
            </a:r>
            <a:endParaRPr/>
          </a:p>
        </p:txBody>
      </p:sp>
      <p:sp>
        <p:nvSpPr>
          <p:cNvPr id="627" name="Google Shape;627;p38"/>
          <p:cNvSpPr txBox="1"/>
          <p:nvPr/>
        </p:nvSpPr>
        <p:spPr>
          <a:xfrm>
            <a:off x="1717236" y="5416077"/>
            <a:ext cx="6976598" cy="707886"/>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ClientRental (clientNo, propertyNo, cName, pAddress, rentStart, rentFinish, rent, ownerNo, oName)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39"/>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1NF Example: 2</a:t>
            </a:r>
            <a:r>
              <a:rPr lang="en-US" sz="3600" baseline="30000"/>
              <a:t>nd</a:t>
            </a:r>
            <a:r>
              <a:rPr lang="en-US" sz="3600"/>
              <a:t> Approach</a:t>
            </a:r>
            <a:endParaRPr sz="3600"/>
          </a:p>
        </p:txBody>
      </p:sp>
      <p:pic>
        <p:nvPicPr>
          <p:cNvPr id="633" name="Google Shape;633;p39"/>
          <p:cNvPicPr preferRelativeResize="0">
            <a:picLocks noGrp="1"/>
          </p:cNvPicPr>
          <p:nvPr>
            <p:ph type="body" idx="1"/>
          </p:nvPr>
        </p:nvPicPr>
        <p:blipFill rotWithShape="1">
          <a:blip r:embed="rId3">
            <a:alphaModFix/>
          </a:blip>
          <a:srcRect/>
          <a:stretch/>
        </p:blipFill>
        <p:spPr>
          <a:xfrm>
            <a:off x="179168" y="1667251"/>
            <a:ext cx="8175430" cy="3740472"/>
          </a:xfrm>
          <a:prstGeom prst="rect">
            <a:avLst/>
          </a:prstGeom>
          <a:noFill/>
          <a:ln>
            <a:noFill/>
          </a:ln>
        </p:spPr>
      </p:pic>
      <p:sp>
        <p:nvSpPr>
          <p:cNvPr id="635" name="Google Shape;635;p39"/>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39</a:t>
            </a:fld>
            <a:endParaRPr/>
          </a:p>
        </p:txBody>
      </p:sp>
      <p:sp>
        <p:nvSpPr>
          <p:cNvPr id="637" name="Google Shape;637;p39"/>
          <p:cNvSpPr txBox="1"/>
          <p:nvPr/>
        </p:nvSpPr>
        <p:spPr>
          <a:xfrm>
            <a:off x="2367084" y="1358216"/>
            <a:ext cx="6597748" cy="1200329"/>
          </a:xfrm>
          <a:prstGeom prst="rect">
            <a:avLst/>
          </a:prstGeom>
          <a:solidFill>
            <a:schemeClr val="accent5">
              <a:lumMod val="20000"/>
              <a:lumOff val="80000"/>
            </a:schemeClr>
          </a:solidFill>
          <a:ln w="9525"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dirty="0">
                <a:solidFill>
                  <a:schemeClr val="dk1"/>
                </a:solidFill>
                <a:latin typeface="Calibri"/>
                <a:ea typeface="Calibri"/>
                <a:cs typeface="Calibri"/>
                <a:sym typeface="Calibri"/>
              </a:rPr>
              <a:t>Remove repeating group (property rented details) in 1NF table with a copy of the original key attribute(i.e. the PK -  </a:t>
            </a:r>
            <a:r>
              <a:rPr lang="en-US" sz="1800" dirty="0" err="1">
                <a:solidFill>
                  <a:schemeClr val="dk1"/>
                </a:solidFill>
                <a:latin typeface="Calibri"/>
                <a:ea typeface="Calibri"/>
                <a:cs typeface="Calibri"/>
                <a:sym typeface="Calibri"/>
              </a:rPr>
              <a:t>clientNo</a:t>
            </a:r>
            <a:r>
              <a:rPr lang="en-US" sz="1800" dirty="0">
                <a:solidFill>
                  <a:schemeClr val="dk1"/>
                </a:solidFill>
                <a:latin typeface="Calibri"/>
                <a:ea typeface="Calibri"/>
                <a:cs typeface="Calibri"/>
                <a:sym typeface="Calibri"/>
              </a:rPr>
              <a:t>) by replacing them in a separate relation from the non-repeating group relation. Name both relations appropriately.</a:t>
            </a:r>
            <a:endParaRPr dirty="0"/>
          </a:p>
        </p:txBody>
      </p:sp>
      <p:sp>
        <p:nvSpPr>
          <p:cNvPr id="638" name="Google Shape;638;p39"/>
          <p:cNvSpPr txBox="1"/>
          <p:nvPr/>
        </p:nvSpPr>
        <p:spPr>
          <a:xfrm>
            <a:off x="3096872" y="2823178"/>
            <a:ext cx="5257726" cy="646331"/>
          </a:xfrm>
          <a:prstGeom prst="rect">
            <a:avLst/>
          </a:prstGeom>
          <a:solidFill>
            <a:schemeClr val="accent5">
              <a:lumMod val="20000"/>
              <a:lumOff val="80000"/>
            </a:schemeClr>
          </a:solidFill>
          <a:ln w="9525"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dirty="0">
                <a:solidFill>
                  <a:schemeClr val="dk1"/>
                </a:solidFill>
                <a:latin typeface="Calibri"/>
                <a:ea typeface="Calibri"/>
                <a:cs typeface="Calibri"/>
                <a:sym typeface="Calibri"/>
              </a:rPr>
              <a:t>2 newly formed 1NF relations with a single value at the intersection of each row:</a:t>
            </a:r>
            <a:endParaRPr dirty="0"/>
          </a:p>
        </p:txBody>
      </p:sp>
      <p:sp>
        <p:nvSpPr>
          <p:cNvPr id="639" name="Google Shape;639;p39"/>
          <p:cNvSpPr/>
          <p:nvPr/>
        </p:nvSpPr>
        <p:spPr>
          <a:xfrm>
            <a:off x="5511231" y="2558545"/>
            <a:ext cx="309453" cy="227068"/>
          </a:xfrm>
          <a:prstGeom prst="downArrow">
            <a:avLst>
              <a:gd name="adj1" fmla="val 50000"/>
              <a:gd name="adj2" fmla="val 50000"/>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600"/>
              <a:buFont typeface="Arial"/>
              <a:buNone/>
            </a:pPr>
            <a:endParaRPr sz="1600">
              <a:solidFill>
                <a:schemeClr val="dk1"/>
              </a:solidFill>
              <a:latin typeface="Calibri"/>
              <a:ea typeface="Calibri"/>
              <a:cs typeface="Calibri"/>
              <a:sym typeface="Calibri"/>
            </a:endParaRPr>
          </a:p>
        </p:txBody>
      </p:sp>
      <p:sp>
        <p:nvSpPr>
          <p:cNvPr id="640" name="Google Shape;640;p39"/>
          <p:cNvSpPr txBox="1"/>
          <p:nvPr/>
        </p:nvSpPr>
        <p:spPr>
          <a:xfrm>
            <a:off x="224680" y="5552073"/>
            <a:ext cx="15240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Calibri"/>
                <a:ea typeface="Calibri"/>
                <a:cs typeface="Calibri"/>
                <a:sym typeface="Calibri"/>
              </a:rPr>
              <a:t>1NF relation schema: </a:t>
            </a:r>
            <a:endParaRPr/>
          </a:p>
        </p:txBody>
      </p:sp>
      <p:sp>
        <p:nvSpPr>
          <p:cNvPr id="641" name="Google Shape;641;p39"/>
          <p:cNvSpPr txBox="1"/>
          <p:nvPr/>
        </p:nvSpPr>
        <p:spPr>
          <a:xfrm>
            <a:off x="1748680" y="5552073"/>
            <a:ext cx="6976598" cy="1015663"/>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Calibri"/>
                <a:ea typeface="Calibri"/>
                <a:cs typeface="Calibri"/>
                <a:sym typeface="Calibri"/>
              </a:rPr>
              <a:t>Client (</a:t>
            </a:r>
            <a:r>
              <a:rPr lang="en-US" sz="2000" dirty="0" err="1">
                <a:solidFill>
                  <a:schemeClr val="dk1"/>
                </a:solidFill>
                <a:latin typeface="Calibri"/>
                <a:ea typeface="Calibri"/>
                <a:cs typeface="Calibri"/>
                <a:sym typeface="Calibri"/>
              </a:rPr>
              <a:t>clientNo</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cName</a:t>
            </a:r>
            <a:r>
              <a:rPr lang="en-US" sz="20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2000" dirty="0" err="1">
                <a:solidFill>
                  <a:schemeClr val="dk1"/>
                </a:solidFill>
                <a:latin typeface="Calibri"/>
                <a:ea typeface="Calibri"/>
                <a:cs typeface="Calibri"/>
                <a:sym typeface="Calibri"/>
              </a:rPr>
              <a:t>PropertyRentalOwner</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clientNo</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propertyNo</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pAddress</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rentStart</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rentFinish</a:t>
            </a:r>
            <a:r>
              <a:rPr lang="en-US" sz="2000" dirty="0">
                <a:solidFill>
                  <a:schemeClr val="dk1"/>
                </a:solidFill>
                <a:latin typeface="Calibri"/>
                <a:ea typeface="Calibri"/>
                <a:cs typeface="Calibri"/>
                <a:sym typeface="Calibri"/>
              </a:rPr>
              <a:t>, rent, </a:t>
            </a:r>
            <a:r>
              <a:rPr lang="en-US" sz="2000" dirty="0" err="1">
                <a:solidFill>
                  <a:schemeClr val="dk1"/>
                </a:solidFill>
                <a:latin typeface="Calibri"/>
                <a:ea typeface="Calibri"/>
                <a:cs typeface="Calibri"/>
                <a:sym typeface="Calibri"/>
              </a:rPr>
              <a:t>ownerNo</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oName</a:t>
            </a:r>
            <a:r>
              <a:rPr lang="en-US" sz="2000" dirty="0">
                <a:solidFill>
                  <a:schemeClr val="dk1"/>
                </a:solidFill>
                <a:latin typeface="Calibri"/>
                <a:ea typeface="Calibri"/>
                <a:cs typeface="Calibri"/>
                <a:sym typeface="Calibri"/>
              </a:rPr>
              <a:t>)</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40"/>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1NF: Determine Primary Key (PK)</a:t>
            </a:r>
            <a:endParaRPr sz="3600"/>
          </a:p>
        </p:txBody>
      </p:sp>
      <p:pic>
        <p:nvPicPr>
          <p:cNvPr id="647" name="Google Shape;647;p40"/>
          <p:cNvPicPr preferRelativeResize="0">
            <a:picLocks noGrp="1"/>
          </p:cNvPicPr>
          <p:nvPr>
            <p:ph type="body" idx="1"/>
          </p:nvPr>
        </p:nvPicPr>
        <p:blipFill rotWithShape="1">
          <a:blip r:embed="rId3">
            <a:alphaModFix/>
          </a:blip>
          <a:srcRect/>
          <a:stretch/>
        </p:blipFill>
        <p:spPr>
          <a:xfrm>
            <a:off x="488701" y="1351654"/>
            <a:ext cx="7886700" cy="3827530"/>
          </a:xfrm>
          <a:prstGeom prst="rect">
            <a:avLst/>
          </a:prstGeom>
          <a:noFill/>
          <a:ln>
            <a:noFill/>
          </a:ln>
        </p:spPr>
      </p:pic>
      <p:sp>
        <p:nvSpPr>
          <p:cNvPr id="649" name="Google Shape;649;p40"/>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40</a:t>
            </a:fld>
            <a:endParaRPr/>
          </a:p>
        </p:txBody>
      </p:sp>
      <p:sp>
        <p:nvSpPr>
          <p:cNvPr id="651" name="Google Shape;651;p40"/>
          <p:cNvSpPr txBox="1"/>
          <p:nvPr/>
        </p:nvSpPr>
        <p:spPr>
          <a:xfrm>
            <a:off x="488701" y="5381119"/>
            <a:ext cx="8166596" cy="707886"/>
          </a:xfrm>
          <a:prstGeom prst="rect">
            <a:avLst/>
          </a:prstGeom>
          <a:solidFill>
            <a:srgbClr val="FFF2CC"/>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err="1">
                <a:solidFill>
                  <a:schemeClr val="dk1"/>
                </a:solidFill>
                <a:latin typeface="Calibri"/>
                <a:ea typeface="Calibri"/>
                <a:cs typeface="Calibri"/>
                <a:sym typeface="Calibri"/>
              </a:rPr>
              <a:t>ClientRental</a:t>
            </a:r>
            <a:r>
              <a:rPr lang="en-US" sz="2000" dirty="0">
                <a:solidFill>
                  <a:schemeClr val="dk1"/>
                </a:solidFill>
                <a:latin typeface="Calibri"/>
                <a:ea typeface="Calibri"/>
                <a:cs typeface="Calibri"/>
                <a:sym typeface="Calibri"/>
              </a:rPr>
              <a:t> (</a:t>
            </a:r>
            <a:r>
              <a:rPr lang="en-US" sz="2000" u="sng" dirty="0" err="1">
                <a:solidFill>
                  <a:schemeClr val="dk1"/>
                </a:solidFill>
                <a:latin typeface="Calibri"/>
                <a:ea typeface="Calibri"/>
                <a:cs typeface="Calibri"/>
                <a:sym typeface="Calibri"/>
              </a:rPr>
              <a:t>clientNo</a:t>
            </a:r>
            <a:r>
              <a:rPr lang="en-US" sz="2000" dirty="0">
                <a:solidFill>
                  <a:schemeClr val="dk1"/>
                </a:solidFill>
                <a:latin typeface="Calibri"/>
                <a:ea typeface="Calibri"/>
                <a:cs typeface="Calibri"/>
                <a:sym typeface="Calibri"/>
              </a:rPr>
              <a:t>, </a:t>
            </a:r>
            <a:r>
              <a:rPr lang="en-US" sz="2000" u="sng" dirty="0" err="1">
                <a:solidFill>
                  <a:schemeClr val="dk1"/>
                </a:solidFill>
                <a:latin typeface="Calibri"/>
                <a:ea typeface="Calibri"/>
                <a:cs typeface="Calibri"/>
                <a:sym typeface="Calibri"/>
              </a:rPr>
              <a:t>propertyNo</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cName</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pAddress</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rentStart</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rentFinish</a:t>
            </a:r>
            <a:r>
              <a:rPr lang="en-US" sz="2000" dirty="0">
                <a:solidFill>
                  <a:schemeClr val="dk1"/>
                </a:solidFill>
                <a:latin typeface="Calibri"/>
                <a:ea typeface="Calibri"/>
                <a:cs typeface="Calibri"/>
                <a:sym typeface="Calibri"/>
              </a:rPr>
              <a:t>, rent, </a:t>
            </a:r>
            <a:r>
              <a:rPr lang="en-US" sz="2000" dirty="0" err="1">
                <a:solidFill>
                  <a:schemeClr val="dk1"/>
                </a:solidFill>
                <a:latin typeface="Calibri"/>
                <a:ea typeface="Calibri"/>
                <a:cs typeface="Calibri"/>
                <a:sym typeface="Calibri"/>
              </a:rPr>
              <a:t>ownerNo</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oName</a:t>
            </a:r>
            <a:r>
              <a:rPr lang="en-US" sz="2000" dirty="0">
                <a:solidFill>
                  <a:schemeClr val="dk1"/>
                </a:solidFill>
                <a:latin typeface="Calibri"/>
                <a:ea typeface="Calibri"/>
                <a:cs typeface="Calibri"/>
                <a:sym typeface="Calibri"/>
              </a:rPr>
              <a:t>)</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41"/>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First Normal Form (1NF)</a:t>
            </a:r>
            <a:endParaRPr sz="3600" dirty="0"/>
          </a:p>
        </p:txBody>
      </p:sp>
      <p:sp>
        <p:nvSpPr>
          <p:cNvPr id="658" name="Google Shape;658;p41"/>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41</a:t>
            </a:fld>
            <a:endParaRPr/>
          </a:p>
        </p:txBody>
      </p:sp>
      <p:sp>
        <p:nvSpPr>
          <p:cNvPr id="660" name="Google Shape;660;p41"/>
          <p:cNvSpPr txBox="1">
            <a:spLocks noGrp="1"/>
          </p:cNvSpPr>
          <p:nvPr>
            <p:ph type="body" idx="1"/>
          </p:nvPr>
        </p:nvSpPr>
        <p:spPr>
          <a:xfrm>
            <a:off x="636760" y="1563914"/>
            <a:ext cx="7886700" cy="1865086"/>
          </a:xfrm>
          <a:prstGeom prst="rect">
            <a:avLst/>
          </a:prstGeom>
          <a:solidFill>
            <a:schemeClr val="accent5">
              <a:lumMod val="20000"/>
              <a:lumOff val="80000"/>
            </a:schemeClr>
          </a:solidFill>
          <a:ln>
            <a:noFill/>
          </a:ln>
        </p:spPr>
        <p:txBody>
          <a:bodyPr spcFirstLastPara="1" wrap="square" lIns="91425" tIns="45700" rIns="91425" bIns="45700" anchor="t" anchorCtr="0">
            <a:spAutoFit/>
          </a:bodyPr>
          <a:lstStyle/>
          <a:p>
            <a:pPr marL="228600" marR="0" lvl="0" indent="-228600" algn="l" rtl="0">
              <a:lnSpc>
                <a:spcPct val="90000"/>
              </a:lnSpc>
              <a:spcBef>
                <a:spcPts val="0"/>
              </a:spcBef>
              <a:spcAft>
                <a:spcPts val="0"/>
              </a:spcAft>
              <a:buClr>
                <a:srgbClr val="C00000"/>
              </a:buClr>
              <a:buSzPts val="2400"/>
              <a:buFont typeface="Arial"/>
              <a:buNone/>
            </a:pPr>
            <a:r>
              <a:rPr lang="en-US" sz="2400" b="1" i="0" u="none" strike="noStrike" cap="none" dirty="0">
                <a:solidFill>
                  <a:srgbClr val="C00000"/>
                </a:solidFill>
                <a:latin typeface="+mj-lt"/>
                <a:ea typeface="Calibri"/>
                <a:cs typeface="Calibri"/>
                <a:sym typeface="Calibri"/>
              </a:rPr>
              <a:t>Important Notes:</a:t>
            </a:r>
            <a:endParaRPr dirty="0">
              <a:latin typeface="+mj-lt"/>
            </a:endParaRPr>
          </a:p>
          <a:p>
            <a:pPr marL="228600" marR="0" lvl="0" indent="-228600" algn="l" rtl="0">
              <a:lnSpc>
                <a:spcPct val="90000"/>
              </a:lnSpc>
              <a:spcBef>
                <a:spcPts val="0"/>
              </a:spcBef>
              <a:spcAft>
                <a:spcPts val="0"/>
              </a:spcAft>
              <a:buClr>
                <a:schemeClr val="dk1"/>
              </a:buClr>
              <a:buSzPts val="2400"/>
              <a:buFont typeface="Arial"/>
              <a:buNone/>
            </a:pPr>
            <a:endParaRPr sz="2400" b="0" i="0" u="none" strike="noStrike" cap="none" dirty="0">
              <a:solidFill>
                <a:srgbClr val="0000CC"/>
              </a:solidFill>
              <a:latin typeface="+mj-lt"/>
              <a:ea typeface="Calibri"/>
              <a:cs typeface="Calibri"/>
              <a:sym typeface="Calibri"/>
            </a:endParaRPr>
          </a:p>
          <a:p>
            <a:pPr marL="228600" marR="0" lvl="0" indent="-228600" algn="l" rtl="0">
              <a:lnSpc>
                <a:spcPct val="90000"/>
              </a:lnSpc>
              <a:spcBef>
                <a:spcPts val="0"/>
              </a:spcBef>
              <a:spcAft>
                <a:spcPts val="0"/>
              </a:spcAft>
              <a:buClr>
                <a:srgbClr val="0000CC"/>
              </a:buClr>
              <a:buSzPts val="2400"/>
              <a:buFont typeface="Arial"/>
              <a:buNone/>
            </a:pPr>
            <a:r>
              <a:rPr lang="en-US" sz="2000" b="0" i="0" u="none" strike="noStrike" cap="none" dirty="0">
                <a:solidFill>
                  <a:srgbClr val="0000CC"/>
                </a:solidFill>
                <a:latin typeface="+mj-lt"/>
                <a:ea typeface="Calibri"/>
                <a:cs typeface="Calibri"/>
                <a:sym typeface="Calibri"/>
              </a:rPr>
              <a:t>If you are using normalization as a validation technique to validate relations that are derived from conceptual ERM, we can safely say that the derived relations are already in 1NF, where the assumption is a row of record in the relation is considered as one complete tuple.</a:t>
            </a:r>
            <a:endParaRPr dirty="0">
              <a:latin typeface="+mj-lt"/>
            </a:endParaRPr>
          </a:p>
        </p:txBody>
      </p:sp>
      <p:pic>
        <p:nvPicPr>
          <p:cNvPr id="661" name="Google Shape;661;p41"/>
          <p:cNvPicPr preferRelativeResize="0"/>
          <p:nvPr/>
        </p:nvPicPr>
        <p:blipFill rotWithShape="1">
          <a:blip r:embed="rId3">
            <a:alphaModFix/>
          </a:blip>
          <a:srcRect/>
          <a:stretch/>
        </p:blipFill>
        <p:spPr>
          <a:xfrm>
            <a:off x="628651" y="4142602"/>
            <a:ext cx="2413000" cy="2236438"/>
          </a:xfrm>
          <a:prstGeom prst="rect">
            <a:avLst/>
          </a:prstGeom>
          <a:noFill/>
          <a:ln>
            <a:noFill/>
          </a:ln>
        </p:spPr>
      </p:pic>
      <p:pic>
        <p:nvPicPr>
          <p:cNvPr id="662" name="Google Shape;662;p41"/>
          <p:cNvPicPr preferRelativeResize="0"/>
          <p:nvPr/>
        </p:nvPicPr>
        <p:blipFill rotWithShape="1">
          <a:blip r:embed="rId4">
            <a:alphaModFix/>
          </a:blip>
          <a:srcRect/>
          <a:stretch/>
        </p:blipFill>
        <p:spPr>
          <a:xfrm>
            <a:off x="4151086" y="4270351"/>
            <a:ext cx="4411323" cy="1767714"/>
          </a:xfrm>
          <a:prstGeom prst="rect">
            <a:avLst/>
          </a:prstGeom>
          <a:noFill/>
          <a:ln>
            <a:noFill/>
          </a:ln>
        </p:spPr>
      </p:pic>
      <p:sp>
        <p:nvSpPr>
          <p:cNvPr id="663" name="Google Shape;663;p41"/>
          <p:cNvSpPr/>
          <p:nvPr/>
        </p:nvSpPr>
        <p:spPr>
          <a:xfrm>
            <a:off x="1059041" y="3901019"/>
            <a:ext cx="1552220" cy="369332"/>
          </a:xfrm>
          <a:prstGeom prst="rect">
            <a:avLst/>
          </a:prstGeom>
          <a:solidFill>
            <a:schemeClr val="accent5">
              <a:lumMod val="20000"/>
              <a:lumOff val="80000"/>
            </a:scheme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Already in 1NF</a:t>
            </a:r>
            <a:endParaRPr sz="1800" dirty="0">
              <a:solidFill>
                <a:schemeClr val="dk1"/>
              </a:solidFill>
              <a:latin typeface="Calibri"/>
              <a:ea typeface="Calibri"/>
              <a:cs typeface="Calibri"/>
              <a:sym typeface="Calibri"/>
            </a:endParaRPr>
          </a:p>
        </p:txBody>
      </p:sp>
      <p:sp>
        <p:nvSpPr>
          <p:cNvPr id="664" name="Google Shape;664;p41"/>
          <p:cNvSpPr/>
          <p:nvPr/>
        </p:nvSpPr>
        <p:spPr>
          <a:xfrm>
            <a:off x="5358899" y="3901019"/>
            <a:ext cx="1646989" cy="369332"/>
          </a:xfrm>
          <a:prstGeom prst="rect">
            <a:avLst/>
          </a:prstGeom>
          <a:solidFill>
            <a:schemeClr val="accent5">
              <a:lumMod val="20000"/>
              <a:lumOff val="80000"/>
            </a:scheme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Starts with UNF</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42"/>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Summary</a:t>
            </a:r>
            <a:endParaRPr sz="3600" dirty="0"/>
          </a:p>
        </p:txBody>
      </p:sp>
      <p:sp>
        <p:nvSpPr>
          <p:cNvPr id="670" name="Google Shape;670;p42"/>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3600"/>
              <a:buChar char="•"/>
            </a:pPr>
            <a:r>
              <a:rPr lang="en-US" sz="3200" b="1" dirty="0"/>
              <a:t>1NF: removing repeating group</a:t>
            </a:r>
            <a:endParaRPr sz="2400" dirty="0"/>
          </a:p>
          <a:p>
            <a:pPr marL="0" lvl="0" indent="0" algn="l" rtl="0">
              <a:lnSpc>
                <a:spcPct val="90000"/>
              </a:lnSpc>
              <a:spcBef>
                <a:spcPts val="1000"/>
              </a:spcBef>
              <a:spcAft>
                <a:spcPts val="0"/>
              </a:spcAft>
              <a:buClr>
                <a:schemeClr val="dk1"/>
              </a:buClr>
              <a:buSzPts val="3600"/>
              <a:buNone/>
            </a:pPr>
            <a:endParaRPr sz="3200" b="1" dirty="0"/>
          </a:p>
          <a:p>
            <a:pPr marL="228600" lvl="0" indent="-228600" algn="l" rtl="0">
              <a:lnSpc>
                <a:spcPct val="90000"/>
              </a:lnSpc>
              <a:spcBef>
                <a:spcPts val="1000"/>
              </a:spcBef>
              <a:spcAft>
                <a:spcPts val="0"/>
              </a:spcAft>
              <a:buClr>
                <a:srgbClr val="BFBFBF"/>
              </a:buClr>
              <a:buSzPts val="2400"/>
              <a:buChar char="•"/>
            </a:pPr>
            <a:r>
              <a:rPr lang="en-US" sz="2400" dirty="0">
                <a:solidFill>
                  <a:srgbClr val="BFBFBF"/>
                </a:solidFill>
              </a:rPr>
              <a:t>2NF: removing partial dependency</a:t>
            </a:r>
            <a:endParaRPr sz="2400" dirty="0"/>
          </a:p>
          <a:p>
            <a:pPr marL="228600" lvl="0" indent="-228600" algn="l" rtl="0">
              <a:lnSpc>
                <a:spcPct val="90000"/>
              </a:lnSpc>
              <a:spcBef>
                <a:spcPts val="1000"/>
              </a:spcBef>
              <a:spcAft>
                <a:spcPts val="0"/>
              </a:spcAft>
              <a:buClr>
                <a:srgbClr val="BFBFBF"/>
              </a:buClr>
              <a:buSzPts val="2400"/>
              <a:buChar char="•"/>
            </a:pPr>
            <a:r>
              <a:rPr lang="en-US" sz="2400" dirty="0">
                <a:solidFill>
                  <a:srgbClr val="BFBFBF"/>
                </a:solidFill>
              </a:rPr>
              <a:t>3NF: removing transitive dependency</a:t>
            </a:r>
            <a:endParaRPr sz="2400" dirty="0"/>
          </a:p>
          <a:p>
            <a:pPr marL="228600" lvl="0" indent="-228600" algn="l" rtl="0">
              <a:lnSpc>
                <a:spcPct val="90000"/>
              </a:lnSpc>
              <a:spcBef>
                <a:spcPts val="1000"/>
              </a:spcBef>
              <a:spcAft>
                <a:spcPts val="0"/>
              </a:spcAft>
              <a:buClr>
                <a:srgbClr val="BFBFBF"/>
              </a:buClr>
              <a:buSzPts val="2400"/>
              <a:buChar char="•"/>
            </a:pPr>
            <a:r>
              <a:rPr lang="en-US" sz="2400" dirty="0">
                <a:solidFill>
                  <a:srgbClr val="BFBFBF"/>
                </a:solidFill>
              </a:rPr>
              <a:t>BCNF: removing non-candidate key determinan</a:t>
            </a:r>
            <a:r>
              <a:rPr lang="en-US" sz="2400" dirty="0"/>
              <a:t>t </a:t>
            </a:r>
            <a:endParaRPr sz="2400" dirty="0"/>
          </a:p>
          <a:p>
            <a:pPr marL="228600" lvl="0" indent="-76200" algn="l" rtl="0">
              <a:lnSpc>
                <a:spcPct val="90000"/>
              </a:lnSpc>
              <a:spcBef>
                <a:spcPts val="1000"/>
              </a:spcBef>
              <a:spcAft>
                <a:spcPts val="0"/>
              </a:spcAft>
              <a:buClr>
                <a:schemeClr val="dk1"/>
              </a:buClr>
              <a:buSzPts val="2400"/>
              <a:buNone/>
            </a:pPr>
            <a:endParaRPr sz="2400" dirty="0"/>
          </a:p>
        </p:txBody>
      </p:sp>
      <p:sp>
        <p:nvSpPr>
          <p:cNvPr id="672" name="Google Shape;672;p42"/>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42</a:t>
            </a:fld>
            <a:endParaRPr/>
          </a:p>
        </p:txBody>
      </p:sp>
      <p:sp>
        <p:nvSpPr>
          <p:cNvPr id="674" name="Google Shape;674;p42"/>
          <p:cNvSpPr txBox="1"/>
          <p:nvPr/>
        </p:nvSpPr>
        <p:spPr>
          <a:xfrm>
            <a:off x="1774371" y="2183046"/>
            <a:ext cx="45627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Identify PK &amp; dependencies within the relation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43"/>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PART 4: SECOND NORMAL FORM</a:t>
            </a:r>
            <a:endParaRPr sz="3600" dirty="0"/>
          </a:p>
        </p:txBody>
      </p:sp>
      <p:sp>
        <p:nvSpPr>
          <p:cNvPr id="681" name="Google Shape;681;p43"/>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43</a:t>
            </a:fld>
            <a:endParaRPr/>
          </a:p>
        </p:txBody>
      </p:sp>
      <p:grpSp>
        <p:nvGrpSpPr>
          <p:cNvPr id="683" name="Google Shape;683;p43"/>
          <p:cNvGrpSpPr/>
          <p:nvPr/>
        </p:nvGrpSpPr>
        <p:grpSpPr>
          <a:xfrm>
            <a:off x="900628" y="1398424"/>
            <a:ext cx="7342742" cy="4525610"/>
            <a:chOff x="271978" y="2557"/>
            <a:chExt cx="7342742" cy="4525610"/>
          </a:xfrm>
        </p:grpSpPr>
        <p:sp>
          <p:nvSpPr>
            <p:cNvPr id="684" name="Google Shape;684;p43"/>
            <p:cNvSpPr/>
            <p:nvPr/>
          </p:nvSpPr>
          <p:spPr>
            <a:xfrm>
              <a:off x="2272661" y="557582"/>
              <a:ext cx="429970" cy="91440"/>
            </a:xfrm>
            <a:custGeom>
              <a:avLst/>
              <a:gdLst/>
              <a:ahLst/>
              <a:cxnLst/>
              <a:rect l="l" t="t" r="r" b="b"/>
              <a:pathLst>
                <a:path w="120000" h="120000" extrusionOk="0">
                  <a:moveTo>
                    <a:pt x="0" y="60000"/>
                  </a:moveTo>
                  <a:lnTo>
                    <a:pt x="120000" y="60000"/>
                  </a:lnTo>
                </a:path>
              </a:pathLst>
            </a:custGeom>
            <a:noFill/>
            <a:ln w="9525" cap="flat" cmpd="sng">
              <a:solidFill>
                <a:schemeClr val="accent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3"/>
            <p:cNvSpPr txBox="1"/>
            <p:nvPr/>
          </p:nvSpPr>
          <p:spPr>
            <a:xfrm>
              <a:off x="2476132" y="60099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686" name="Google Shape;686;p43"/>
            <p:cNvSpPr/>
            <p:nvPr/>
          </p:nvSpPr>
          <p:spPr>
            <a:xfrm>
              <a:off x="271978" y="2557"/>
              <a:ext cx="2002482" cy="1201489"/>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3"/>
            <p:cNvSpPr txBox="1"/>
            <p:nvPr/>
          </p:nvSpPr>
          <p:spPr>
            <a:xfrm>
              <a:off x="271978" y="255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INTRODUCTION</a:t>
              </a:r>
              <a:endParaRPr sz="1900">
                <a:solidFill>
                  <a:schemeClr val="lt1"/>
                </a:solidFill>
                <a:latin typeface="Calibri"/>
                <a:ea typeface="Calibri"/>
                <a:cs typeface="Calibri"/>
                <a:sym typeface="Calibri"/>
              </a:endParaRPr>
            </a:p>
          </p:txBody>
        </p:sp>
        <p:sp>
          <p:nvSpPr>
            <p:cNvPr id="688" name="Google Shape;688;p43"/>
            <p:cNvSpPr/>
            <p:nvPr/>
          </p:nvSpPr>
          <p:spPr>
            <a:xfrm>
              <a:off x="5149867" y="557582"/>
              <a:ext cx="429970" cy="91440"/>
            </a:xfrm>
            <a:custGeom>
              <a:avLst/>
              <a:gdLst/>
              <a:ahLst/>
              <a:cxnLst/>
              <a:rect l="l" t="t" r="r" b="b"/>
              <a:pathLst>
                <a:path w="120000" h="120000" extrusionOk="0">
                  <a:moveTo>
                    <a:pt x="0" y="60000"/>
                  </a:moveTo>
                  <a:lnTo>
                    <a:pt x="120000" y="60000"/>
                  </a:lnTo>
                </a:path>
              </a:pathLst>
            </a:custGeom>
            <a:noFill/>
            <a:ln w="9525" cap="flat" cmpd="sng">
              <a:solidFill>
                <a:srgbClr val="B18A8A"/>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3"/>
            <p:cNvSpPr txBox="1"/>
            <p:nvPr/>
          </p:nvSpPr>
          <p:spPr>
            <a:xfrm>
              <a:off x="5353339" y="60099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690" name="Google Shape;690;p43"/>
            <p:cNvSpPr/>
            <p:nvPr/>
          </p:nvSpPr>
          <p:spPr>
            <a:xfrm>
              <a:off x="2735032" y="2557"/>
              <a:ext cx="2416635" cy="1201489"/>
            </a:xfrm>
            <a:prstGeom prst="rect">
              <a:avLst/>
            </a:prstGeom>
            <a:solidFill>
              <a:srgbClr val="AE8D8D"/>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3"/>
            <p:cNvSpPr txBox="1"/>
            <p:nvPr/>
          </p:nvSpPr>
          <p:spPr>
            <a:xfrm>
              <a:off x="2735032" y="2557"/>
              <a:ext cx="2416635"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1</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DATA ANAMOLIES</a:t>
              </a:r>
              <a:endParaRPr sz="1900">
                <a:solidFill>
                  <a:schemeClr val="lt1"/>
                </a:solidFill>
                <a:latin typeface="Calibri"/>
                <a:ea typeface="Calibri"/>
                <a:cs typeface="Calibri"/>
                <a:sym typeface="Calibri"/>
              </a:endParaRPr>
            </a:p>
          </p:txBody>
        </p:sp>
        <p:sp>
          <p:nvSpPr>
            <p:cNvPr id="692" name="Google Shape;692;p43"/>
            <p:cNvSpPr/>
            <p:nvPr/>
          </p:nvSpPr>
          <p:spPr>
            <a:xfrm>
              <a:off x="1273219" y="1202246"/>
              <a:ext cx="5340260" cy="429970"/>
            </a:xfrm>
            <a:custGeom>
              <a:avLst/>
              <a:gdLst/>
              <a:ahLst/>
              <a:cxnLst/>
              <a:rect l="l" t="t" r="r" b="b"/>
              <a:pathLst>
                <a:path w="120000" h="120000" extrusionOk="0">
                  <a:moveTo>
                    <a:pt x="120000" y="0"/>
                  </a:moveTo>
                  <a:lnTo>
                    <a:pt x="120000" y="64772"/>
                  </a:lnTo>
                  <a:lnTo>
                    <a:pt x="0" y="64772"/>
                  </a:lnTo>
                  <a:lnTo>
                    <a:pt x="0" y="120000"/>
                  </a:lnTo>
                </a:path>
              </a:pathLst>
            </a:custGeom>
            <a:noFill/>
            <a:ln w="9525" cap="flat" cmpd="sng">
              <a:solidFill>
                <a:srgbClr val="C06C6C"/>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3"/>
            <p:cNvSpPr txBox="1"/>
            <p:nvPr/>
          </p:nvSpPr>
          <p:spPr>
            <a:xfrm>
              <a:off x="3809347" y="1414929"/>
              <a:ext cx="268004"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694" name="Google Shape;694;p43"/>
            <p:cNvSpPr/>
            <p:nvPr/>
          </p:nvSpPr>
          <p:spPr>
            <a:xfrm>
              <a:off x="5612238" y="2557"/>
              <a:ext cx="2002482" cy="1201489"/>
            </a:xfrm>
            <a:prstGeom prst="rect">
              <a:avLst/>
            </a:prstGeom>
            <a:solidFill>
              <a:srgbClr val="B9767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3"/>
            <p:cNvSpPr txBox="1"/>
            <p:nvPr/>
          </p:nvSpPr>
          <p:spPr>
            <a:xfrm>
              <a:off x="5612238" y="255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2</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DEPENDENCIES</a:t>
              </a:r>
              <a:endParaRPr sz="1900">
                <a:solidFill>
                  <a:schemeClr val="lt1"/>
                </a:solidFill>
                <a:latin typeface="Calibri"/>
                <a:ea typeface="Calibri"/>
                <a:cs typeface="Calibri"/>
                <a:sym typeface="Calibri"/>
              </a:endParaRPr>
            </a:p>
          </p:txBody>
        </p:sp>
        <p:sp>
          <p:nvSpPr>
            <p:cNvPr id="696" name="Google Shape;696;p43"/>
            <p:cNvSpPr/>
            <p:nvPr/>
          </p:nvSpPr>
          <p:spPr>
            <a:xfrm>
              <a:off x="2272661" y="2219642"/>
              <a:ext cx="429970" cy="91440"/>
            </a:xfrm>
            <a:custGeom>
              <a:avLst/>
              <a:gdLst/>
              <a:ahLst/>
              <a:cxnLst/>
              <a:rect l="l" t="t" r="r" b="b"/>
              <a:pathLst>
                <a:path w="120000" h="120000" extrusionOk="0">
                  <a:moveTo>
                    <a:pt x="0" y="60000"/>
                  </a:moveTo>
                  <a:lnTo>
                    <a:pt x="120000" y="60000"/>
                  </a:lnTo>
                </a:path>
              </a:pathLst>
            </a:custGeom>
            <a:noFill/>
            <a:ln w="9525" cap="flat" cmpd="sng">
              <a:solidFill>
                <a:srgbClr val="D14A4A"/>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3"/>
            <p:cNvSpPr txBox="1"/>
            <p:nvPr/>
          </p:nvSpPr>
          <p:spPr>
            <a:xfrm>
              <a:off x="2476132" y="226305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698" name="Google Shape;698;p43"/>
            <p:cNvSpPr/>
            <p:nvPr/>
          </p:nvSpPr>
          <p:spPr>
            <a:xfrm>
              <a:off x="271978" y="1664617"/>
              <a:ext cx="2002482" cy="1201489"/>
            </a:xfrm>
            <a:prstGeom prst="rect">
              <a:avLst/>
            </a:prstGeom>
            <a:solidFill>
              <a:srgbClr val="C85B5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3"/>
            <p:cNvSpPr txBox="1"/>
            <p:nvPr/>
          </p:nvSpPr>
          <p:spPr>
            <a:xfrm>
              <a:off x="271978"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3</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FIRST NORMAL FORM </a:t>
              </a:r>
              <a:endParaRPr sz="1900">
                <a:solidFill>
                  <a:schemeClr val="lt1"/>
                </a:solidFill>
                <a:latin typeface="Calibri"/>
                <a:ea typeface="Calibri"/>
                <a:cs typeface="Calibri"/>
                <a:sym typeface="Calibri"/>
              </a:endParaRPr>
            </a:p>
          </p:txBody>
        </p:sp>
        <p:sp>
          <p:nvSpPr>
            <p:cNvPr id="700" name="Google Shape;700;p43"/>
            <p:cNvSpPr/>
            <p:nvPr/>
          </p:nvSpPr>
          <p:spPr>
            <a:xfrm>
              <a:off x="4735714" y="2219642"/>
              <a:ext cx="429970" cy="91440"/>
            </a:xfrm>
            <a:custGeom>
              <a:avLst/>
              <a:gdLst/>
              <a:ahLst/>
              <a:cxnLst/>
              <a:rect l="l" t="t" r="r" b="b"/>
              <a:pathLst>
                <a:path w="120000" h="120000" extrusionOk="0">
                  <a:moveTo>
                    <a:pt x="0" y="60000"/>
                  </a:moveTo>
                  <a:lnTo>
                    <a:pt x="120000" y="60000"/>
                  </a:lnTo>
                </a:path>
              </a:pathLst>
            </a:custGeom>
            <a:noFill/>
            <a:ln w="9525" cap="flat" cmpd="sng">
              <a:solidFill>
                <a:srgbClr val="E72527"/>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3"/>
            <p:cNvSpPr txBox="1"/>
            <p:nvPr/>
          </p:nvSpPr>
          <p:spPr>
            <a:xfrm>
              <a:off x="4939185" y="226305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702" name="Google Shape;702;p43"/>
            <p:cNvSpPr/>
            <p:nvPr/>
          </p:nvSpPr>
          <p:spPr>
            <a:xfrm>
              <a:off x="2735032" y="1664617"/>
              <a:ext cx="2002482" cy="1201489"/>
            </a:xfrm>
            <a:prstGeom prst="rect">
              <a:avLst/>
            </a:prstGeom>
            <a:solidFill>
              <a:srgbClr val="D83E3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3"/>
            <p:cNvSpPr txBox="1"/>
            <p:nvPr/>
          </p:nvSpPr>
          <p:spPr>
            <a:xfrm>
              <a:off x="2735032"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4</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SECOND NORMAL FORM </a:t>
              </a:r>
              <a:endParaRPr sz="1900">
                <a:solidFill>
                  <a:schemeClr val="lt1"/>
                </a:solidFill>
                <a:latin typeface="Calibri"/>
                <a:ea typeface="Calibri"/>
                <a:cs typeface="Calibri"/>
                <a:sym typeface="Calibri"/>
              </a:endParaRPr>
            </a:p>
          </p:txBody>
        </p:sp>
        <p:sp>
          <p:nvSpPr>
            <p:cNvPr id="704" name="Google Shape;704;p43"/>
            <p:cNvSpPr/>
            <p:nvPr/>
          </p:nvSpPr>
          <p:spPr>
            <a:xfrm>
              <a:off x="1273219" y="2864307"/>
              <a:ext cx="4926106" cy="429970"/>
            </a:xfrm>
            <a:custGeom>
              <a:avLst/>
              <a:gdLst/>
              <a:ahLst/>
              <a:cxnLst/>
              <a:rect l="l" t="t" r="r" b="b"/>
              <a:pathLst>
                <a:path w="120000" h="120000" extrusionOk="0">
                  <a:moveTo>
                    <a:pt x="120000" y="0"/>
                  </a:moveTo>
                  <a:lnTo>
                    <a:pt x="120000" y="64772"/>
                  </a:lnTo>
                  <a:lnTo>
                    <a:pt x="0" y="64772"/>
                  </a:lnTo>
                  <a:lnTo>
                    <a:pt x="0" y="120000"/>
                  </a:lnTo>
                </a:path>
              </a:pathLst>
            </a:custGeom>
            <a:noFill/>
            <a:ln w="9525" cap="flat" cmpd="sng">
              <a:solidFill>
                <a:srgbClr val="FE0000"/>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3"/>
            <p:cNvSpPr txBox="1"/>
            <p:nvPr/>
          </p:nvSpPr>
          <p:spPr>
            <a:xfrm>
              <a:off x="3612583" y="3076989"/>
              <a:ext cx="247379"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706" name="Google Shape;706;p43"/>
            <p:cNvSpPr/>
            <p:nvPr/>
          </p:nvSpPr>
          <p:spPr>
            <a:xfrm>
              <a:off x="5198085" y="1664617"/>
              <a:ext cx="2002482" cy="1201489"/>
            </a:xfrm>
            <a:prstGeom prst="rect">
              <a:avLst/>
            </a:prstGeom>
            <a:solidFill>
              <a:srgbClr val="E9212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3"/>
            <p:cNvSpPr txBox="1"/>
            <p:nvPr/>
          </p:nvSpPr>
          <p:spPr>
            <a:xfrm>
              <a:off x="5198085"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5</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THIRD NORMAL FORM </a:t>
              </a:r>
              <a:endParaRPr sz="1900">
                <a:solidFill>
                  <a:schemeClr val="lt1"/>
                </a:solidFill>
                <a:latin typeface="Calibri"/>
                <a:ea typeface="Calibri"/>
                <a:cs typeface="Calibri"/>
                <a:sym typeface="Calibri"/>
              </a:endParaRPr>
            </a:p>
          </p:txBody>
        </p:sp>
        <p:sp>
          <p:nvSpPr>
            <p:cNvPr id="708" name="Google Shape;708;p43"/>
            <p:cNvSpPr/>
            <p:nvPr/>
          </p:nvSpPr>
          <p:spPr>
            <a:xfrm>
              <a:off x="271978" y="3326678"/>
              <a:ext cx="2002482" cy="1201489"/>
            </a:xfrm>
            <a:prstGeom prst="rect">
              <a:avLst/>
            </a:prstGeom>
            <a:solidFill>
              <a:srgbClr val="FE000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3"/>
            <p:cNvSpPr txBox="1"/>
            <p:nvPr/>
          </p:nvSpPr>
          <p:spPr>
            <a:xfrm>
              <a:off x="271978" y="3326678"/>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6</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BOYCE-CODD NORMAL FORM</a:t>
              </a:r>
              <a:endParaRPr sz="1900">
                <a:solidFill>
                  <a:schemeClr val="lt1"/>
                </a:solidFill>
                <a:latin typeface="Calibri"/>
                <a:ea typeface="Calibri"/>
                <a:cs typeface="Calibri"/>
                <a:sym typeface="Calibri"/>
              </a:endParaRPr>
            </a:p>
          </p:txBody>
        </p:sp>
      </p:grpSp>
      <p:sp>
        <p:nvSpPr>
          <p:cNvPr id="710" name="Google Shape;710;p43"/>
          <p:cNvSpPr/>
          <p:nvPr/>
        </p:nvSpPr>
        <p:spPr>
          <a:xfrm>
            <a:off x="806562" y="1170554"/>
            <a:ext cx="7620681" cy="1469572"/>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1" name="Google Shape;711;p43"/>
          <p:cNvSpPr/>
          <p:nvPr/>
        </p:nvSpPr>
        <p:spPr>
          <a:xfrm>
            <a:off x="5802086" y="3024704"/>
            <a:ext cx="2756807" cy="1292219"/>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2" name="Google Shape;712;p43"/>
          <p:cNvSpPr/>
          <p:nvPr/>
        </p:nvSpPr>
        <p:spPr>
          <a:xfrm>
            <a:off x="728663" y="4701501"/>
            <a:ext cx="2387034" cy="1292219"/>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3" name="Google Shape;713;p43"/>
          <p:cNvSpPr/>
          <p:nvPr/>
        </p:nvSpPr>
        <p:spPr>
          <a:xfrm>
            <a:off x="806562" y="2977819"/>
            <a:ext cx="2110809" cy="1292219"/>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9" name="Google Shape;719;p44"/>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70C0"/>
              </a:buClr>
              <a:buSzPts val="2400"/>
              <a:buChar char="•"/>
            </a:pPr>
            <a:r>
              <a:rPr lang="en-US" sz="2400" b="1" dirty="0">
                <a:solidFill>
                  <a:srgbClr val="0070C0"/>
                </a:solidFill>
              </a:rPr>
              <a:t>2NF</a:t>
            </a:r>
            <a:r>
              <a:rPr lang="en-US" sz="2400" b="1" dirty="0"/>
              <a:t>:</a:t>
            </a:r>
            <a:r>
              <a:rPr lang="en-US" sz="2400" dirty="0"/>
              <a:t> A relation that is in first normal form and every non-primary-key attribute is fully functionally dependent on the primary key.</a:t>
            </a:r>
            <a:endParaRPr sz="2400" dirty="0"/>
          </a:p>
          <a:p>
            <a:pPr marL="228600" lvl="0" indent="-228600" algn="l" rtl="0">
              <a:lnSpc>
                <a:spcPct val="90000"/>
              </a:lnSpc>
              <a:spcBef>
                <a:spcPts val="1000"/>
              </a:spcBef>
              <a:spcAft>
                <a:spcPts val="0"/>
              </a:spcAft>
              <a:buClr>
                <a:schemeClr val="dk1"/>
              </a:buClr>
              <a:buSzPts val="2400"/>
              <a:buChar char="•"/>
            </a:pPr>
            <a:r>
              <a:rPr lang="en-US" sz="2400" dirty="0"/>
              <a:t>A 1NF relation with a single attribute PK is automatically a 2NF relation.</a:t>
            </a:r>
            <a:endParaRPr sz="2400" dirty="0"/>
          </a:p>
          <a:p>
            <a:pPr marL="228600" lvl="0" indent="-228600" algn="l" rtl="0">
              <a:lnSpc>
                <a:spcPct val="90000"/>
              </a:lnSpc>
              <a:spcBef>
                <a:spcPts val="1000"/>
              </a:spcBef>
              <a:spcAft>
                <a:spcPts val="0"/>
              </a:spcAft>
              <a:buClr>
                <a:schemeClr val="dk1"/>
              </a:buClr>
              <a:buSzPts val="2400"/>
              <a:buChar char="•"/>
            </a:pPr>
            <a:r>
              <a:rPr lang="en-US" sz="2400" dirty="0"/>
              <a:t>A 1NF relation with composite PK MAY or MAY NOT BE a 2NF relation.</a:t>
            </a:r>
            <a:endParaRPr sz="2400" dirty="0"/>
          </a:p>
          <a:p>
            <a:pPr marL="228600" lvl="0" indent="-228600" algn="l" rtl="0">
              <a:lnSpc>
                <a:spcPct val="90000"/>
              </a:lnSpc>
              <a:spcBef>
                <a:spcPts val="1000"/>
              </a:spcBef>
              <a:spcAft>
                <a:spcPts val="0"/>
              </a:spcAft>
              <a:buClr>
                <a:schemeClr val="dk1"/>
              </a:buClr>
              <a:buSzPts val="2400"/>
              <a:buChar char="•"/>
            </a:pPr>
            <a:r>
              <a:rPr lang="en-US" sz="2400" dirty="0"/>
              <a:t>The normalization of 1NF relations to 2NF involves the removal of partial dependencies.</a:t>
            </a:r>
            <a:endParaRPr sz="2400" dirty="0"/>
          </a:p>
          <a:p>
            <a:pPr marL="685800" lvl="1" indent="-228600" algn="l" rtl="0">
              <a:lnSpc>
                <a:spcPct val="90000"/>
              </a:lnSpc>
              <a:spcBef>
                <a:spcPts val="500"/>
              </a:spcBef>
              <a:spcAft>
                <a:spcPts val="0"/>
              </a:spcAft>
              <a:buClr>
                <a:schemeClr val="dk1"/>
              </a:buClr>
              <a:buSzPts val="2000"/>
              <a:buChar char="•"/>
            </a:pPr>
            <a:r>
              <a:rPr lang="en-US" sz="2000" dirty="0"/>
              <a:t>If a partial dependency exists, remove the partially dependent attribute(s) from the relation by replacing them in a new relation along with a copy of determinant</a:t>
            </a:r>
            <a:endParaRPr sz="2000" dirty="0"/>
          </a:p>
        </p:txBody>
      </p:sp>
      <p:sp>
        <p:nvSpPr>
          <p:cNvPr id="720" name="Google Shape;720;p44"/>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Second Normal Form (2NF)</a:t>
            </a:r>
            <a:endParaRPr sz="3600"/>
          </a:p>
        </p:txBody>
      </p:sp>
      <p:sp>
        <p:nvSpPr>
          <p:cNvPr id="722" name="Google Shape;722;p44"/>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45"/>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1NF to 2NF: What to do?</a:t>
            </a:r>
            <a:endParaRPr sz="3600" dirty="0"/>
          </a:p>
        </p:txBody>
      </p:sp>
      <p:sp>
        <p:nvSpPr>
          <p:cNvPr id="729" name="Google Shape;729;p45"/>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Identify the functional dependencies in the relation.</a:t>
            </a:r>
            <a:endParaRPr sz="2400" dirty="0"/>
          </a:p>
          <a:p>
            <a:pPr marL="228600" lvl="0" indent="-228600" algn="l" rtl="0">
              <a:lnSpc>
                <a:spcPct val="90000"/>
              </a:lnSpc>
              <a:spcBef>
                <a:spcPts val="1000"/>
              </a:spcBef>
              <a:spcAft>
                <a:spcPts val="0"/>
              </a:spcAft>
              <a:buClr>
                <a:schemeClr val="dk1"/>
              </a:buClr>
              <a:buSzPts val="2400"/>
              <a:buChar char="•"/>
            </a:pPr>
            <a:r>
              <a:rPr lang="en-US" sz="2400" dirty="0"/>
              <a:t>Observe the FDs, if partial dependencies exist on the primary key,  move all partial dependencies attributes from the relation by placing them in a new relation along with a copy of their determinant.</a:t>
            </a:r>
            <a:endParaRPr sz="2400" dirty="0"/>
          </a:p>
          <a:p>
            <a:pPr marL="228600" lvl="0" indent="-76200" algn="l" rtl="0">
              <a:lnSpc>
                <a:spcPct val="90000"/>
              </a:lnSpc>
              <a:spcBef>
                <a:spcPts val="1000"/>
              </a:spcBef>
              <a:spcAft>
                <a:spcPts val="0"/>
              </a:spcAft>
              <a:buClr>
                <a:schemeClr val="dk1"/>
              </a:buClr>
              <a:buSzPts val="2400"/>
              <a:buNone/>
            </a:pPr>
            <a:endParaRPr sz="2400" dirty="0"/>
          </a:p>
        </p:txBody>
      </p:sp>
      <p:sp>
        <p:nvSpPr>
          <p:cNvPr id="731" name="Google Shape;731;p45"/>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46"/>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2NF Example</a:t>
            </a:r>
            <a:endParaRPr sz="3600" dirty="0"/>
          </a:p>
        </p:txBody>
      </p:sp>
      <p:sp>
        <p:nvSpPr>
          <p:cNvPr id="738" name="Google Shape;738;p46"/>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Let us use the 1NF </a:t>
            </a:r>
            <a:r>
              <a:rPr lang="en-US" sz="2400" dirty="0" err="1"/>
              <a:t>ClientRental</a:t>
            </a:r>
            <a:r>
              <a:rPr lang="en-US" sz="2400" dirty="0"/>
              <a:t> relation (obtained from the 1st approach).</a:t>
            </a:r>
            <a:endParaRPr sz="2400" dirty="0"/>
          </a:p>
          <a:p>
            <a:pPr marL="685800" lvl="1" indent="-228600" algn="l" rtl="0">
              <a:lnSpc>
                <a:spcPct val="90000"/>
              </a:lnSpc>
              <a:spcBef>
                <a:spcPts val="500"/>
              </a:spcBef>
              <a:spcAft>
                <a:spcPts val="0"/>
              </a:spcAft>
              <a:buClr>
                <a:schemeClr val="dk1"/>
              </a:buClr>
              <a:buSzPts val="2000"/>
              <a:buChar char="•"/>
            </a:pPr>
            <a:r>
              <a:rPr lang="en-US" sz="2000" dirty="0"/>
              <a:t>list its FDs</a:t>
            </a:r>
            <a:endParaRPr sz="2000" dirty="0"/>
          </a:p>
          <a:p>
            <a:pPr marL="685800" lvl="1" indent="-228600" algn="l" rtl="0">
              <a:lnSpc>
                <a:spcPct val="90000"/>
              </a:lnSpc>
              <a:spcBef>
                <a:spcPts val="500"/>
              </a:spcBef>
              <a:spcAft>
                <a:spcPts val="0"/>
              </a:spcAft>
              <a:buClr>
                <a:schemeClr val="dk1"/>
              </a:buClr>
              <a:buSzPts val="2000"/>
              <a:buChar char="•"/>
            </a:pPr>
            <a:r>
              <a:rPr lang="en-US" sz="2000" dirty="0"/>
              <a:t>determine the PK for </a:t>
            </a:r>
            <a:r>
              <a:rPr lang="en-US" sz="2000" dirty="0" err="1"/>
              <a:t>ClientRental</a:t>
            </a:r>
            <a:r>
              <a:rPr lang="en-US" sz="2000" dirty="0"/>
              <a:t> </a:t>
            </a:r>
            <a:endParaRPr sz="2000" dirty="0"/>
          </a:p>
        </p:txBody>
      </p:sp>
      <p:sp>
        <p:nvSpPr>
          <p:cNvPr id="740" name="Google Shape;740;p46"/>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46</a:t>
            </a:fld>
            <a:endParaRPr/>
          </a:p>
        </p:txBody>
      </p:sp>
      <p:pic>
        <p:nvPicPr>
          <p:cNvPr id="742" name="Google Shape;742;p46"/>
          <p:cNvPicPr preferRelativeResize="0"/>
          <p:nvPr/>
        </p:nvPicPr>
        <p:blipFill rotWithShape="1">
          <a:blip r:embed="rId3">
            <a:alphaModFix/>
          </a:blip>
          <a:srcRect/>
          <a:stretch/>
        </p:blipFill>
        <p:spPr>
          <a:xfrm>
            <a:off x="1397537" y="3138885"/>
            <a:ext cx="6348925" cy="303807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48"/>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2NF Example</a:t>
            </a:r>
            <a:endParaRPr sz="3600"/>
          </a:p>
        </p:txBody>
      </p:sp>
      <p:sp>
        <p:nvSpPr>
          <p:cNvPr id="759" name="Google Shape;759;p48"/>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47</a:t>
            </a:fld>
            <a:endParaRPr/>
          </a:p>
        </p:txBody>
      </p:sp>
      <p:sp>
        <p:nvSpPr>
          <p:cNvPr id="761" name="Google Shape;761;p48"/>
          <p:cNvSpPr txBox="1">
            <a:spLocks noGrp="1"/>
          </p:cNvSpPr>
          <p:nvPr>
            <p:ph type="body" idx="1"/>
          </p:nvPr>
        </p:nvSpPr>
        <p:spPr>
          <a:xfrm>
            <a:off x="260252" y="1825625"/>
            <a:ext cx="8623495" cy="2696123"/>
          </a:xfrm>
          <a:prstGeom prst="rect">
            <a:avLst/>
          </a:prstGeom>
          <a:solidFill>
            <a:srgbClr val="FFF2CC"/>
          </a:solidFill>
          <a:ln>
            <a:noFill/>
          </a:ln>
        </p:spPr>
        <p:txBody>
          <a:bodyPr spcFirstLastPara="1" wrap="square" lIns="91425" tIns="45700" rIns="91425" bIns="45700" anchor="t" anchorCtr="0">
            <a:spAutoFit/>
          </a:bodyPr>
          <a:lstStyle/>
          <a:p>
            <a:pPr marL="228600" marR="0" lvl="0" indent="-228600" algn="l" rtl="0">
              <a:lnSpc>
                <a:spcPct val="90000"/>
              </a:lnSpc>
              <a:spcBef>
                <a:spcPts val="0"/>
              </a:spcBef>
              <a:spcAft>
                <a:spcPts val="0"/>
              </a:spcAft>
              <a:buClr>
                <a:schemeClr val="dk1"/>
              </a:buClr>
              <a:buSzPts val="2000"/>
              <a:buFont typeface="Arial"/>
              <a:buNone/>
            </a:pPr>
            <a:r>
              <a:rPr lang="en-US" sz="2000" b="1" i="0" u="none" strike="noStrike" cap="none" dirty="0">
                <a:solidFill>
                  <a:schemeClr val="dk1"/>
                </a:solidFill>
                <a:latin typeface="Calibri"/>
                <a:ea typeface="Calibri"/>
                <a:cs typeface="Calibri"/>
                <a:sym typeface="Calibri"/>
              </a:rPr>
              <a:t>FDs list in </a:t>
            </a:r>
            <a:r>
              <a:rPr lang="en-US" sz="2000" b="1" i="0" u="none" strike="noStrike" cap="none" dirty="0" err="1">
                <a:solidFill>
                  <a:schemeClr val="dk1"/>
                </a:solidFill>
                <a:latin typeface="Calibri"/>
                <a:ea typeface="Calibri"/>
                <a:cs typeface="Calibri"/>
                <a:sym typeface="Calibri"/>
              </a:rPr>
              <a:t>ClientRental</a:t>
            </a:r>
            <a:endParaRPr dirty="0"/>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dirty="0">
                <a:solidFill>
                  <a:srgbClr val="0033CC"/>
                </a:solidFill>
                <a:latin typeface="Calibri"/>
                <a:ea typeface="Calibri"/>
                <a:cs typeface="Calibri"/>
                <a:sym typeface="Calibri"/>
              </a:rPr>
              <a:t>FD1 :  </a:t>
            </a:r>
            <a:r>
              <a:rPr lang="en-US" sz="1800" b="0" i="0" u="none" strike="noStrike" cap="none" dirty="0" err="1">
                <a:solidFill>
                  <a:srgbClr val="0033CC"/>
                </a:solidFill>
                <a:latin typeface="Calibri"/>
                <a:ea typeface="Calibri"/>
                <a:cs typeface="Calibri"/>
                <a:sym typeface="Calibri"/>
              </a:rPr>
              <a:t>clientNo</a:t>
            </a:r>
            <a:r>
              <a:rPr lang="en-US" sz="1800" b="0" i="0" u="none" strike="noStrike" cap="none" dirty="0">
                <a:solidFill>
                  <a:srgbClr val="0033CC"/>
                </a:solidFill>
                <a:latin typeface="Calibri"/>
                <a:ea typeface="Calibri"/>
                <a:cs typeface="Calibri"/>
                <a:sym typeface="Calibri"/>
              </a:rPr>
              <a:t>, </a:t>
            </a:r>
            <a:r>
              <a:rPr lang="en-US" sz="1800" b="0" i="0" u="none" strike="noStrike" cap="none" dirty="0" err="1">
                <a:solidFill>
                  <a:srgbClr val="0033CC"/>
                </a:solidFill>
                <a:latin typeface="Calibri"/>
                <a:ea typeface="Calibri"/>
                <a:cs typeface="Calibri"/>
                <a:sym typeface="Calibri"/>
              </a:rPr>
              <a:t>propertyNo</a:t>
            </a:r>
            <a:r>
              <a:rPr lang="en-US" sz="1800" b="0" i="0" u="none" strike="noStrike" cap="none" dirty="0">
                <a:solidFill>
                  <a:srgbClr val="0033CC"/>
                </a:solidFill>
                <a:latin typeface="Calibri"/>
                <a:ea typeface="Calibri"/>
                <a:cs typeface="Calibri"/>
                <a:sym typeface="Calibri"/>
              </a:rPr>
              <a:t> 🡪 </a:t>
            </a:r>
            <a:r>
              <a:rPr lang="en-US" sz="1800" b="0" i="0" u="none" strike="noStrike" cap="none" dirty="0" err="1">
                <a:solidFill>
                  <a:srgbClr val="0033CC"/>
                </a:solidFill>
                <a:latin typeface="Calibri"/>
                <a:ea typeface="Calibri"/>
                <a:cs typeface="Calibri"/>
                <a:sym typeface="Calibri"/>
              </a:rPr>
              <a:t>rentStart</a:t>
            </a:r>
            <a:r>
              <a:rPr lang="en-US" sz="1800" b="0" i="0" u="none" strike="noStrike" cap="none" dirty="0">
                <a:solidFill>
                  <a:srgbClr val="0033CC"/>
                </a:solidFill>
                <a:latin typeface="Calibri"/>
                <a:ea typeface="Calibri"/>
                <a:cs typeface="Calibri"/>
                <a:sym typeface="Calibri"/>
              </a:rPr>
              <a:t>, </a:t>
            </a:r>
            <a:r>
              <a:rPr lang="en-US" sz="1800" b="0" i="0" u="none" strike="noStrike" cap="none" dirty="0" err="1">
                <a:solidFill>
                  <a:srgbClr val="0033CC"/>
                </a:solidFill>
                <a:latin typeface="Calibri"/>
                <a:ea typeface="Calibri"/>
                <a:cs typeface="Calibri"/>
                <a:sym typeface="Calibri"/>
              </a:rPr>
              <a:t>rentFinish</a:t>
            </a:r>
            <a:r>
              <a:rPr lang="en-US" sz="1800" b="0" i="0" u="none" strike="noStrike" cap="none" dirty="0">
                <a:solidFill>
                  <a:srgbClr val="0033CC"/>
                </a:solidFill>
                <a:latin typeface="Calibri"/>
                <a:ea typeface="Calibri"/>
                <a:cs typeface="Calibri"/>
                <a:sym typeface="Calibri"/>
              </a:rPr>
              <a:t>   	</a:t>
            </a:r>
            <a:endParaRPr dirty="0"/>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dirty="0">
                <a:solidFill>
                  <a:srgbClr val="0033CC"/>
                </a:solidFill>
                <a:latin typeface="Calibri"/>
                <a:ea typeface="Calibri"/>
                <a:cs typeface="Calibri"/>
                <a:sym typeface="Calibri"/>
              </a:rPr>
              <a:t>FD2 :  </a:t>
            </a:r>
            <a:r>
              <a:rPr lang="en-US" sz="1800" b="0" i="0" u="none" strike="noStrike" cap="none" dirty="0" err="1">
                <a:solidFill>
                  <a:srgbClr val="0033CC"/>
                </a:solidFill>
                <a:latin typeface="Calibri"/>
                <a:ea typeface="Calibri"/>
                <a:cs typeface="Calibri"/>
                <a:sym typeface="Calibri"/>
              </a:rPr>
              <a:t>clientNo</a:t>
            </a:r>
            <a:r>
              <a:rPr lang="en-US" sz="1800" b="0" i="0" u="none" strike="noStrike" cap="none" dirty="0">
                <a:solidFill>
                  <a:srgbClr val="0033CC"/>
                </a:solidFill>
                <a:latin typeface="Calibri"/>
                <a:ea typeface="Calibri"/>
                <a:cs typeface="Calibri"/>
                <a:sym typeface="Calibri"/>
              </a:rPr>
              <a:t> 🡪 </a:t>
            </a:r>
            <a:r>
              <a:rPr lang="en-US" sz="1800" b="0" i="0" u="none" strike="noStrike" cap="none" dirty="0" err="1">
                <a:solidFill>
                  <a:srgbClr val="0033CC"/>
                </a:solidFill>
                <a:latin typeface="Calibri"/>
                <a:ea typeface="Calibri"/>
                <a:cs typeface="Calibri"/>
                <a:sym typeface="Calibri"/>
              </a:rPr>
              <a:t>cName</a:t>
            </a:r>
            <a:r>
              <a:rPr lang="en-US" sz="1800" b="0" i="0" u="none" strike="noStrike" cap="none" dirty="0">
                <a:solidFill>
                  <a:srgbClr val="0033CC"/>
                </a:solidFill>
                <a:latin typeface="Calibri"/>
                <a:ea typeface="Calibri"/>
                <a:cs typeface="Calibri"/>
                <a:sym typeface="Calibri"/>
              </a:rPr>
              <a:t>				</a:t>
            </a:r>
            <a:endParaRPr dirty="0"/>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dirty="0">
                <a:solidFill>
                  <a:srgbClr val="0033CC"/>
                </a:solidFill>
                <a:latin typeface="Calibri"/>
                <a:ea typeface="Calibri"/>
                <a:cs typeface="Calibri"/>
                <a:sym typeface="Calibri"/>
              </a:rPr>
              <a:t>FD3 :  </a:t>
            </a:r>
            <a:r>
              <a:rPr lang="en-US" sz="1800" b="0" i="0" u="none" strike="noStrike" cap="none" dirty="0" err="1">
                <a:solidFill>
                  <a:srgbClr val="0033CC"/>
                </a:solidFill>
                <a:latin typeface="Calibri"/>
                <a:ea typeface="Calibri"/>
                <a:cs typeface="Calibri"/>
                <a:sym typeface="Calibri"/>
              </a:rPr>
              <a:t>propertyNo</a:t>
            </a:r>
            <a:r>
              <a:rPr lang="en-US" sz="1800" b="0" i="0" u="none" strike="noStrike" cap="none" dirty="0">
                <a:solidFill>
                  <a:srgbClr val="0033CC"/>
                </a:solidFill>
                <a:latin typeface="Calibri"/>
                <a:ea typeface="Calibri"/>
                <a:cs typeface="Calibri"/>
                <a:sym typeface="Calibri"/>
              </a:rPr>
              <a:t> 🡪 </a:t>
            </a:r>
            <a:r>
              <a:rPr lang="en-US" sz="1800" b="0" i="0" u="none" strike="noStrike" cap="none" dirty="0" err="1">
                <a:solidFill>
                  <a:srgbClr val="0033CC"/>
                </a:solidFill>
                <a:latin typeface="Calibri"/>
                <a:ea typeface="Calibri"/>
                <a:cs typeface="Calibri"/>
                <a:sym typeface="Calibri"/>
              </a:rPr>
              <a:t>pAddress</a:t>
            </a:r>
            <a:r>
              <a:rPr lang="en-US" sz="1800" b="0" i="0" u="none" strike="noStrike" cap="none" dirty="0">
                <a:solidFill>
                  <a:srgbClr val="0033CC"/>
                </a:solidFill>
                <a:latin typeface="Calibri"/>
                <a:ea typeface="Calibri"/>
                <a:cs typeface="Calibri"/>
                <a:sym typeface="Calibri"/>
              </a:rPr>
              <a:t>, rent, </a:t>
            </a:r>
            <a:r>
              <a:rPr lang="en-US" sz="1800" b="0" i="0" u="none" strike="noStrike" cap="none" dirty="0" err="1">
                <a:solidFill>
                  <a:srgbClr val="0033CC"/>
                </a:solidFill>
                <a:latin typeface="Calibri"/>
                <a:ea typeface="Calibri"/>
                <a:cs typeface="Calibri"/>
                <a:sym typeface="Calibri"/>
              </a:rPr>
              <a:t>ownerNo</a:t>
            </a:r>
            <a:r>
              <a:rPr lang="en-US" sz="1800" b="0" i="0" u="none" strike="noStrike" cap="none" dirty="0">
                <a:solidFill>
                  <a:srgbClr val="0033CC"/>
                </a:solidFill>
                <a:latin typeface="Calibri"/>
                <a:ea typeface="Calibri"/>
                <a:cs typeface="Calibri"/>
                <a:sym typeface="Calibri"/>
              </a:rPr>
              <a:t>, </a:t>
            </a:r>
            <a:r>
              <a:rPr lang="en-US" sz="1800" b="0" i="0" u="none" strike="noStrike" cap="none" dirty="0" err="1">
                <a:solidFill>
                  <a:srgbClr val="0033CC"/>
                </a:solidFill>
                <a:latin typeface="Calibri"/>
                <a:ea typeface="Calibri"/>
                <a:cs typeface="Calibri"/>
                <a:sym typeface="Calibri"/>
              </a:rPr>
              <a:t>oName</a:t>
            </a:r>
            <a:endParaRPr dirty="0"/>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dirty="0">
                <a:solidFill>
                  <a:srgbClr val="0033CC"/>
                </a:solidFill>
                <a:latin typeface="Calibri"/>
                <a:ea typeface="Calibri"/>
                <a:cs typeface="Calibri"/>
                <a:sym typeface="Calibri"/>
              </a:rPr>
              <a:t>FD4 :  </a:t>
            </a:r>
            <a:r>
              <a:rPr lang="en-US" sz="1800" b="0" i="0" u="none" strike="noStrike" cap="none" dirty="0" err="1">
                <a:solidFill>
                  <a:srgbClr val="0033CC"/>
                </a:solidFill>
                <a:latin typeface="Calibri"/>
                <a:ea typeface="Calibri"/>
                <a:cs typeface="Calibri"/>
                <a:sym typeface="Calibri"/>
              </a:rPr>
              <a:t>ownerNo</a:t>
            </a:r>
            <a:r>
              <a:rPr lang="en-US" sz="1800" b="0" i="0" u="none" strike="noStrike" cap="none" dirty="0">
                <a:solidFill>
                  <a:srgbClr val="0033CC"/>
                </a:solidFill>
                <a:latin typeface="Calibri"/>
                <a:ea typeface="Calibri"/>
                <a:cs typeface="Calibri"/>
                <a:sym typeface="Calibri"/>
              </a:rPr>
              <a:t> 🡪 </a:t>
            </a:r>
            <a:r>
              <a:rPr lang="en-US" sz="1800" b="0" i="0" u="none" strike="noStrike" cap="none" dirty="0" err="1">
                <a:solidFill>
                  <a:srgbClr val="0033CC"/>
                </a:solidFill>
                <a:latin typeface="Calibri"/>
                <a:ea typeface="Calibri"/>
                <a:cs typeface="Calibri"/>
                <a:sym typeface="Calibri"/>
              </a:rPr>
              <a:t>oName</a:t>
            </a:r>
            <a:r>
              <a:rPr lang="en-US" sz="1800" b="0" i="0" u="none" strike="noStrike" cap="none" dirty="0">
                <a:solidFill>
                  <a:srgbClr val="0033CC"/>
                </a:solidFill>
                <a:latin typeface="Calibri"/>
                <a:ea typeface="Calibri"/>
                <a:cs typeface="Calibri"/>
                <a:sym typeface="Calibri"/>
              </a:rPr>
              <a:t>				</a:t>
            </a:r>
            <a:endParaRPr dirty="0"/>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dirty="0">
                <a:solidFill>
                  <a:srgbClr val="0033CC"/>
                </a:solidFill>
                <a:latin typeface="Calibri"/>
                <a:ea typeface="Calibri"/>
                <a:cs typeface="Calibri"/>
                <a:sym typeface="Calibri"/>
              </a:rPr>
              <a:t>FD5 :  </a:t>
            </a:r>
            <a:r>
              <a:rPr lang="en-US" sz="1800" b="0" i="0" u="none" strike="noStrike" cap="none" dirty="0" err="1">
                <a:solidFill>
                  <a:srgbClr val="0033CC"/>
                </a:solidFill>
                <a:latin typeface="Calibri"/>
                <a:ea typeface="Calibri"/>
                <a:cs typeface="Calibri"/>
                <a:sym typeface="Calibri"/>
              </a:rPr>
              <a:t>clientNo</a:t>
            </a:r>
            <a:r>
              <a:rPr lang="en-US" sz="1800" b="0" i="0" u="none" strike="noStrike" cap="none" dirty="0">
                <a:solidFill>
                  <a:srgbClr val="0033CC"/>
                </a:solidFill>
                <a:latin typeface="Calibri"/>
                <a:ea typeface="Calibri"/>
                <a:cs typeface="Calibri"/>
                <a:sym typeface="Calibri"/>
              </a:rPr>
              <a:t>, </a:t>
            </a:r>
            <a:r>
              <a:rPr lang="en-US" sz="1800" b="0" i="0" u="none" strike="noStrike" cap="none" dirty="0" err="1">
                <a:solidFill>
                  <a:srgbClr val="0033CC"/>
                </a:solidFill>
                <a:latin typeface="Calibri"/>
                <a:ea typeface="Calibri"/>
                <a:cs typeface="Calibri"/>
                <a:sym typeface="Calibri"/>
              </a:rPr>
              <a:t>rentStart</a:t>
            </a:r>
            <a:r>
              <a:rPr lang="en-US" sz="1800" b="0" i="0" u="none" strike="noStrike" cap="none" dirty="0">
                <a:solidFill>
                  <a:srgbClr val="0033CC"/>
                </a:solidFill>
                <a:latin typeface="Calibri"/>
                <a:ea typeface="Calibri"/>
                <a:cs typeface="Calibri"/>
                <a:sym typeface="Calibri"/>
              </a:rPr>
              <a:t> 🡪 </a:t>
            </a:r>
            <a:r>
              <a:rPr lang="en-US" sz="1800" b="0" i="0" u="none" strike="noStrike" cap="none" dirty="0" err="1">
                <a:solidFill>
                  <a:srgbClr val="0033CC"/>
                </a:solidFill>
                <a:latin typeface="Calibri"/>
                <a:ea typeface="Calibri"/>
                <a:cs typeface="Calibri"/>
                <a:sym typeface="Calibri"/>
              </a:rPr>
              <a:t>propertyNo</a:t>
            </a:r>
            <a:r>
              <a:rPr lang="en-US" sz="1800" b="0" i="0" u="none" strike="noStrike" cap="none" dirty="0">
                <a:solidFill>
                  <a:srgbClr val="0033CC"/>
                </a:solidFill>
                <a:latin typeface="Calibri"/>
                <a:ea typeface="Calibri"/>
                <a:cs typeface="Calibri"/>
                <a:sym typeface="Calibri"/>
              </a:rPr>
              <a:t>, </a:t>
            </a:r>
            <a:r>
              <a:rPr lang="en-US" sz="1800" b="0" i="0" u="none" strike="noStrike" cap="none" dirty="0" err="1">
                <a:solidFill>
                  <a:srgbClr val="0033CC"/>
                </a:solidFill>
                <a:latin typeface="Calibri"/>
                <a:ea typeface="Calibri"/>
                <a:cs typeface="Calibri"/>
                <a:sym typeface="Calibri"/>
              </a:rPr>
              <a:t>pAddress</a:t>
            </a:r>
            <a:r>
              <a:rPr lang="en-US" sz="1800" b="0" i="0" u="none" strike="noStrike" cap="none" dirty="0">
                <a:solidFill>
                  <a:srgbClr val="0033CC"/>
                </a:solidFill>
                <a:latin typeface="Calibri"/>
                <a:ea typeface="Calibri"/>
                <a:cs typeface="Calibri"/>
                <a:sym typeface="Calibri"/>
              </a:rPr>
              <a:t>, </a:t>
            </a:r>
            <a:r>
              <a:rPr lang="en-US" sz="1800" b="0" i="0" u="none" strike="noStrike" cap="none" dirty="0" err="1">
                <a:solidFill>
                  <a:srgbClr val="0033CC"/>
                </a:solidFill>
                <a:latin typeface="Calibri"/>
                <a:ea typeface="Calibri"/>
                <a:cs typeface="Calibri"/>
                <a:sym typeface="Calibri"/>
              </a:rPr>
              <a:t>rentFinish</a:t>
            </a:r>
            <a:r>
              <a:rPr lang="en-US" sz="1800" b="0" i="0" u="none" strike="noStrike" cap="none" dirty="0">
                <a:solidFill>
                  <a:srgbClr val="0033CC"/>
                </a:solidFill>
                <a:latin typeface="Calibri"/>
                <a:ea typeface="Calibri"/>
                <a:cs typeface="Calibri"/>
                <a:sym typeface="Calibri"/>
              </a:rPr>
              <a:t>, rent,   </a:t>
            </a:r>
            <a:r>
              <a:rPr lang="en-US" sz="1800" b="0" i="0" u="none" strike="noStrike" cap="none" dirty="0" err="1">
                <a:solidFill>
                  <a:srgbClr val="0033CC"/>
                </a:solidFill>
                <a:latin typeface="Calibri"/>
                <a:ea typeface="Calibri"/>
                <a:cs typeface="Calibri"/>
                <a:sym typeface="Calibri"/>
              </a:rPr>
              <a:t>ownerNo</a:t>
            </a:r>
            <a:r>
              <a:rPr lang="en-US" sz="1800" b="0" i="0" u="none" strike="noStrike" cap="none" dirty="0">
                <a:solidFill>
                  <a:srgbClr val="0033CC"/>
                </a:solidFill>
                <a:latin typeface="Calibri"/>
                <a:ea typeface="Calibri"/>
                <a:cs typeface="Calibri"/>
                <a:sym typeface="Calibri"/>
              </a:rPr>
              <a:t>, </a:t>
            </a:r>
            <a:r>
              <a:rPr lang="en-US" sz="1800" b="0" i="0" u="none" strike="noStrike" cap="none" dirty="0" err="1">
                <a:solidFill>
                  <a:srgbClr val="0033CC"/>
                </a:solidFill>
                <a:latin typeface="Calibri"/>
                <a:ea typeface="Calibri"/>
                <a:cs typeface="Calibri"/>
                <a:sym typeface="Calibri"/>
              </a:rPr>
              <a:t>oName</a:t>
            </a:r>
            <a:r>
              <a:rPr lang="en-US" sz="1800" b="0" i="0" u="none" strike="noStrike" cap="none" dirty="0">
                <a:solidFill>
                  <a:srgbClr val="0033CC"/>
                </a:solidFill>
                <a:latin typeface="Calibri"/>
                <a:ea typeface="Calibri"/>
                <a:cs typeface="Calibri"/>
                <a:sym typeface="Calibri"/>
              </a:rPr>
              <a:t>	</a:t>
            </a:r>
            <a:endParaRPr dirty="0"/>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dirty="0">
                <a:solidFill>
                  <a:srgbClr val="0033CC"/>
                </a:solidFill>
                <a:latin typeface="Calibri"/>
                <a:ea typeface="Calibri"/>
                <a:cs typeface="Calibri"/>
                <a:sym typeface="Calibri"/>
              </a:rPr>
              <a:t>FD6 :  </a:t>
            </a:r>
            <a:r>
              <a:rPr lang="en-US" sz="1800" b="0" i="0" u="none" strike="noStrike" cap="none" dirty="0" err="1">
                <a:solidFill>
                  <a:srgbClr val="0033CC"/>
                </a:solidFill>
                <a:latin typeface="Calibri"/>
                <a:ea typeface="Calibri"/>
                <a:cs typeface="Calibri"/>
                <a:sym typeface="Calibri"/>
              </a:rPr>
              <a:t>propertyNo</a:t>
            </a:r>
            <a:r>
              <a:rPr lang="en-US" sz="1800" b="0" i="0" u="none" strike="noStrike" cap="none" dirty="0">
                <a:solidFill>
                  <a:srgbClr val="0033CC"/>
                </a:solidFill>
                <a:latin typeface="Calibri"/>
                <a:ea typeface="Calibri"/>
                <a:cs typeface="Calibri"/>
                <a:sym typeface="Calibri"/>
              </a:rPr>
              <a:t>, </a:t>
            </a:r>
            <a:r>
              <a:rPr lang="en-US" sz="1800" b="0" i="0" u="none" strike="noStrike" cap="none" dirty="0" err="1">
                <a:solidFill>
                  <a:srgbClr val="0033CC"/>
                </a:solidFill>
                <a:latin typeface="Calibri"/>
                <a:ea typeface="Calibri"/>
                <a:cs typeface="Calibri"/>
                <a:sym typeface="Calibri"/>
              </a:rPr>
              <a:t>rentStart</a:t>
            </a:r>
            <a:r>
              <a:rPr lang="en-US" sz="1800" b="0" i="0" u="none" strike="noStrike" cap="none" dirty="0">
                <a:solidFill>
                  <a:srgbClr val="0033CC"/>
                </a:solidFill>
                <a:latin typeface="Calibri"/>
                <a:ea typeface="Calibri"/>
                <a:cs typeface="Calibri"/>
                <a:sym typeface="Calibri"/>
              </a:rPr>
              <a:t> 🡪 </a:t>
            </a:r>
            <a:r>
              <a:rPr lang="en-US" sz="1800" b="0" i="0" u="none" strike="noStrike" cap="none" dirty="0" err="1">
                <a:solidFill>
                  <a:srgbClr val="0033CC"/>
                </a:solidFill>
                <a:latin typeface="Calibri"/>
                <a:ea typeface="Calibri"/>
                <a:cs typeface="Calibri"/>
                <a:sym typeface="Calibri"/>
              </a:rPr>
              <a:t>clientNo</a:t>
            </a:r>
            <a:r>
              <a:rPr lang="en-US" sz="1800" b="0" i="0" u="none" strike="noStrike" cap="none" dirty="0">
                <a:solidFill>
                  <a:srgbClr val="0033CC"/>
                </a:solidFill>
                <a:latin typeface="Calibri"/>
                <a:ea typeface="Calibri"/>
                <a:cs typeface="Calibri"/>
                <a:sym typeface="Calibri"/>
              </a:rPr>
              <a:t>, </a:t>
            </a:r>
            <a:r>
              <a:rPr lang="en-US" sz="1800" b="0" i="0" u="none" strike="noStrike" cap="none" dirty="0" err="1">
                <a:solidFill>
                  <a:srgbClr val="0033CC"/>
                </a:solidFill>
                <a:latin typeface="Calibri"/>
                <a:ea typeface="Calibri"/>
                <a:cs typeface="Calibri"/>
                <a:sym typeface="Calibri"/>
              </a:rPr>
              <a:t>cName</a:t>
            </a:r>
            <a:r>
              <a:rPr lang="en-US" sz="1800" b="0" i="0" u="none" strike="noStrike" cap="none" dirty="0">
                <a:solidFill>
                  <a:srgbClr val="0033CC"/>
                </a:solidFill>
                <a:latin typeface="Calibri"/>
                <a:ea typeface="Calibri"/>
                <a:cs typeface="Calibri"/>
                <a:sym typeface="Calibri"/>
              </a:rPr>
              <a:t>, </a:t>
            </a:r>
            <a:r>
              <a:rPr lang="en-US" sz="1800" b="0" i="0" u="none" strike="noStrike" cap="none" dirty="0" err="1">
                <a:solidFill>
                  <a:srgbClr val="0033CC"/>
                </a:solidFill>
                <a:latin typeface="Calibri"/>
                <a:ea typeface="Calibri"/>
                <a:cs typeface="Calibri"/>
                <a:sym typeface="Calibri"/>
              </a:rPr>
              <a:t>rentFinish</a:t>
            </a:r>
            <a:r>
              <a:rPr lang="en-US" sz="1800" b="0" i="0" u="none" strike="noStrike" cap="none" dirty="0">
                <a:solidFill>
                  <a:srgbClr val="0033CC"/>
                </a:solidFill>
                <a:latin typeface="Calibri"/>
                <a:ea typeface="Calibri"/>
                <a:cs typeface="Calibri"/>
                <a:sym typeface="Calibri"/>
              </a:rPr>
              <a:t>	</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49"/>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2NF Example</a:t>
            </a:r>
            <a:endParaRPr sz="3600"/>
          </a:p>
        </p:txBody>
      </p:sp>
      <p:sp>
        <p:nvSpPr>
          <p:cNvPr id="768" name="Google Shape;768;p49"/>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48</a:t>
            </a:fld>
            <a:endParaRPr/>
          </a:p>
        </p:txBody>
      </p:sp>
      <p:sp>
        <p:nvSpPr>
          <p:cNvPr id="770" name="Google Shape;770;p49"/>
          <p:cNvSpPr txBox="1"/>
          <p:nvPr/>
        </p:nvSpPr>
        <p:spPr>
          <a:xfrm>
            <a:off x="342900" y="1363960"/>
            <a:ext cx="8458200" cy="923330"/>
          </a:xfrm>
          <a:prstGeom prst="rect">
            <a:avLst/>
          </a:prstGeom>
          <a:solidFill>
            <a:srgbClr val="FFFF00"/>
          </a:solid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1800"/>
              <a:buFont typeface="Arial"/>
              <a:buNone/>
            </a:pPr>
            <a:r>
              <a:rPr lang="en-US" sz="1800" dirty="0">
                <a:solidFill>
                  <a:schemeClr val="dk1"/>
                </a:solidFill>
                <a:latin typeface="Calibri"/>
                <a:ea typeface="Calibri"/>
                <a:cs typeface="Calibri"/>
                <a:sym typeface="Calibri"/>
              </a:rPr>
              <a:t>Identify FDs with existence of partial dependencies on PK</a:t>
            </a:r>
            <a:endParaRPr dirty="0"/>
          </a:p>
          <a:p>
            <a:pPr marL="914400" marR="0" lvl="1" indent="-457200" algn="l" rtl="0">
              <a:spcBef>
                <a:spcPts val="0"/>
              </a:spcBef>
              <a:spcAft>
                <a:spcPts val="0"/>
              </a:spcAft>
              <a:buClr>
                <a:schemeClr val="dk1"/>
              </a:buClr>
              <a:buSzPts val="1800"/>
              <a:buFont typeface="Arial"/>
              <a:buAutoNum type="arabicPeriod"/>
            </a:pPr>
            <a:r>
              <a:rPr lang="en-US" sz="1800" b="0" i="0" u="none" strike="noStrike" cap="none" dirty="0">
                <a:solidFill>
                  <a:schemeClr val="dk1"/>
                </a:solidFill>
                <a:latin typeface="Calibri"/>
                <a:ea typeface="Calibri"/>
                <a:cs typeface="Calibri"/>
                <a:sym typeface="Calibri"/>
              </a:rPr>
              <a:t>Is there any FD such that the determinant is a subset of PK?</a:t>
            </a:r>
            <a:endParaRPr dirty="0"/>
          </a:p>
          <a:p>
            <a:pPr marL="914400" marR="0" lvl="1" indent="-457200" algn="l" rtl="0">
              <a:spcBef>
                <a:spcPts val="0"/>
              </a:spcBef>
              <a:spcAft>
                <a:spcPts val="0"/>
              </a:spcAft>
              <a:buClr>
                <a:schemeClr val="dk1"/>
              </a:buClr>
              <a:buSzPts val="1800"/>
              <a:buFont typeface="Arial"/>
              <a:buAutoNum type="arabicPeriod"/>
            </a:pPr>
            <a:r>
              <a:rPr lang="en-US" sz="1800" b="0" i="0" u="none" strike="noStrike" cap="none" dirty="0">
                <a:solidFill>
                  <a:schemeClr val="dk1"/>
                </a:solidFill>
                <a:latin typeface="Calibri"/>
                <a:ea typeface="Calibri"/>
                <a:cs typeface="Calibri"/>
                <a:sym typeface="Calibri"/>
              </a:rPr>
              <a:t>If so, then that FD is not a Full FD, hence the relation violates the 2NF rule.</a:t>
            </a:r>
            <a:endParaRPr dirty="0"/>
          </a:p>
        </p:txBody>
      </p:sp>
      <p:sp>
        <p:nvSpPr>
          <p:cNvPr id="771" name="Google Shape;771;p49"/>
          <p:cNvSpPr txBox="1"/>
          <p:nvPr/>
        </p:nvSpPr>
        <p:spPr>
          <a:xfrm>
            <a:off x="1622473" y="2255825"/>
            <a:ext cx="6064348"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dirty="0">
                <a:solidFill>
                  <a:schemeClr val="dk1"/>
                </a:solidFill>
                <a:latin typeface="Calibri"/>
                <a:ea typeface="Calibri"/>
                <a:cs typeface="Calibri"/>
                <a:sym typeface="Calibri"/>
              </a:rPr>
              <a:t>PK is </a:t>
            </a:r>
            <a:r>
              <a:rPr lang="en-US" sz="2000" dirty="0" err="1">
                <a:solidFill>
                  <a:schemeClr val="dk1"/>
                </a:solidFill>
                <a:latin typeface="Calibri"/>
                <a:ea typeface="Calibri"/>
                <a:cs typeface="Calibri"/>
                <a:sym typeface="Calibri"/>
              </a:rPr>
              <a:t>clientNo</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propertyNo</a:t>
            </a:r>
            <a:endParaRPr dirty="0"/>
          </a:p>
          <a:p>
            <a:pPr marL="0" marR="0" lvl="0" indent="0" algn="l" rtl="0">
              <a:spcBef>
                <a:spcPts val="0"/>
              </a:spcBef>
              <a:spcAft>
                <a:spcPts val="0"/>
              </a:spcAft>
              <a:buClr>
                <a:schemeClr val="dk1"/>
              </a:buClr>
              <a:buSzPts val="2000"/>
              <a:buFont typeface="Arial"/>
              <a:buNone/>
            </a:pPr>
            <a:r>
              <a:rPr lang="en-US" sz="2000" dirty="0">
                <a:solidFill>
                  <a:schemeClr val="dk1"/>
                </a:solidFill>
                <a:latin typeface="Calibri"/>
                <a:ea typeface="Calibri"/>
                <a:cs typeface="Calibri"/>
                <a:sym typeface="Calibri"/>
              </a:rPr>
              <a:t>Subsets of PK:  </a:t>
            </a:r>
            <a:endParaRPr dirty="0"/>
          </a:p>
          <a:p>
            <a:pPr marL="330200" marR="0" lvl="1" algn="l" rtl="0">
              <a:spcBef>
                <a:spcPts val="0"/>
              </a:spcBef>
              <a:spcAft>
                <a:spcPts val="0"/>
              </a:spcAft>
              <a:buClr>
                <a:schemeClr val="dk1"/>
              </a:buClr>
              <a:buSzPts val="2000"/>
            </a:pPr>
            <a:r>
              <a:rPr lang="en-US" sz="2000" b="0" i="0" u="none" strike="noStrike" cap="none" dirty="0">
                <a:solidFill>
                  <a:schemeClr val="dk1"/>
                </a:solidFill>
                <a:latin typeface="Calibri"/>
                <a:ea typeface="Calibri"/>
                <a:cs typeface="Calibri"/>
                <a:sym typeface="Calibri"/>
              </a:rPr>
              <a:t>{</a:t>
            </a:r>
            <a:r>
              <a:rPr lang="en-US" sz="2000" b="0" i="0" u="none" strike="noStrike" cap="none" dirty="0" err="1">
                <a:solidFill>
                  <a:schemeClr val="dk1"/>
                </a:solidFill>
                <a:latin typeface="Calibri"/>
                <a:ea typeface="Calibri"/>
                <a:cs typeface="Calibri"/>
                <a:sym typeface="Calibri"/>
              </a:rPr>
              <a:t>clientNo</a:t>
            </a:r>
            <a:r>
              <a:rPr lang="en-US" sz="2000" b="0" i="0" u="none" strike="noStrike" cap="none" dirty="0">
                <a:solidFill>
                  <a:schemeClr val="dk1"/>
                </a:solidFill>
                <a:latin typeface="Calibri"/>
                <a:ea typeface="Calibri"/>
                <a:cs typeface="Calibri"/>
                <a:sym typeface="Calibri"/>
              </a:rPr>
              <a:t>}, {</a:t>
            </a:r>
            <a:r>
              <a:rPr lang="en-US" sz="2000" b="0" i="0" u="none" strike="noStrike" cap="none" dirty="0" err="1">
                <a:solidFill>
                  <a:schemeClr val="dk1"/>
                </a:solidFill>
                <a:latin typeface="Calibri"/>
                <a:ea typeface="Calibri"/>
                <a:cs typeface="Calibri"/>
                <a:sym typeface="Calibri"/>
              </a:rPr>
              <a:t>propertyNo</a:t>
            </a:r>
            <a:r>
              <a:rPr lang="en-US" sz="2000" b="0" i="0" u="none" strike="noStrike" cap="none" dirty="0">
                <a:solidFill>
                  <a:schemeClr val="dk1"/>
                </a:solidFill>
                <a:latin typeface="Calibri"/>
                <a:ea typeface="Calibri"/>
                <a:cs typeface="Calibri"/>
                <a:sym typeface="Calibri"/>
              </a:rPr>
              <a:t>}, {</a:t>
            </a:r>
            <a:r>
              <a:rPr lang="en-US" sz="2000" b="0" i="0" u="none" strike="noStrike" cap="none" dirty="0" err="1">
                <a:solidFill>
                  <a:schemeClr val="dk1"/>
                </a:solidFill>
                <a:latin typeface="Calibri"/>
                <a:ea typeface="Calibri"/>
                <a:cs typeface="Calibri"/>
                <a:sym typeface="Calibri"/>
              </a:rPr>
              <a:t>clientNo</a:t>
            </a:r>
            <a:r>
              <a:rPr lang="en-US" sz="2000" b="0" i="0" u="none" strike="noStrike" cap="none" dirty="0">
                <a:solidFill>
                  <a:schemeClr val="dk1"/>
                </a:solidFill>
                <a:latin typeface="Calibri"/>
                <a:ea typeface="Calibri"/>
                <a:cs typeface="Calibri"/>
                <a:sym typeface="Calibri"/>
              </a:rPr>
              <a:t>, </a:t>
            </a:r>
            <a:r>
              <a:rPr lang="en-US" sz="2000" b="0" i="0" u="none" strike="noStrike" cap="none" dirty="0" err="1">
                <a:solidFill>
                  <a:schemeClr val="dk1"/>
                </a:solidFill>
                <a:latin typeface="Calibri"/>
                <a:ea typeface="Calibri"/>
                <a:cs typeface="Calibri"/>
                <a:sym typeface="Calibri"/>
              </a:rPr>
              <a:t>propertyNo</a:t>
            </a:r>
            <a:r>
              <a:rPr lang="en-US" sz="2000" b="0" i="0" u="none" strike="noStrike" cap="none" dirty="0">
                <a:solidFill>
                  <a:schemeClr val="dk1"/>
                </a:solidFill>
                <a:latin typeface="Calibri"/>
                <a:ea typeface="Calibri"/>
                <a:cs typeface="Calibri"/>
                <a:sym typeface="Calibri"/>
              </a:rPr>
              <a:t>}</a:t>
            </a:r>
            <a:endParaRPr dirty="0"/>
          </a:p>
          <a:p>
            <a:pPr marR="0" lvl="0" algn="l" rtl="0">
              <a:spcBef>
                <a:spcPts val="0"/>
              </a:spcBef>
              <a:spcAft>
                <a:spcPts val="0"/>
              </a:spcAft>
              <a:buClr>
                <a:schemeClr val="dk1"/>
              </a:buClr>
              <a:buSzPts val="2000"/>
            </a:pPr>
            <a:r>
              <a:rPr lang="en-US" sz="2000" dirty="0">
                <a:solidFill>
                  <a:schemeClr val="dk1"/>
                </a:solidFill>
                <a:latin typeface="Calibri"/>
                <a:ea typeface="Calibri"/>
                <a:cs typeface="Calibri"/>
                <a:sym typeface="Calibri"/>
              </a:rPr>
              <a:t>determinant in FD2 and FD3 is subset of PK</a:t>
            </a:r>
            <a:endParaRPr dirty="0"/>
          </a:p>
        </p:txBody>
      </p:sp>
      <p:sp>
        <p:nvSpPr>
          <p:cNvPr id="772" name="Google Shape;772;p49"/>
          <p:cNvSpPr txBox="1">
            <a:spLocks noGrp="1"/>
          </p:cNvSpPr>
          <p:nvPr>
            <p:ph type="body" idx="1"/>
          </p:nvPr>
        </p:nvSpPr>
        <p:spPr>
          <a:xfrm>
            <a:off x="342900" y="3579264"/>
            <a:ext cx="8623495" cy="2696123"/>
          </a:xfrm>
          <a:prstGeom prst="rect">
            <a:avLst/>
          </a:prstGeom>
          <a:solidFill>
            <a:srgbClr val="FFF2CC"/>
          </a:solidFill>
          <a:ln>
            <a:noFill/>
          </a:ln>
        </p:spPr>
        <p:txBody>
          <a:bodyPr spcFirstLastPara="1" wrap="square" lIns="91425" tIns="45700" rIns="91425" bIns="45700" anchor="t" anchorCtr="0">
            <a:spAutoFit/>
          </a:bodyPr>
          <a:lstStyle/>
          <a:p>
            <a:pPr marL="228600" marR="0" lvl="0" indent="-228600" algn="l" rtl="0">
              <a:lnSpc>
                <a:spcPct val="90000"/>
              </a:lnSpc>
              <a:spcBef>
                <a:spcPts val="0"/>
              </a:spcBef>
              <a:spcAft>
                <a:spcPts val="0"/>
              </a:spcAft>
              <a:buClr>
                <a:schemeClr val="dk1"/>
              </a:buClr>
              <a:buSzPts val="2000"/>
              <a:buFont typeface="Arial"/>
              <a:buNone/>
            </a:pPr>
            <a:r>
              <a:rPr lang="en-US" sz="2000" b="1" i="0" u="none" strike="noStrike" cap="none">
                <a:solidFill>
                  <a:schemeClr val="dk1"/>
                </a:solidFill>
                <a:latin typeface="Calibri"/>
                <a:ea typeface="Calibri"/>
                <a:cs typeface="Calibri"/>
                <a:sym typeface="Calibri"/>
              </a:rPr>
              <a:t>FDs list in ClientRental</a:t>
            </a:r>
            <a:endParaRPr/>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a:solidFill>
                  <a:srgbClr val="0033CC"/>
                </a:solidFill>
                <a:latin typeface="Calibri"/>
                <a:ea typeface="Calibri"/>
                <a:cs typeface="Calibri"/>
                <a:sym typeface="Calibri"/>
              </a:rPr>
              <a:t>FD1 :  clientNo, propertyNo 🡪 rentStart, rentFinish   	</a:t>
            </a:r>
            <a:endParaRPr/>
          </a:p>
          <a:p>
            <a:pPr marL="228600" marR="0" lvl="0" indent="-228600" algn="l" rtl="0">
              <a:lnSpc>
                <a:spcPct val="90000"/>
              </a:lnSpc>
              <a:spcBef>
                <a:spcPts val="900"/>
              </a:spcBef>
              <a:spcAft>
                <a:spcPts val="0"/>
              </a:spcAft>
              <a:buClr>
                <a:srgbClr val="FF0000"/>
              </a:buClr>
              <a:buSzPts val="1800"/>
              <a:buFont typeface="Arial"/>
              <a:buNone/>
            </a:pPr>
            <a:r>
              <a:rPr lang="en-US" sz="1800" b="0" i="0" u="none" strike="noStrike" cap="none">
                <a:solidFill>
                  <a:srgbClr val="FF0000"/>
                </a:solidFill>
                <a:latin typeface="Calibri"/>
                <a:ea typeface="Calibri"/>
                <a:cs typeface="Calibri"/>
                <a:sym typeface="Calibri"/>
              </a:rPr>
              <a:t>FD2 :  clientNo 🡪 cName (</a:t>
            </a:r>
            <a:r>
              <a:rPr lang="en-US" sz="1800" b="0" i="1" u="none" strike="noStrike" cap="none">
                <a:solidFill>
                  <a:srgbClr val="FF0000"/>
                </a:solidFill>
                <a:latin typeface="Calibri"/>
                <a:ea typeface="Calibri"/>
                <a:cs typeface="Calibri"/>
                <a:sym typeface="Calibri"/>
              </a:rPr>
              <a:t>partial dependency)</a:t>
            </a:r>
            <a:r>
              <a:rPr lang="en-US" sz="1800" b="0" i="0" u="none" strike="noStrike" cap="none">
                <a:solidFill>
                  <a:srgbClr val="FF0000"/>
                </a:solidFill>
                <a:latin typeface="Calibri"/>
                <a:ea typeface="Calibri"/>
                <a:cs typeface="Calibri"/>
                <a:sym typeface="Calibri"/>
              </a:rPr>
              <a:t>	</a:t>
            </a:r>
            <a:r>
              <a:rPr lang="en-US" sz="1800" b="0" i="0" u="none" strike="noStrike" cap="none">
                <a:solidFill>
                  <a:srgbClr val="0033CC"/>
                </a:solidFill>
                <a:latin typeface="Calibri"/>
                <a:ea typeface="Calibri"/>
                <a:cs typeface="Calibri"/>
                <a:sym typeface="Calibri"/>
              </a:rPr>
              <a:t>		</a:t>
            </a:r>
            <a:endParaRPr/>
          </a:p>
          <a:p>
            <a:pPr marL="228600" marR="0" lvl="0" indent="-228600" algn="l" rtl="0">
              <a:lnSpc>
                <a:spcPct val="90000"/>
              </a:lnSpc>
              <a:spcBef>
                <a:spcPts val="900"/>
              </a:spcBef>
              <a:spcAft>
                <a:spcPts val="0"/>
              </a:spcAft>
              <a:buClr>
                <a:srgbClr val="FF0000"/>
              </a:buClr>
              <a:buSzPts val="1800"/>
              <a:buFont typeface="Arial"/>
              <a:buNone/>
            </a:pPr>
            <a:r>
              <a:rPr lang="en-US" sz="1800" b="0" i="0" u="none" strike="noStrike" cap="none">
                <a:solidFill>
                  <a:srgbClr val="FF0000"/>
                </a:solidFill>
                <a:latin typeface="Calibri"/>
                <a:ea typeface="Calibri"/>
                <a:cs typeface="Calibri"/>
                <a:sym typeface="Calibri"/>
              </a:rPr>
              <a:t>FD3 :  propertyNo 🡪 pAddress, rent, ownerNo, oName (</a:t>
            </a:r>
            <a:r>
              <a:rPr lang="en-US" sz="1800" b="0" i="1" u="none" strike="noStrike" cap="none">
                <a:solidFill>
                  <a:srgbClr val="FF0000"/>
                </a:solidFill>
                <a:latin typeface="Calibri"/>
                <a:ea typeface="Calibri"/>
                <a:cs typeface="Calibri"/>
                <a:sym typeface="Calibri"/>
              </a:rPr>
              <a:t>partial dependency)</a:t>
            </a:r>
            <a:endParaRPr sz="1800" b="0" i="0" u="none" strike="noStrike" cap="none">
              <a:solidFill>
                <a:srgbClr val="FF0000"/>
              </a:solidFill>
              <a:latin typeface="Calibri"/>
              <a:ea typeface="Calibri"/>
              <a:cs typeface="Calibri"/>
              <a:sym typeface="Calibri"/>
            </a:endParaRPr>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a:solidFill>
                  <a:srgbClr val="0033CC"/>
                </a:solidFill>
                <a:latin typeface="Calibri"/>
                <a:ea typeface="Calibri"/>
                <a:cs typeface="Calibri"/>
                <a:sym typeface="Calibri"/>
              </a:rPr>
              <a:t>FD4 :  ownerNo 🡪 oName				</a:t>
            </a:r>
            <a:endParaRPr/>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a:solidFill>
                  <a:srgbClr val="0033CC"/>
                </a:solidFill>
                <a:latin typeface="Calibri"/>
                <a:ea typeface="Calibri"/>
                <a:cs typeface="Calibri"/>
                <a:sym typeface="Calibri"/>
              </a:rPr>
              <a:t>FD5 :  clientNo, rentStart 🡪 propertyNo, pAddress, rentFinish, rent,   ownerNo, oName	</a:t>
            </a:r>
            <a:endParaRPr/>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a:solidFill>
                  <a:srgbClr val="0033CC"/>
                </a:solidFill>
                <a:latin typeface="Calibri"/>
                <a:ea typeface="Calibri"/>
                <a:cs typeface="Calibri"/>
                <a:sym typeface="Calibri"/>
              </a:rPr>
              <a:t>FD6 :  propertyNo, rentStart 🡪 clientNo, cName, rentFinish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50"/>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2NF Example</a:t>
            </a:r>
            <a:endParaRPr sz="3600"/>
          </a:p>
        </p:txBody>
      </p:sp>
      <p:sp>
        <p:nvSpPr>
          <p:cNvPr id="779" name="Google Shape;779;p50"/>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49</a:t>
            </a:fld>
            <a:endParaRPr/>
          </a:p>
        </p:txBody>
      </p:sp>
      <p:sp>
        <p:nvSpPr>
          <p:cNvPr id="781" name="Google Shape;781;p50"/>
          <p:cNvSpPr txBox="1">
            <a:spLocks noGrp="1"/>
          </p:cNvSpPr>
          <p:nvPr>
            <p:ph type="body" idx="1"/>
          </p:nvPr>
        </p:nvSpPr>
        <p:spPr>
          <a:xfrm>
            <a:off x="342899" y="2450680"/>
            <a:ext cx="8623495" cy="1532727"/>
          </a:xfrm>
          <a:prstGeom prst="rect">
            <a:avLst/>
          </a:prstGeom>
          <a:solidFill>
            <a:srgbClr val="FFF2CC"/>
          </a:solidFill>
          <a:ln>
            <a:noFill/>
          </a:ln>
        </p:spPr>
        <p:txBody>
          <a:bodyPr spcFirstLastPara="1" wrap="square" lIns="91425" tIns="45700" rIns="91425" bIns="45700" anchor="t" anchorCtr="0">
            <a:spAutoFit/>
          </a:bodyPr>
          <a:lstStyle/>
          <a:p>
            <a:pPr marL="228600" marR="0" lvl="0" indent="-228600" algn="ctr" rtl="0">
              <a:lnSpc>
                <a:spcPct val="90000"/>
              </a:lnSpc>
              <a:spcBef>
                <a:spcPts val="0"/>
              </a:spcBef>
              <a:spcAft>
                <a:spcPts val="0"/>
              </a:spcAft>
              <a:buClr>
                <a:schemeClr val="dk1"/>
              </a:buClr>
              <a:buSzPts val="2000"/>
              <a:buFont typeface="Arial"/>
              <a:buNone/>
            </a:pPr>
            <a:r>
              <a:rPr lang="en-US" sz="2000" b="1" i="0" u="none" strike="noStrike" cap="none">
                <a:solidFill>
                  <a:schemeClr val="dk1"/>
                </a:solidFill>
                <a:latin typeface="Calibri"/>
                <a:ea typeface="Calibri"/>
                <a:cs typeface="Calibri"/>
                <a:sym typeface="Calibri"/>
              </a:rPr>
              <a:t>2NF Relations:</a:t>
            </a:r>
            <a:endParaRPr/>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a:solidFill>
                  <a:srgbClr val="0033CC"/>
                </a:solidFill>
                <a:latin typeface="Calibri"/>
                <a:ea typeface="Calibri"/>
                <a:cs typeface="Calibri"/>
                <a:sym typeface="Calibri"/>
              </a:rPr>
              <a:t>From FD2	:  </a:t>
            </a:r>
            <a:r>
              <a:rPr lang="en-US" sz="1800" b="1" i="0" u="none" strike="noStrike" cap="none">
                <a:solidFill>
                  <a:srgbClr val="0033CC"/>
                </a:solidFill>
                <a:latin typeface="Calibri"/>
                <a:ea typeface="Calibri"/>
                <a:cs typeface="Calibri"/>
                <a:sym typeface="Calibri"/>
              </a:rPr>
              <a:t>Client (clientNo, clientName)  </a:t>
            </a:r>
            <a:r>
              <a:rPr lang="en-US" sz="1800" b="0" i="0" u="none" strike="noStrike" cap="none">
                <a:solidFill>
                  <a:srgbClr val="0033CC"/>
                </a:solidFill>
                <a:latin typeface="Calibri"/>
                <a:ea typeface="Calibri"/>
                <a:cs typeface="Calibri"/>
                <a:sym typeface="Calibri"/>
              </a:rPr>
              <a:t>	</a:t>
            </a:r>
            <a:endParaRPr/>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a:solidFill>
                  <a:srgbClr val="0033CC"/>
                </a:solidFill>
                <a:latin typeface="Calibri"/>
                <a:ea typeface="Calibri"/>
                <a:cs typeface="Calibri"/>
                <a:sym typeface="Calibri"/>
              </a:rPr>
              <a:t>From FD3	:  </a:t>
            </a:r>
            <a:r>
              <a:rPr lang="en-US" sz="1800" b="1" i="0" u="none" strike="noStrike" cap="none">
                <a:solidFill>
                  <a:srgbClr val="0033CC"/>
                </a:solidFill>
                <a:latin typeface="Calibri"/>
                <a:ea typeface="Calibri"/>
                <a:cs typeface="Calibri"/>
                <a:sym typeface="Calibri"/>
              </a:rPr>
              <a:t>PropertyOwner (propertyNo, pAddress, ownerNo, oName)</a:t>
            </a:r>
            <a:r>
              <a:rPr lang="en-US" sz="1800" b="0" i="0" u="none" strike="noStrike" cap="none">
                <a:solidFill>
                  <a:srgbClr val="0033CC"/>
                </a:solidFill>
                <a:latin typeface="Calibri"/>
                <a:ea typeface="Calibri"/>
                <a:cs typeface="Calibri"/>
                <a:sym typeface="Calibri"/>
              </a:rPr>
              <a:t>	</a:t>
            </a:r>
            <a:endParaRPr/>
          </a:p>
          <a:p>
            <a:pPr marL="228600" marR="0" lvl="0" indent="-228600" algn="l" rtl="0">
              <a:lnSpc>
                <a:spcPct val="90000"/>
              </a:lnSpc>
              <a:spcBef>
                <a:spcPts val="900"/>
              </a:spcBef>
              <a:spcAft>
                <a:spcPts val="0"/>
              </a:spcAft>
              <a:buClr>
                <a:srgbClr val="0033CC"/>
              </a:buClr>
              <a:buSzPts val="1800"/>
              <a:buFont typeface="Arial"/>
              <a:buNone/>
            </a:pPr>
            <a:r>
              <a:rPr lang="en-US" sz="1800" b="0" i="0" u="none" strike="noStrike" cap="none">
                <a:solidFill>
                  <a:srgbClr val="0033CC"/>
                </a:solidFill>
                <a:latin typeface="Calibri"/>
                <a:ea typeface="Calibri"/>
                <a:cs typeface="Calibri"/>
                <a:sym typeface="Calibri"/>
              </a:rPr>
              <a:t>The rest	:  </a:t>
            </a:r>
            <a:r>
              <a:rPr lang="en-US" sz="1800" b="1" i="0" u="none" strike="noStrike" cap="none">
                <a:solidFill>
                  <a:srgbClr val="0033CC"/>
                </a:solidFill>
                <a:latin typeface="Calibri"/>
                <a:ea typeface="Calibri"/>
                <a:cs typeface="Calibri"/>
                <a:sym typeface="Calibri"/>
              </a:rPr>
              <a:t>Rental (clientNo, propertyNo, rentStart, rentFinish)</a:t>
            </a:r>
            <a:r>
              <a:rPr lang="en-US" sz="1800" b="0" i="0" u="none" strike="noStrike" cap="none">
                <a:solidFill>
                  <a:srgbClr val="0033CC"/>
                </a:solidFill>
                <a:latin typeface="Calibri"/>
                <a:ea typeface="Calibri"/>
                <a:cs typeface="Calibri"/>
                <a:sym typeface="Calibri"/>
              </a:rPr>
              <a:t>		</a:t>
            </a:r>
            <a:endParaRPr/>
          </a:p>
        </p:txBody>
      </p:sp>
      <p:sp>
        <p:nvSpPr>
          <p:cNvPr id="782" name="Google Shape;782;p50"/>
          <p:cNvSpPr txBox="1"/>
          <p:nvPr/>
        </p:nvSpPr>
        <p:spPr>
          <a:xfrm>
            <a:off x="342900" y="1363960"/>
            <a:ext cx="8623494" cy="923330"/>
          </a:xfrm>
          <a:prstGeom prst="rect">
            <a:avLst/>
          </a:prstGeom>
          <a:solidFill>
            <a:srgbClr val="FFFF00"/>
          </a:solid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3.  Move all partial FDs attributes from the relation</a:t>
            </a:r>
            <a:endParaRPr/>
          </a:p>
          <a:p>
            <a:pPr marL="971550" marR="0" lvl="1" indent="-514350" algn="l" rtl="0">
              <a:spcBef>
                <a:spcPts val="0"/>
              </a:spcBef>
              <a:spcAft>
                <a:spcPts val="0"/>
              </a:spcAft>
              <a:buClr>
                <a:schemeClr val="dk1"/>
              </a:buClr>
              <a:buSzPts val="1800"/>
              <a:buFont typeface="Arial"/>
              <a:buAutoNum type="romanLcPeriod"/>
            </a:pPr>
            <a:r>
              <a:rPr lang="en-US" sz="1800" b="0" i="0" u="none" strike="noStrike" cap="none">
                <a:solidFill>
                  <a:schemeClr val="dk1"/>
                </a:solidFill>
                <a:latin typeface="Times New Roman"/>
                <a:ea typeface="Times New Roman"/>
                <a:cs typeface="Times New Roman"/>
                <a:sym typeface="Times New Roman"/>
              </a:rPr>
              <a:t>Create new relation for each partial FDs</a:t>
            </a:r>
            <a:endParaRPr/>
          </a:p>
          <a:p>
            <a:pPr marL="971550" marR="0" lvl="1" indent="-514350" algn="l" rtl="0">
              <a:spcBef>
                <a:spcPts val="0"/>
              </a:spcBef>
              <a:spcAft>
                <a:spcPts val="0"/>
              </a:spcAft>
              <a:buClr>
                <a:schemeClr val="dk1"/>
              </a:buClr>
              <a:buSzPts val="1800"/>
              <a:buFont typeface="Arial"/>
              <a:buAutoNum type="romanLcPeriod"/>
            </a:pPr>
            <a:r>
              <a:rPr lang="en-US" sz="1800" b="0" i="0" u="none" strike="noStrike" cap="none">
                <a:solidFill>
                  <a:schemeClr val="dk1"/>
                </a:solidFill>
                <a:latin typeface="Times New Roman"/>
                <a:ea typeface="Times New Roman"/>
                <a:cs typeface="Times New Roman"/>
                <a:sym typeface="Times New Roman"/>
              </a:rPr>
              <a:t>Name all relations appropriately</a:t>
            </a:r>
            <a:endParaRPr/>
          </a:p>
        </p:txBody>
      </p:sp>
      <p:sp>
        <p:nvSpPr>
          <p:cNvPr id="783" name="Google Shape;783;p50"/>
          <p:cNvSpPr txBox="1"/>
          <p:nvPr/>
        </p:nvSpPr>
        <p:spPr>
          <a:xfrm>
            <a:off x="438150" y="4185628"/>
            <a:ext cx="8077200" cy="7016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F0000"/>
              </a:buClr>
              <a:buSzPts val="2000"/>
              <a:buFont typeface="Arial"/>
              <a:buNone/>
            </a:pPr>
            <a:r>
              <a:rPr lang="en-US" sz="2000" i="1">
                <a:solidFill>
                  <a:srgbClr val="FF0000"/>
                </a:solidFill>
                <a:latin typeface="Times New Roman"/>
                <a:ea typeface="Times New Roman"/>
                <a:cs typeface="Times New Roman"/>
                <a:sym typeface="Times New Roman"/>
              </a:rPr>
              <a:t>These are our latest set of relations.  All of them are now in 2NF as every non-PK attribute is fully FD on the PK of the relation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9" name="Google Shape;789;p51"/>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50</a:t>
            </a:fld>
            <a:endParaRPr/>
          </a:p>
        </p:txBody>
      </p:sp>
      <p:pic>
        <p:nvPicPr>
          <p:cNvPr id="791" name="Google Shape;791;p51"/>
          <p:cNvPicPr preferRelativeResize="0"/>
          <p:nvPr/>
        </p:nvPicPr>
        <p:blipFill rotWithShape="1">
          <a:blip r:embed="rId3">
            <a:alphaModFix/>
          </a:blip>
          <a:srcRect/>
          <a:stretch/>
        </p:blipFill>
        <p:spPr>
          <a:xfrm>
            <a:off x="479250" y="1089762"/>
            <a:ext cx="8185500" cy="486212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52"/>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Summary</a:t>
            </a:r>
            <a:endParaRPr sz="3600" dirty="0"/>
          </a:p>
        </p:txBody>
      </p:sp>
      <p:sp>
        <p:nvSpPr>
          <p:cNvPr id="797" name="Google Shape;797;p52"/>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A5A5A5"/>
              </a:buClr>
              <a:buSzPts val="3600"/>
              <a:buNone/>
            </a:pPr>
            <a:r>
              <a:rPr lang="en-US" sz="2400" b="1" dirty="0">
                <a:solidFill>
                  <a:srgbClr val="A5A5A5"/>
                </a:solidFill>
              </a:rPr>
              <a:t>1NF: removing repeating group</a:t>
            </a:r>
            <a:endParaRPr sz="2400" dirty="0"/>
          </a:p>
          <a:p>
            <a:pPr marL="0" lvl="0" indent="0" algn="l" rtl="0">
              <a:lnSpc>
                <a:spcPct val="90000"/>
              </a:lnSpc>
              <a:spcBef>
                <a:spcPts val="1000"/>
              </a:spcBef>
              <a:spcAft>
                <a:spcPts val="0"/>
              </a:spcAft>
              <a:buClr>
                <a:schemeClr val="dk1"/>
              </a:buClr>
              <a:buSzPts val="3600"/>
              <a:buNone/>
            </a:pPr>
            <a:r>
              <a:rPr lang="en-US" sz="2400" b="1" dirty="0"/>
              <a:t>2NF: removing partial dependency</a:t>
            </a:r>
            <a:endParaRPr sz="2400" dirty="0"/>
          </a:p>
          <a:p>
            <a:pPr marL="0" lvl="0" indent="0" algn="l" rtl="0">
              <a:lnSpc>
                <a:spcPct val="90000"/>
              </a:lnSpc>
              <a:spcBef>
                <a:spcPts val="1000"/>
              </a:spcBef>
              <a:spcAft>
                <a:spcPts val="0"/>
              </a:spcAft>
              <a:buClr>
                <a:srgbClr val="BFBFBF"/>
              </a:buClr>
              <a:buSzPts val="2400"/>
              <a:buNone/>
            </a:pPr>
            <a:r>
              <a:rPr lang="en-US" sz="2400" dirty="0">
                <a:solidFill>
                  <a:srgbClr val="BFBFBF"/>
                </a:solidFill>
              </a:rPr>
              <a:t>3NF: removing transitive dependency</a:t>
            </a:r>
            <a:endParaRPr sz="2400" dirty="0"/>
          </a:p>
          <a:p>
            <a:pPr marL="0" lvl="0" indent="0" algn="l" rtl="0">
              <a:lnSpc>
                <a:spcPct val="90000"/>
              </a:lnSpc>
              <a:spcBef>
                <a:spcPts val="1000"/>
              </a:spcBef>
              <a:spcAft>
                <a:spcPts val="0"/>
              </a:spcAft>
              <a:buClr>
                <a:srgbClr val="BFBFBF"/>
              </a:buClr>
              <a:buSzPts val="2400"/>
              <a:buNone/>
            </a:pPr>
            <a:r>
              <a:rPr lang="en-US" sz="2400" dirty="0">
                <a:solidFill>
                  <a:srgbClr val="BFBFBF"/>
                </a:solidFill>
              </a:rPr>
              <a:t>BCNF: removing non-candidate key determinant</a:t>
            </a:r>
            <a:r>
              <a:rPr lang="en-US" sz="2400" dirty="0"/>
              <a:t> </a:t>
            </a:r>
            <a:endParaRPr sz="2400" dirty="0"/>
          </a:p>
          <a:p>
            <a:pPr marL="228600" lvl="0" indent="-76200" algn="l" rtl="0">
              <a:lnSpc>
                <a:spcPct val="90000"/>
              </a:lnSpc>
              <a:spcBef>
                <a:spcPts val="1000"/>
              </a:spcBef>
              <a:spcAft>
                <a:spcPts val="0"/>
              </a:spcAft>
              <a:buClr>
                <a:schemeClr val="dk1"/>
              </a:buClr>
              <a:buSzPts val="2400"/>
              <a:buNone/>
            </a:pPr>
            <a:endParaRPr sz="2400" dirty="0"/>
          </a:p>
        </p:txBody>
      </p:sp>
      <p:sp>
        <p:nvSpPr>
          <p:cNvPr id="799" name="Google Shape;799;p52"/>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53"/>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PART 5: THIRD NORMAL FORM</a:t>
            </a:r>
            <a:endParaRPr sz="3600"/>
          </a:p>
        </p:txBody>
      </p:sp>
      <p:sp>
        <p:nvSpPr>
          <p:cNvPr id="807" name="Google Shape;807;p53"/>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52</a:t>
            </a:fld>
            <a:endParaRPr/>
          </a:p>
        </p:txBody>
      </p:sp>
      <p:grpSp>
        <p:nvGrpSpPr>
          <p:cNvPr id="809" name="Google Shape;809;p53"/>
          <p:cNvGrpSpPr/>
          <p:nvPr/>
        </p:nvGrpSpPr>
        <p:grpSpPr>
          <a:xfrm>
            <a:off x="900628" y="1398424"/>
            <a:ext cx="7342742" cy="4525610"/>
            <a:chOff x="271978" y="2557"/>
            <a:chExt cx="7342742" cy="4525610"/>
          </a:xfrm>
        </p:grpSpPr>
        <p:sp>
          <p:nvSpPr>
            <p:cNvPr id="810" name="Google Shape;810;p53"/>
            <p:cNvSpPr/>
            <p:nvPr/>
          </p:nvSpPr>
          <p:spPr>
            <a:xfrm>
              <a:off x="2272661" y="557582"/>
              <a:ext cx="429970" cy="91440"/>
            </a:xfrm>
            <a:custGeom>
              <a:avLst/>
              <a:gdLst/>
              <a:ahLst/>
              <a:cxnLst/>
              <a:rect l="l" t="t" r="r" b="b"/>
              <a:pathLst>
                <a:path w="120000" h="120000" extrusionOk="0">
                  <a:moveTo>
                    <a:pt x="0" y="60000"/>
                  </a:moveTo>
                  <a:lnTo>
                    <a:pt x="120000" y="60000"/>
                  </a:lnTo>
                </a:path>
              </a:pathLst>
            </a:custGeom>
            <a:noFill/>
            <a:ln w="9525" cap="flat" cmpd="sng">
              <a:solidFill>
                <a:schemeClr val="accent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53"/>
            <p:cNvSpPr txBox="1"/>
            <p:nvPr/>
          </p:nvSpPr>
          <p:spPr>
            <a:xfrm>
              <a:off x="2476132" y="60099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812" name="Google Shape;812;p53"/>
            <p:cNvSpPr/>
            <p:nvPr/>
          </p:nvSpPr>
          <p:spPr>
            <a:xfrm>
              <a:off x="271978" y="2557"/>
              <a:ext cx="2002482" cy="1201489"/>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53"/>
            <p:cNvSpPr txBox="1"/>
            <p:nvPr/>
          </p:nvSpPr>
          <p:spPr>
            <a:xfrm>
              <a:off x="271978" y="255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INTRODUCTION</a:t>
              </a:r>
              <a:endParaRPr sz="1900">
                <a:solidFill>
                  <a:schemeClr val="lt1"/>
                </a:solidFill>
                <a:latin typeface="Calibri"/>
                <a:ea typeface="Calibri"/>
                <a:cs typeface="Calibri"/>
                <a:sym typeface="Calibri"/>
              </a:endParaRPr>
            </a:p>
          </p:txBody>
        </p:sp>
        <p:sp>
          <p:nvSpPr>
            <p:cNvPr id="814" name="Google Shape;814;p53"/>
            <p:cNvSpPr/>
            <p:nvPr/>
          </p:nvSpPr>
          <p:spPr>
            <a:xfrm>
              <a:off x="5149867" y="557582"/>
              <a:ext cx="429970" cy="91440"/>
            </a:xfrm>
            <a:custGeom>
              <a:avLst/>
              <a:gdLst/>
              <a:ahLst/>
              <a:cxnLst/>
              <a:rect l="l" t="t" r="r" b="b"/>
              <a:pathLst>
                <a:path w="120000" h="120000" extrusionOk="0">
                  <a:moveTo>
                    <a:pt x="0" y="60000"/>
                  </a:moveTo>
                  <a:lnTo>
                    <a:pt x="120000" y="60000"/>
                  </a:lnTo>
                </a:path>
              </a:pathLst>
            </a:custGeom>
            <a:noFill/>
            <a:ln w="9525" cap="flat" cmpd="sng">
              <a:solidFill>
                <a:srgbClr val="B18A8A"/>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53"/>
            <p:cNvSpPr txBox="1"/>
            <p:nvPr/>
          </p:nvSpPr>
          <p:spPr>
            <a:xfrm>
              <a:off x="5353339" y="60099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816" name="Google Shape;816;p53"/>
            <p:cNvSpPr/>
            <p:nvPr/>
          </p:nvSpPr>
          <p:spPr>
            <a:xfrm>
              <a:off x="2735032" y="2557"/>
              <a:ext cx="2416635" cy="1201489"/>
            </a:xfrm>
            <a:prstGeom prst="rect">
              <a:avLst/>
            </a:prstGeom>
            <a:solidFill>
              <a:srgbClr val="AE8D8D"/>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53"/>
            <p:cNvSpPr txBox="1"/>
            <p:nvPr/>
          </p:nvSpPr>
          <p:spPr>
            <a:xfrm>
              <a:off x="2735032" y="2557"/>
              <a:ext cx="2416635"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1</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DATA ANAMOLIES</a:t>
              </a:r>
              <a:endParaRPr sz="1900">
                <a:solidFill>
                  <a:schemeClr val="lt1"/>
                </a:solidFill>
                <a:latin typeface="Calibri"/>
                <a:ea typeface="Calibri"/>
                <a:cs typeface="Calibri"/>
                <a:sym typeface="Calibri"/>
              </a:endParaRPr>
            </a:p>
          </p:txBody>
        </p:sp>
        <p:sp>
          <p:nvSpPr>
            <p:cNvPr id="818" name="Google Shape;818;p53"/>
            <p:cNvSpPr/>
            <p:nvPr/>
          </p:nvSpPr>
          <p:spPr>
            <a:xfrm>
              <a:off x="1273219" y="1202246"/>
              <a:ext cx="5340260" cy="429970"/>
            </a:xfrm>
            <a:custGeom>
              <a:avLst/>
              <a:gdLst/>
              <a:ahLst/>
              <a:cxnLst/>
              <a:rect l="l" t="t" r="r" b="b"/>
              <a:pathLst>
                <a:path w="120000" h="120000" extrusionOk="0">
                  <a:moveTo>
                    <a:pt x="120000" y="0"/>
                  </a:moveTo>
                  <a:lnTo>
                    <a:pt x="120000" y="64772"/>
                  </a:lnTo>
                  <a:lnTo>
                    <a:pt x="0" y="64772"/>
                  </a:lnTo>
                  <a:lnTo>
                    <a:pt x="0" y="120000"/>
                  </a:lnTo>
                </a:path>
              </a:pathLst>
            </a:custGeom>
            <a:noFill/>
            <a:ln w="9525" cap="flat" cmpd="sng">
              <a:solidFill>
                <a:srgbClr val="C06C6C"/>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53"/>
            <p:cNvSpPr txBox="1"/>
            <p:nvPr/>
          </p:nvSpPr>
          <p:spPr>
            <a:xfrm>
              <a:off x="3809347" y="1414929"/>
              <a:ext cx="268004"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820" name="Google Shape;820;p53"/>
            <p:cNvSpPr/>
            <p:nvPr/>
          </p:nvSpPr>
          <p:spPr>
            <a:xfrm>
              <a:off x="5612238" y="2557"/>
              <a:ext cx="2002482" cy="1201489"/>
            </a:xfrm>
            <a:prstGeom prst="rect">
              <a:avLst/>
            </a:prstGeom>
            <a:solidFill>
              <a:srgbClr val="B9767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53"/>
            <p:cNvSpPr txBox="1"/>
            <p:nvPr/>
          </p:nvSpPr>
          <p:spPr>
            <a:xfrm>
              <a:off x="5612238" y="255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2</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DEPENDENCIES</a:t>
              </a:r>
              <a:endParaRPr sz="1900">
                <a:solidFill>
                  <a:schemeClr val="lt1"/>
                </a:solidFill>
                <a:latin typeface="Calibri"/>
                <a:ea typeface="Calibri"/>
                <a:cs typeface="Calibri"/>
                <a:sym typeface="Calibri"/>
              </a:endParaRPr>
            </a:p>
          </p:txBody>
        </p:sp>
        <p:sp>
          <p:nvSpPr>
            <p:cNvPr id="822" name="Google Shape;822;p53"/>
            <p:cNvSpPr/>
            <p:nvPr/>
          </p:nvSpPr>
          <p:spPr>
            <a:xfrm>
              <a:off x="2272661" y="2219642"/>
              <a:ext cx="429970" cy="91440"/>
            </a:xfrm>
            <a:custGeom>
              <a:avLst/>
              <a:gdLst/>
              <a:ahLst/>
              <a:cxnLst/>
              <a:rect l="l" t="t" r="r" b="b"/>
              <a:pathLst>
                <a:path w="120000" h="120000" extrusionOk="0">
                  <a:moveTo>
                    <a:pt x="0" y="60000"/>
                  </a:moveTo>
                  <a:lnTo>
                    <a:pt x="120000" y="60000"/>
                  </a:lnTo>
                </a:path>
              </a:pathLst>
            </a:custGeom>
            <a:noFill/>
            <a:ln w="9525" cap="flat" cmpd="sng">
              <a:solidFill>
                <a:srgbClr val="D14A4A"/>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53"/>
            <p:cNvSpPr txBox="1"/>
            <p:nvPr/>
          </p:nvSpPr>
          <p:spPr>
            <a:xfrm>
              <a:off x="2476132" y="226305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824" name="Google Shape;824;p53"/>
            <p:cNvSpPr/>
            <p:nvPr/>
          </p:nvSpPr>
          <p:spPr>
            <a:xfrm>
              <a:off x="271978" y="1664617"/>
              <a:ext cx="2002482" cy="1201489"/>
            </a:xfrm>
            <a:prstGeom prst="rect">
              <a:avLst/>
            </a:prstGeom>
            <a:solidFill>
              <a:srgbClr val="C85B5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3"/>
            <p:cNvSpPr txBox="1"/>
            <p:nvPr/>
          </p:nvSpPr>
          <p:spPr>
            <a:xfrm>
              <a:off x="271978"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3</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FIRST NORMAL FORM </a:t>
              </a:r>
              <a:endParaRPr sz="1900">
                <a:solidFill>
                  <a:schemeClr val="lt1"/>
                </a:solidFill>
                <a:latin typeface="Calibri"/>
                <a:ea typeface="Calibri"/>
                <a:cs typeface="Calibri"/>
                <a:sym typeface="Calibri"/>
              </a:endParaRPr>
            </a:p>
          </p:txBody>
        </p:sp>
        <p:sp>
          <p:nvSpPr>
            <p:cNvPr id="826" name="Google Shape;826;p53"/>
            <p:cNvSpPr/>
            <p:nvPr/>
          </p:nvSpPr>
          <p:spPr>
            <a:xfrm>
              <a:off x="4735714" y="2219642"/>
              <a:ext cx="429970" cy="91440"/>
            </a:xfrm>
            <a:custGeom>
              <a:avLst/>
              <a:gdLst/>
              <a:ahLst/>
              <a:cxnLst/>
              <a:rect l="l" t="t" r="r" b="b"/>
              <a:pathLst>
                <a:path w="120000" h="120000" extrusionOk="0">
                  <a:moveTo>
                    <a:pt x="0" y="60000"/>
                  </a:moveTo>
                  <a:lnTo>
                    <a:pt x="120000" y="60000"/>
                  </a:lnTo>
                </a:path>
              </a:pathLst>
            </a:custGeom>
            <a:noFill/>
            <a:ln w="9525" cap="flat" cmpd="sng">
              <a:solidFill>
                <a:srgbClr val="E72527"/>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3"/>
            <p:cNvSpPr txBox="1"/>
            <p:nvPr/>
          </p:nvSpPr>
          <p:spPr>
            <a:xfrm>
              <a:off x="4939185" y="226305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828" name="Google Shape;828;p53"/>
            <p:cNvSpPr/>
            <p:nvPr/>
          </p:nvSpPr>
          <p:spPr>
            <a:xfrm>
              <a:off x="2735032" y="1664617"/>
              <a:ext cx="2002482" cy="1201489"/>
            </a:xfrm>
            <a:prstGeom prst="rect">
              <a:avLst/>
            </a:prstGeom>
            <a:solidFill>
              <a:srgbClr val="D83E3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3"/>
            <p:cNvSpPr txBox="1"/>
            <p:nvPr/>
          </p:nvSpPr>
          <p:spPr>
            <a:xfrm>
              <a:off x="2735032"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4</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SECOND NORMAL FORM </a:t>
              </a:r>
              <a:endParaRPr sz="1900">
                <a:solidFill>
                  <a:schemeClr val="lt1"/>
                </a:solidFill>
                <a:latin typeface="Calibri"/>
                <a:ea typeface="Calibri"/>
                <a:cs typeface="Calibri"/>
                <a:sym typeface="Calibri"/>
              </a:endParaRPr>
            </a:p>
          </p:txBody>
        </p:sp>
        <p:sp>
          <p:nvSpPr>
            <p:cNvPr id="830" name="Google Shape;830;p53"/>
            <p:cNvSpPr/>
            <p:nvPr/>
          </p:nvSpPr>
          <p:spPr>
            <a:xfrm>
              <a:off x="1273219" y="2864307"/>
              <a:ext cx="4926106" cy="429970"/>
            </a:xfrm>
            <a:custGeom>
              <a:avLst/>
              <a:gdLst/>
              <a:ahLst/>
              <a:cxnLst/>
              <a:rect l="l" t="t" r="r" b="b"/>
              <a:pathLst>
                <a:path w="120000" h="120000" extrusionOk="0">
                  <a:moveTo>
                    <a:pt x="120000" y="0"/>
                  </a:moveTo>
                  <a:lnTo>
                    <a:pt x="120000" y="64772"/>
                  </a:lnTo>
                  <a:lnTo>
                    <a:pt x="0" y="64772"/>
                  </a:lnTo>
                  <a:lnTo>
                    <a:pt x="0" y="120000"/>
                  </a:lnTo>
                </a:path>
              </a:pathLst>
            </a:custGeom>
            <a:noFill/>
            <a:ln w="9525" cap="flat" cmpd="sng">
              <a:solidFill>
                <a:srgbClr val="FE0000"/>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3"/>
            <p:cNvSpPr txBox="1"/>
            <p:nvPr/>
          </p:nvSpPr>
          <p:spPr>
            <a:xfrm>
              <a:off x="3612583" y="3076989"/>
              <a:ext cx="247379"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832" name="Google Shape;832;p53"/>
            <p:cNvSpPr/>
            <p:nvPr/>
          </p:nvSpPr>
          <p:spPr>
            <a:xfrm>
              <a:off x="5198085" y="1664617"/>
              <a:ext cx="2002482" cy="1201489"/>
            </a:xfrm>
            <a:prstGeom prst="rect">
              <a:avLst/>
            </a:prstGeom>
            <a:solidFill>
              <a:srgbClr val="E9212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3"/>
            <p:cNvSpPr txBox="1"/>
            <p:nvPr/>
          </p:nvSpPr>
          <p:spPr>
            <a:xfrm>
              <a:off x="5198085"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5</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THIRD NORMAL FORM </a:t>
              </a:r>
              <a:endParaRPr sz="1900">
                <a:solidFill>
                  <a:schemeClr val="lt1"/>
                </a:solidFill>
                <a:latin typeface="Calibri"/>
                <a:ea typeface="Calibri"/>
                <a:cs typeface="Calibri"/>
                <a:sym typeface="Calibri"/>
              </a:endParaRPr>
            </a:p>
          </p:txBody>
        </p:sp>
        <p:sp>
          <p:nvSpPr>
            <p:cNvPr id="834" name="Google Shape;834;p53"/>
            <p:cNvSpPr/>
            <p:nvPr/>
          </p:nvSpPr>
          <p:spPr>
            <a:xfrm>
              <a:off x="271978" y="3326678"/>
              <a:ext cx="2002482" cy="1201489"/>
            </a:xfrm>
            <a:prstGeom prst="rect">
              <a:avLst/>
            </a:prstGeom>
            <a:solidFill>
              <a:srgbClr val="FE000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3"/>
            <p:cNvSpPr txBox="1"/>
            <p:nvPr/>
          </p:nvSpPr>
          <p:spPr>
            <a:xfrm>
              <a:off x="271978" y="3326678"/>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6</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BOYCE-CODD NORMAL FORM</a:t>
              </a:r>
              <a:endParaRPr sz="1900">
                <a:solidFill>
                  <a:schemeClr val="lt1"/>
                </a:solidFill>
                <a:latin typeface="Calibri"/>
                <a:ea typeface="Calibri"/>
                <a:cs typeface="Calibri"/>
                <a:sym typeface="Calibri"/>
              </a:endParaRPr>
            </a:p>
          </p:txBody>
        </p:sp>
      </p:grpSp>
      <p:sp>
        <p:nvSpPr>
          <p:cNvPr id="836" name="Google Shape;836;p53"/>
          <p:cNvSpPr/>
          <p:nvPr/>
        </p:nvSpPr>
        <p:spPr>
          <a:xfrm>
            <a:off x="806562" y="1170554"/>
            <a:ext cx="7620681" cy="1469572"/>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7" name="Google Shape;837;p53"/>
          <p:cNvSpPr/>
          <p:nvPr/>
        </p:nvSpPr>
        <p:spPr>
          <a:xfrm>
            <a:off x="728663" y="4701501"/>
            <a:ext cx="2387034" cy="1292219"/>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8" name="Google Shape;838;p53"/>
          <p:cNvSpPr/>
          <p:nvPr/>
        </p:nvSpPr>
        <p:spPr>
          <a:xfrm>
            <a:off x="841943" y="3053216"/>
            <a:ext cx="4547508" cy="1292219"/>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4" name="Google Shape;844;p54"/>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rgbClr val="0070C0"/>
              </a:buClr>
              <a:buSzPts val="2400"/>
              <a:buChar char="•"/>
            </a:pPr>
            <a:r>
              <a:rPr lang="en-US" sz="2400" b="1" dirty="0">
                <a:solidFill>
                  <a:srgbClr val="0070C0"/>
                </a:solidFill>
              </a:rPr>
              <a:t>3NF</a:t>
            </a:r>
            <a:r>
              <a:rPr lang="en-US" sz="2400" dirty="0"/>
              <a:t>:  A relation that is in 1NF and 2NF and in which no non-primary key attribute is </a:t>
            </a:r>
            <a:r>
              <a:rPr lang="en-US" sz="2400" b="1" dirty="0">
                <a:solidFill>
                  <a:srgbClr val="0070C0"/>
                </a:solidFill>
              </a:rPr>
              <a:t>transitively dependent </a:t>
            </a:r>
            <a:r>
              <a:rPr lang="en-US" sz="2400" dirty="0"/>
              <a:t>on the primary key.</a:t>
            </a:r>
            <a:endParaRPr sz="2400" dirty="0"/>
          </a:p>
          <a:p>
            <a:pPr marL="228600" lvl="0" indent="-228600" algn="l" rtl="0">
              <a:lnSpc>
                <a:spcPct val="90000"/>
              </a:lnSpc>
              <a:spcBef>
                <a:spcPts val="1000"/>
              </a:spcBef>
              <a:spcAft>
                <a:spcPts val="0"/>
              </a:spcAft>
              <a:buClr>
                <a:schemeClr val="dk1"/>
              </a:buClr>
              <a:buSzPts val="2400"/>
              <a:buChar char="•"/>
            </a:pPr>
            <a:r>
              <a:rPr lang="en-US" sz="2400" dirty="0"/>
              <a:t>2NF relations may still suffer from </a:t>
            </a:r>
            <a:r>
              <a:rPr lang="en-US" sz="2400" b="1" dirty="0">
                <a:solidFill>
                  <a:srgbClr val="830E3E"/>
                </a:solidFill>
              </a:rPr>
              <a:t>update anomalies</a:t>
            </a:r>
            <a:r>
              <a:rPr lang="en-US" sz="2400" dirty="0"/>
              <a:t>.</a:t>
            </a:r>
            <a:endParaRPr sz="2400" dirty="0"/>
          </a:p>
          <a:p>
            <a:pPr marL="228600" lvl="0" indent="-228600" algn="l" rtl="0">
              <a:lnSpc>
                <a:spcPct val="90000"/>
              </a:lnSpc>
              <a:spcBef>
                <a:spcPts val="1000"/>
              </a:spcBef>
              <a:spcAft>
                <a:spcPts val="0"/>
              </a:spcAft>
              <a:buClr>
                <a:schemeClr val="dk1"/>
              </a:buClr>
              <a:buSzPts val="2400"/>
              <a:buChar char="•"/>
            </a:pPr>
            <a:r>
              <a:rPr lang="en-US" sz="2400" dirty="0"/>
              <a:t>This update anomaly is caused by a transitive dependency.</a:t>
            </a:r>
            <a:endParaRPr sz="2400" dirty="0"/>
          </a:p>
          <a:p>
            <a:pPr marL="228600" lvl="0" indent="-228600" algn="l" rtl="0">
              <a:lnSpc>
                <a:spcPct val="90000"/>
              </a:lnSpc>
              <a:spcBef>
                <a:spcPts val="1000"/>
              </a:spcBef>
              <a:spcAft>
                <a:spcPts val="0"/>
              </a:spcAft>
              <a:buClr>
                <a:schemeClr val="dk1"/>
              </a:buClr>
              <a:buSzPts val="2400"/>
              <a:buChar char="•"/>
            </a:pPr>
            <a:r>
              <a:rPr lang="en-US" sz="2400" dirty="0"/>
              <a:t>The normalization of 2NF into 3NF involves the removal of transitive dependency.</a:t>
            </a:r>
            <a:endParaRPr sz="2400" dirty="0"/>
          </a:p>
          <a:p>
            <a:pPr marL="228600" lvl="0" indent="-228600" algn="l" rtl="0">
              <a:lnSpc>
                <a:spcPct val="90000"/>
              </a:lnSpc>
              <a:spcBef>
                <a:spcPts val="1000"/>
              </a:spcBef>
              <a:spcAft>
                <a:spcPts val="0"/>
              </a:spcAft>
              <a:buClr>
                <a:schemeClr val="dk1"/>
              </a:buClr>
              <a:buSzPts val="2400"/>
              <a:buChar char="•"/>
            </a:pPr>
            <a:r>
              <a:rPr lang="en-US" sz="2400" dirty="0"/>
              <a:t>If a transitive dependency exists, move the transitively dependent attribute(s) from the relation by placing the attribute(s) in a new relation along with a copy of the determinant.</a:t>
            </a:r>
            <a:endParaRPr sz="2400" dirty="0"/>
          </a:p>
          <a:p>
            <a:pPr marL="228600" lvl="0" indent="-76200" algn="l" rtl="0">
              <a:lnSpc>
                <a:spcPct val="90000"/>
              </a:lnSpc>
              <a:spcBef>
                <a:spcPts val="1000"/>
              </a:spcBef>
              <a:spcAft>
                <a:spcPts val="0"/>
              </a:spcAft>
              <a:buClr>
                <a:schemeClr val="dk1"/>
              </a:buClr>
              <a:buSzPts val="2400"/>
              <a:buNone/>
            </a:pPr>
            <a:endParaRPr sz="2400" dirty="0"/>
          </a:p>
          <a:p>
            <a:pPr marL="228600" lvl="0" indent="-76200" algn="l" rtl="0">
              <a:lnSpc>
                <a:spcPct val="90000"/>
              </a:lnSpc>
              <a:spcBef>
                <a:spcPts val="1000"/>
              </a:spcBef>
              <a:spcAft>
                <a:spcPts val="0"/>
              </a:spcAft>
              <a:buClr>
                <a:schemeClr val="dk1"/>
              </a:buClr>
              <a:buSzPts val="2400"/>
              <a:buNone/>
            </a:pPr>
            <a:endParaRPr sz="2400" dirty="0"/>
          </a:p>
        </p:txBody>
      </p:sp>
      <p:sp>
        <p:nvSpPr>
          <p:cNvPr id="845" name="Google Shape;845;p54"/>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Third Normal Form (3NF)</a:t>
            </a:r>
            <a:endParaRPr sz="3600"/>
          </a:p>
        </p:txBody>
      </p:sp>
      <p:sp>
        <p:nvSpPr>
          <p:cNvPr id="847" name="Google Shape;847;p54"/>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55"/>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2NF to 3NF: What to do?</a:t>
            </a:r>
            <a:endParaRPr sz="3600" dirty="0"/>
          </a:p>
        </p:txBody>
      </p:sp>
      <p:sp>
        <p:nvSpPr>
          <p:cNvPr id="854" name="Google Shape;854;p55"/>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List FDs for all 2NF relations.</a:t>
            </a:r>
            <a:endParaRPr sz="2400" dirty="0"/>
          </a:p>
          <a:p>
            <a:pPr marL="228600" lvl="0" indent="-228600" algn="l" rtl="0">
              <a:lnSpc>
                <a:spcPct val="90000"/>
              </a:lnSpc>
              <a:spcBef>
                <a:spcPts val="1000"/>
              </a:spcBef>
              <a:spcAft>
                <a:spcPts val="0"/>
              </a:spcAft>
              <a:buClr>
                <a:schemeClr val="dk1"/>
              </a:buClr>
              <a:buSzPts val="2400"/>
              <a:buChar char="•"/>
            </a:pPr>
            <a:r>
              <a:rPr lang="en-US" sz="2400" dirty="0"/>
              <a:t>Examine each FDs by looking for transitive dependencies</a:t>
            </a:r>
            <a:endParaRPr sz="2400" dirty="0"/>
          </a:p>
          <a:p>
            <a:pPr marL="228600" lvl="0" indent="-228600" algn="l" rtl="0">
              <a:lnSpc>
                <a:spcPct val="90000"/>
              </a:lnSpc>
              <a:spcBef>
                <a:spcPts val="1000"/>
              </a:spcBef>
              <a:spcAft>
                <a:spcPts val="0"/>
              </a:spcAft>
              <a:buClr>
                <a:schemeClr val="dk1"/>
              </a:buClr>
              <a:buSzPts val="2400"/>
              <a:buChar char="•"/>
            </a:pPr>
            <a:r>
              <a:rPr lang="en-US" sz="2400" dirty="0"/>
              <a:t>If transitive dependencies exist on the primary key,  remove them by placing them in a new relation along with a copy of their determinant.</a:t>
            </a:r>
            <a:endParaRPr sz="2400" dirty="0"/>
          </a:p>
          <a:p>
            <a:pPr marL="228600" lvl="0" indent="-76200" algn="l" rtl="0">
              <a:lnSpc>
                <a:spcPct val="90000"/>
              </a:lnSpc>
              <a:spcBef>
                <a:spcPts val="1000"/>
              </a:spcBef>
              <a:spcAft>
                <a:spcPts val="0"/>
              </a:spcAft>
              <a:buClr>
                <a:schemeClr val="dk1"/>
              </a:buClr>
              <a:buSzPts val="2400"/>
              <a:buNone/>
            </a:pPr>
            <a:endParaRPr sz="2400" dirty="0"/>
          </a:p>
          <a:p>
            <a:pPr marL="228600" lvl="0" indent="-76200" algn="l" rtl="0">
              <a:lnSpc>
                <a:spcPct val="90000"/>
              </a:lnSpc>
              <a:spcBef>
                <a:spcPts val="1000"/>
              </a:spcBef>
              <a:spcAft>
                <a:spcPts val="0"/>
              </a:spcAft>
              <a:buClr>
                <a:schemeClr val="dk1"/>
              </a:buClr>
              <a:buSzPts val="2400"/>
              <a:buNone/>
            </a:pPr>
            <a:endParaRPr sz="2400" dirty="0"/>
          </a:p>
        </p:txBody>
      </p:sp>
      <p:sp>
        <p:nvSpPr>
          <p:cNvPr id="856" name="Google Shape;856;p55"/>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56"/>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3NF: Example</a:t>
            </a:r>
            <a:endParaRPr sz="3600" dirty="0"/>
          </a:p>
        </p:txBody>
      </p:sp>
      <p:sp>
        <p:nvSpPr>
          <p:cNvPr id="864" name="Google Shape;864;p56"/>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55</a:t>
            </a:fld>
            <a:endParaRPr/>
          </a:p>
        </p:txBody>
      </p:sp>
      <p:sp>
        <p:nvSpPr>
          <p:cNvPr id="866" name="Google Shape;866;p56"/>
          <p:cNvSpPr txBox="1"/>
          <p:nvPr/>
        </p:nvSpPr>
        <p:spPr>
          <a:xfrm>
            <a:off x="381000" y="1828800"/>
            <a:ext cx="8534400" cy="3139321"/>
          </a:xfrm>
          <a:prstGeom prst="rect">
            <a:avLst/>
          </a:prstGeom>
          <a:solidFill>
            <a:schemeClr val="accent5">
              <a:lumMod val="20000"/>
              <a:lumOff val="80000"/>
            </a:scheme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Client (</a:t>
            </a:r>
            <a:r>
              <a:rPr lang="en-US" sz="1800" u="sng" dirty="0" err="1">
                <a:solidFill>
                  <a:schemeClr val="dk1"/>
                </a:solidFill>
                <a:latin typeface="Calibri"/>
                <a:ea typeface="Calibri"/>
                <a:cs typeface="Calibri"/>
                <a:sym typeface="Calibri"/>
              </a:rPr>
              <a:t>clientNo</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clientName</a:t>
            </a:r>
            <a:r>
              <a:rPr lang="en-US" sz="1800" dirty="0">
                <a:solidFill>
                  <a:schemeClr val="dk1"/>
                </a:solidFill>
                <a:latin typeface="Calibri"/>
                <a:ea typeface="Calibri"/>
                <a:cs typeface="Calibri"/>
                <a:sym typeface="Calibri"/>
              </a:rPr>
              <a:t>)</a:t>
            </a:r>
            <a:endParaRPr dirty="0"/>
          </a:p>
          <a:p>
            <a:pPr marL="514350" marR="0" lvl="0" indent="-514350" algn="l" rtl="0">
              <a:spcBef>
                <a:spcPts val="0"/>
              </a:spcBef>
              <a:spcAft>
                <a:spcPts val="0"/>
              </a:spcAft>
              <a:buClr>
                <a:schemeClr val="dk1"/>
              </a:buClr>
              <a:buSzPts val="1800"/>
              <a:buFont typeface="Calibri"/>
              <a:buAutoNum type="romanLcPeriod"/>
            </a:pPr>
            <a:r>
              <a:rPr lang="en-US" sz="1800" dirty="0">
                <a:solidFill>
                  <a:schemeClr val="dk1"/>
                </a:solidFill>
                <a:latin typeface="Calibri"/>
                <a:ea typeface="Calibri"/>
                <a:cs typeface="Calibri"/>
                <a:sym typeface="Calibri"/>
              </a:rPr>
              <a:t> FD2 :  </a:t>
            </a:r>
            <a:r>
              <a:rPr lang="en-US" sz="1800" dirty="0" err="1">
                <a:solidFill>
                  <a:schemeClr val="dk1"/>
                </a:solidFill>
                <a:latin typeface="Calibri"/>
                <a:ea typeface="Calibri"/>
                <a:cs typeface="Calibri"/>
                <a:sym typeface="Calibri"/>
              </a:rPr>
              <a:t>clientNo</a:t>
            </a:r>
            <a:r>
              <a:rPr lang="en-US" sz="1800" dirty="0">
                <a:solidFill>
                  <a:schemeClr val="dk1"/>
                </a:solidFill>
                <a:latin typeface="Calibri"/>
                <a:ea typeface="Calibri"/>
                <a:cs typeface="Calibri"/>
                <a:sym typeface="Calibri"/>
              </a:rPr>
              <a:t> → </a:t>
            </a:r>
            <a:r>
              <a:rPr lang="en-US" sz="1800" dirty="0" err="1">
                <a:solidFill>
                  <a:schemeClr val="dk1"/>
                </a:solidFill>
                <a:latin typeface="Calibri"/>
                <a:ea typeface="Calibri"/>
                <a:cs typeface="Calibri"/>
                <a:sym typeface="Calibri"/>
              </a:rPr>
              <a:t>cName</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b="1" dirty="0">
              <a:solidFill>
                <a:srgbClr val="0033CC"/>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Rental (</a:t>
            </a:r>
            <a:r>
              <a:rPr lang="en-US" sz="1800" u="sng" dirty="0" err="1">
                <a:solidFill>
                  <a:schemeClr val="dk1"/>
                </a:solidFill>
                <a:latin typeface="Calibri"/>
                <a:ea typeface="Calibri"/>
                <a:cs typeface="Calibri"/>
                <a:sym typeface="Calibri"/>
              </a:rPr>
              <a:t>clientNo</a:t>
            </a:r>
            <a:r>
              <a:rPr lang="en-US" sz="1800" dirty="0">
                <a:solidFill>
                  <a:schemeClr val="dk1"/>
                </a:solidFill>
                <a:latin typeface="Calibri"/>
                <a:ea typeface="Calibri"/>
                <a:cs typeface="Calibri"/>
                <a:sym typeface="Calibri"/>
              </a:rPr>
              <a:t>, </a:t>
            </a:r>
            <a:r>
              <a:rPr lang="en-US" sz="1800" u="sng" dirty="0" err="1">
                <a:solidFill>
                  <a:schemeClr val="dk1"/>
                </a:solidFill>
                <a:latin typeface="Calibri"/>
                <a:ea typeface="Calibri"/>
                <a:cs typeface="Calibri"/>
                <a:sym typeface="Calibri"/>
              </a:rPr>
              <a:t>propertyNo</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rentStart</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rentFinish</a:t>
            </a:r>
            <a:r>
              <a:rPr lang="en-US" sz="1800" dirty="0">
                <a:solidFill>
                  <a:schemeClr val="dk1"/>
                </a:solidFill>
                <a:latin typeface="Calibri"/>
                <a:ea typeface="Calibri"/>
                <a:cs typeface="Calibri"/>
                <a:sym typeface="Calibri"/>
              </a:rPr>
              <a:t>)</a:t>
            </a:r>
            <a:endParaRPr dirty="0"/>
          </a:p>
          <a:p>
            <a:pPr marL="514350" marR="0" lvl="0" indent="-514350" algn="l" rtl="0">
              <a:spcBef>
                <a:spcPts val="0"/>
              </a:spcBef>
              <a:spcAft>
                <a:spcPts val="0"/>
              </a:spcAft>
              <a:buClr>
                <a:schemeClr val="dk1"/>
              </a:buClr>
              <a:buSzPts val="1800"/>
              <a:buFont typeface="Calibri"/>
              <a:buAutoNum type="romanLcPeriod"/>
            </a:pPr>
            <a:r>
              <a:rPr lang="en-US" sz="1800" dirty="0">
                <a:solidFill>
                  <a:schemeClr val="dk1"/>
                </a:solidFill>
                <a:latin typeface="Calibri"/>
                <a:ea typeface="Calibri"/>
                <a:cs typeface="Calibri"/>
                <a:sym typeface="Calibri"/>
              </a:rPr>
              <a:t>FD1  :  </a:t>
            </a:r>
            <a:r>
              <a:rPr lang="en-US" sz="1800" dirty="0" err="1">
                <a:solidFill>
                  <a:schemeClr val="dk1"/>
                </a:solidFill>
                <a:latin typeface="Calibri"/>
                <a:ea typeface="Calibri"/>
                <a:cs typeface="Calibri"/>
                <a:sym typeface="Calibri"/>
              </a:rPr>
              <a:t>clientNo</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propertyNo</a:t>
            </a:r>
            <a:r>
              <a:rPr lang="en-US" sz="1800" dirty="0">
                <a:solidFill>
                  <a:schemeClr val="dk1"/>
                </a:solidFill>
                <a:latin typeface="Calibri"/>
                <a:ea typeface="Calibri"/>
                <a:cs typeface="Calibri"/>
                <a:sym typeface="Calibri"/>
              </a:rPr>
              <a:t> → </a:t>
            </a:r>
            <a:r>
              <a:rPr lang="en-US" sz="1800" dirty="0" err="1">
                <a:solidFill>
                  <a:schemeClr val="dk1"/>
                </a:solidFill>
                <a:latin typeface="Calibri"/>
                <a:ea typeface="Calibri"/>
                <a:cs typeface="Calibri"/>
                <a:sym typeface="Calibri"/>
              </a:rPr>
              <a:t>rentStart</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rentFinish</a:t>
            </a:r>
            <a:endParaRPr sz="1800" dirty="0">
              <a:solidFill>
                <a:schemeClr val="dk1"/>
              </a:solidFill>
              <a:latin typeface="Calibri"/>
              <a:ea typeface="Calibri"/>
              <a:cs typeface="Calibri"/>
              <a:sym typeface="Calibri"/>
            </a:endParaRPr>
          </a:p>
          <a:p>
            <a:pPr marL="514350" marR="0" lvl="0" indent="-514350" algn="l" rtl="0">
              <a:spcBef>
                <a:spcPts val="0"/>
              </a:spcBef>
              <a:spcAft>
                <a:spcPts val="0"/>
              </a:spcAft>
              <a:buClr>
                <a:schemeClr val="dk1"/>
              </a:buClr>
              <a:buSzPts val="1800"/>
              <a:buFont typeface="Calibri"/>
              <a:buAutoNum type="romanLcPeriod"/>
            </a:pPr>
            <a:r>
              <a:rPr lang="en-US" sz="1800" dirty="0">
                <a:solidFill>
                  <a:schemeClr val="dk1"/>
                </a:solidFill>
                <a:latin typeface="Calibri"/>
                <a:ea typeface="Calibri"/>
                <a:cs typeface="Calibri"/>
                <a:sym typeface="Calibri"/>
              </a:rPr>
              <a:t>FD5’ :  </a:t>
            </a:r>
            <a:r>
              <a:rPr lang="en-US" sz="1800" dirty="0" err="1">
                <a:solidFill>
                  <a:schemeClr val="dk1"/>
                </a:solidFill>
                <a:latin typeface="Calibri"/>
                <a:ea typeface="Calibri"/>
                <a:cs typeface="Calibri"/>
                <a:sym typeface="Calibri"/>
              </a:rPr>
              <a:t>clientNo</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rentStart</a:t>
            </a:r>
            <a:r>
              <a:rPr lang="en-US" sz="1800" dirty="0">
                <a:solidFill>
                  <a:schemeClr val="dk1"/>
                </a:solidFill>
                <a:latin typeface="Calibri"/>
                <a:ea typeface="Calibri"/>
                <a:cs typeface="Calibri"/>
                <a:sym typeface="Calibri"/>
              </a:rPr>
              <a:t> → </a:t>
            </a:r>
            <a:r>
              <a:rPr lang="en-US" sz="1800" dirty="0" err="1">
                <a:solidFill>
                  <a:schemeClr val="dk1"/>
                </a:solidFill>
                <a:latin typeface="Calibri"/>
                <a:ea typeface="Calibri"/>
                <a:cs typeface="Calibri"/>
                <a:sym typeface="Calibri"/>
              </a:rPr>
              <a:t>propertyNo</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rentFinish</a:t>
            </a:r>
            <a:endParaRPr sz="1800" dirty="0">
              <a:solidFill>
                <a:schemeClr val="dk1"/>
              </a:solidFill>
              <a:latin typeface="Calibri"/>
              <a:ea typeface="Calibri"/>
              <a:cs typeface="Calibri"/>
              <a:sym typeface="Calibri"/>
            </a:endParaRPr>
          </a:p>
          <a:p>
            <a:pPr marL="514350" marR="0" lvl="0" indent="-514350" algn="l" rtl="0">
              <a:spcBef>
                <a:spcPts val="0"/>
              </a:spcBef>
              <a:spcAft>
                <a:spcPts val="0"/>
              </a:spcAft>
              <a:buClr>
                <a:schemeClr val="dk1"/>
              </a:buClr>
              <a:buSzPts val="1800"/>
              <a:buFont typeface="Calibri"/>
              <a:buAutoNum type="romanLcPeriod"/>
            </a:pPr>
            <a:r>
              <a:rPr lang="en-US" sz="1800" dirty="0">
                <a:solidFill>
                  <a:schemeClr val="dk1"/>
                </a:solidFill>
                <a:latin typeface="Calibri"/>
                <a:ea typeface="Calibri"/>
                <a:cs typeface="Calibri"/>
                <a:sym typeface="Calibri"/>
              </a:rPr>
              <a:t>FD6’ :  </a:t>
            </a:r>
            <a:r>
              <a:rPr lang="en-US" sz="1800" dirty="0" err="1">
                <a:solidFill>
                  <a:schemeClr val="dk1"/>
                </a:solidFill>
                <a:latin typeface="Calibri"/>
                <a:ea typeface="Calibri"/>
                <a:cs typeface="Calibri"/>
                <a:sym typeface="Calibri"/>
              </a:rPr>
              <a:t>propertyNo</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rentStart</a:t>
            </a:r>
            <a:r>
              <a:rPr lang="en-US" sz="1800" dirty="0">
                <a:solidFill>
                  <a:schemeClr val="dk1"/>
                </a:solidFill>
                <a:latin typeface="Calibri"/>
                <a:ea typeface="Calibri"/>
                <a:cs typeface="Calibri"/>
                <a:sym typeface="Calibri"/>
              </a:rPr>
              <a:t> → </a:t>
            </a:r>
            <a:r>
              <a:rPr lang="en-US" sz="1800" dirty="0" err="1">
                <a:solidFill>
                  <a:schemeClr val="dk1"/>
                </a:solidFill>
                <a:latin typeface="Calibri"/>
                <a:ea typeface="Calibri"/>
                <a:cs typeface="Calibri"/>
                <a:sym typeface="Calibri"/>
              </a:rPr>
              <a:t>clientNo</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rentFinish</a:t>
            </a:r>
            <a:endParaRPr sz="1800" b="1" dirty="0">
              <a:solidFill>
                <a:srgbClr val="0033CC"/>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err="1">
                <a:solidFill>
                  <a:schemeClr val="dk1"/>
                </a:solidFill>
                <a:latin typeface="Calibri"/>
                <a:ea typeface="Calibri"/>
                <a:cs typeface="Calibri"/>
                <a:sym typeface="Calibri"/>
              </a:rPr>
              <a:t>PropertyOwner</a:t>
            </a:r>
            <a:r>
              <a:rPr lang="en-US" sz="1800" dirty="0">
                <a:solidFill>
                  <a:schemeClr val="dk1"/>
                </a:solidFill>
                <a:latin typeface="Calibri"/>
                <a:ea typeface="Calibri"/>
                <a:cs typeface="Calibri"/>
                <a:sym typeface="Calibri"/>
              </a:rPr>
              <a:t> (</a:t>
            </a:r>
            <a:r>
              <a:rPr lang="en-US" sz="1800" u="sng" dirty="0" err="1">
                <a:solidFill>
                  <a:schemeClr val="dk1"/>
                </a:solidFill>
                <a:latin typeface="Calibri"/>
                <a:ea typeface="Calibri"/>
                <a:cs typeface="Calibri"/>
                <a:sym typeface="Calibri"/>
              </a:rPr>
              <a:t>propertyNo</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pAddress</a:t>
            </a:r>
            <a:r>
              <a:rPr lang="en-US" sz="1800" dirty="0">
                <a:solidFill>
                  <a:schemeClr val="dk1"/>
                </a:solidFill>
                <a:latin typeface="Calibri"/>
                <a:ea typeface="Calibri"/>
                <a:cs typeface="Calibri"/>
                <a:sym typeface="Calibri"/>
              </a:rPr>
              <a:t>, rent, </a:t>
            </a:r>
            <a:r>
              <a:rPr lang="en-US" sz="1800" dirty="0" err="1">
                <a:solidFill>
                  <a:schemeClr val="dk1"/>
                </a:solidFill>
                <a:latin typeface="Calibri"/>
                <a:ea typeface="Calibri"/>
                <a:cs typeface="Calibri"/>
                <a:sym typeface="Calibri"/>
              </a:rPr>
              <a:t>ownerNo</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oName</a:t>
            </a:r>
            <a:r>
              <a:rPr lang="en-US" sz="1800" dirty="0">
                <a:solidFill>
                  <a:schemeClr val="dk1"/>
                </a:solidFill>
                <a:latin typeface="Calibri"/>
                <a:ea typeface="Calibri"/>
                <a:cs typeface="Calibri"/>
                <a:sym typeface="Calibri"/>
              </a:rPr>
              <a:t>)</a:t>
            </a:r>
            <a:endParaRPr dirty="0"/>
          </a:p>
          <a:p>
            <a:pPr marL="514350" marR="0" lvl="0" indent="-514350" algn="l" rtl="0">
              <a:spcBef>
                <a:spcPts val="0"/>
              </a:spcBef>
              <a:spcAft>
                <a:spcPts val="0"/>
              </a:spcAft>
              <a:buClr>
                <a:schemeClr val="dk1"/>
              </a:buClr>
              <a:buSzPts val="1800"/>
              <a:buFont typeface="Calibri"/>
              <a:buAutoNum type="romanLcPeriod"/>
            </a:pPr>
            <a:r>
              <a:rPr lang="en-US" sz="1800" dirty="0">
                <a:solidFill>
                  <a:schemeClr val="dk1"/>
                </a:solidFill>
                <a:latin typeface="Calibri"/>
                <a:ea typeface="Calibri"/>
                <a:cs typeface="Calibri"/>
                <a:sym typeface="Calibri"/>
              </a:rPr>
              <a:t>FD3 :  </a:t>
            </a:r>
            <a:r>
              <a:rPr lang="en-US" sz="1800" dirty="0" err="1">
                <a:solidFill>
                  <a:schemeClr val="dk1"/>
                </a:solidFill>
                <a:latin typeface="Calibri"/>
                <a:ea typeface="Calibri"/>
                <a:cs typeface="Calibri"/>
                <a:sym typeface="Calibri"/>
              </a:rPr>
              <a:t>propertyNo</a:t>
            </a:r>
            <a:r>
              <a:rPr lang="en-US" sz="1800" dirty="0">
                <a:solidFill>
                  <a:schemeClr val="dk1"/>
                </a:solidFill>
                <a:latin typeface="Calibri"/>
                <a:ea typeface="Calibri"/>
                <a:cs typeface="Calibri"/>
                <a:sym typeface="Calibri"/>
              </a:rPr>
              <a:t> → </a:t>
            </a:r>
            <a:r>
              <a:rPr lang="en-US" sz="1800" dirty="0" err="1">
                <a:solidFill>
                  <a:schemeClr val="dk1"/>
                </a:solidFill>
                <a:latin typeface="Calibri"/>
                <a:ea typeface="Calibri"/>
                <a:cs typeface="Calibri"/>
                <a:sym typeface="Calibri"/>
              </a:rPr>
              <a:t>pAddress</a:t>
            </a:r>
            <a:r>
              <a:rPr lang="en-US" sz="1800" dirty="0">
                <a:solidFill>
                  <a:schemeClr val="dk1"/>
                </a:solidFill>
                <a:latin typeface="Calibri"/>
                <a:ea typeface="Calibri"/>
                <a:cs typeface="Calibri"/>
                <a:sym typeface="Calibri"/>
              </a:rPr>
              <a:t>, rent, </a:t>
            </a:r>
            <a:r>
              <a:rPr lang="en-US" sz="1800" dirty="0" err="1">
                <a:solidFill>
                  <a:schemeClr val="dk1"/>
                </a:solidFill>
                <a:latin typeface="Calibri"/>
                <a:ea typeface="Calibri"/>
                <a:cs typeface="Calibri"/>
                <a:sym typeface="Calibri"/>
              </a:rPr>
              <a:t>ownerNo</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oName</a:t>
            </a:r>
            <a:endParaRPr sz="1800" dirty="0">
              <a:solidFill>
                <a:schemeClr val="dk1"/>
              </a:solidFill>
              <a:latin typeface="Calibri"/>
              <a:ea typeface="Calibri"/>
              <a:cs typeface="Calibri"/>
              <a:sym typeface="Calibri"/>
            </a:endParaRPr>
          </a:p>
          <a:p>
            <a:pPr marL="514350" marR="0" lvl="0" indent="-514350" algn="l" rtl="0">
              <a:spcBef>
                <a:spcPts val="0"/>
              </a:spcBef>
              <a:spcAft>
                <a:spcPts val="0"/>
              </a:spcAft>
              <a:buClr>
                <a:srgbClr val="FF0000"/>
              </a:buClr>
              <a:buSzPts val="1800"/>
              <a:buFont typeface="Calibri"/>
              <a:buAutoNum type="romanLcPeriod"/>
            </a:pPr>
            <a:r>
              <a:rPr lang="en-US" sz="1800" b="1" dirty="0">
                <a:solidFill>
                  <a:srgbClr val="FF0000"/>
                </a:solidFill>
                <a:latin typeface="Calibri"/>
                <a:ea typeface="Calibri"/>
                <a:cs typeface="Calibri"/>
                <a:sym typeface="Calibri"/>
              </a:rPr>
              <a:t>FD4 :  </a:t>
            </a:r>
            <a:r>
              <a:rPr lang="en-US" sz="1800" b="1" dirty="0" err="1">
                <a:solidFill>
                  <a:srgbClr val="FF0000"/>
                </a:solidFill>
                <a:latin typeface="Calibri"/>
                <a:ea typeface="Calibri"/>
                <a:cs typeface="Calibri"/>
                <a:sym typeface="Calibri"/>
              </a:rPr>
              <a:t>ownerNo</a:t>
            </a:r>
            <a:r>
              <a:rPr lang="en-US" sz="1800" b="1" dirty="0">
                <a:solidFill>
                  <a:srgbClr val="FF0000"/>
                </a:solidFill>
                <a:latin typeface="Calibri"/>
                <a:ea typeface="Calibri"/>
                <a:cs typeface="Calibri"/>
                <a:sym typeface="Calibri"/>
              </a:rPr>
              <a:t> → </a:t>
            </a:r>
            <a:r>
              <a:rPr lang="en-US" sz="1800" b="1" dirty="0" err="1">
                <a:solidFill>
                  <a:srgbClr val="FF0000"/>
                </a:solidFill>
                <a:latin typeface="Calibri"/>
                <a:ea typeface="Calibri"/>
                <a:cs typeface="Calibri"/>
                <a:sym typeface="Calibri"/>
              </a:rPr>
              <a:t>oName</a:t>
            </a:r>
            <a:r>
              <a:rPr lang="en-US" sz="1800" b="1" dirty="0">
                <a:solidFill>
                  <a:srgbClr val="FF0000"/>
                </a:solidFill>
                <a:latin typeface="Calibri"/>
                <a:ea typeface="Calibri"/>
                <a:cs typeface="Calibri"/>
                <a:sym typeface="Calibri"/>
              </a:rPr>
              <a:t>  </a:t>
            </a:r>
            <a:r>
              <a:rPr lang="en-US" sz="1800" b="1" i="1" dirty="0">
                <a:solidFill>
                  <a:srgbClr val="FF0000"/>
                </a:solidFill>
                <a:latin typeface="Calibri"/>
                <a:ea typeface="Calibri"/>
                <a:cs typeface="Calibri"/>
                <a:sym typeface="Calibri"/>
              </a:rPr>
              <a:t>(Transitive dependency)</a:t>
            </a:r>
            <a:endParaRPr dirty="0"/>
          </a:p>
        </p:txBody>
      </p:sp>
      <p:sp>
        <p:nvSpPr>
          <p:cNvPr id="867" name="Google Shape;867;p56"/>
          <p:cNvSpPr txBox="1"/>
          <p:nvPr/>
        </p:nvSpPr>
        <p:spPr>
          <a:xfrm>
            <a:off x="3352800" y="1295400"/>
            <a:ext cx="2438400" cy="400110"/>
          </a:xfrm>
          <a:prstGeom prst="rect">
            <a:avLst/>
          </a:prstGeom>
          <a:solidFill>
            <a:srgbClr val="FFFF00"/>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Arial"/>
              <a:buNone/>
            </a:pPr>
            <a:r>
              <a:rPr lang="en-US" sz="2000">
                <a:solidFill>
                  <a:schemeClr val="dk1"/>
                </a:solidFill>
                <a:latin typeface="Calibri"/>
                <a:ea typeface="Calibri"/>
                <a:cs typeface="Calibri"/>
                <a:sym typeface="Calibri"/>
              </a:rPr>
              <a:t>2NF relations: </a:t>
            </a:r>
            <a:endParaRPr/>
          </a:p>
        </p:txBody>
      </p:sp>
      <p:sp>
        <p:nvSpPr>
          <p:cNvPr id="868" name="Google Shape;868;p56"/>
          <p:cNvSpPr txBox="1"/>
          <p:nvPr/>
        </p:nvSpPr>
        <p:spPr>
          <a:xfrm>
            <a:off x="1371600" y="5101411"/>
            <a:ext cx="6400800" cy="1077913"/>
          </a:xfrm>
          <a:prstGeom prst="rect">
            <a:avLst/>
          </a:prstGeom>
          <a:solidFill>
            <a:srgbClr val="CCCCFF"/>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993300"/>
              </a:buClr>
              <a:buSzPts val="1600"/>
              <a:buFont typeface="Arial"/>
              <a:buNone/>
            </a:pPr>
            <a:r>
              <a:rPr lang="en-US" sz="1600" b="1" dirty="0">
                <a:solidFill>
                  <a:srgbClr val="993300"/>
                </a:solidFill>
                <a:latin typeface="Calibri"/>
                <a:ea typeface="Calibri"/>
                <a:cs typeface="Calibri"/>
                <a:sym typeface="Calibri"/>
              </a:rPr>
              <a:t>Look at </a:t>
            </a:r>
            <a:r>
              <a:rPr lang="en-US" sz="1600" b="1" dirty="0" err="1">
                <a:solidFill>
                  <a:srgbClr val="993300"/>
                </a:solidFill>
                <a:latin typeface="Calibri"/>
                <a:ea typeface="Calibri"/>
                <a:cs typeface="Calibri"/>
                <a:sym typeface="Calibri"/>
              </a:rPr>
              <a:t>PropertyOwner</a:t>
            </a:r>
            <a:r>
              <a:rPr lang="en-US" sz="1600" b="1" dirty="0">
                <a:solidFill>
                  <a:srgbClr val="993300"/>
                </a:solidFill>
                <a:latin typeface="Calibri"/>
                <a:ea typeface="Calibri"/>
                <a:cs typeface="Calibri"/>
                <a:sym typeface="Calibri"/>
              </a:rPr>
              <a:t> relation:</a:t>
            </a:r>
            <a:endParaRPr dirty="0"/>
          </a:p>
          <a:p>
            <a:pPr marL="0" marR="0" lvl="0" indent="0" algn="l" rtl="0">
              <a:spcBef>
                <a:spcPts val="0"/>
              </a:spcBef>
              <a:spcAft>
                <a:spcPts val="0"/>
              </a:spcAft>
              <a:buClr>
                <a:srgbClr val="0033CC"/>
              </a:buClr>
              <a:buSzPts val="1600"/>
              <a:buFont typeface="Arial"/>
              <a:buNone/>
            </a:pPr>
            <a:r>
              <a:rPr lang="en-US" sz="1600" b="1" dirty="0">
                <a:solidFill>
                  <a:srgbClr val="0033CC"/>
                </a:solidFill>
                <a:latin typeface="Calibri"/>
                <a:ea typeface="Calibri"/>
                <a:cs typeface="Calibri"/>
                <a:sym typeface="Calibri"/>
              </a:rPr>
              <a:t>→ In FD3, </a:t>
            </a:r>
            <a:r>
              <a:rPr lang="en-US" sz="1600" b="1" dirty="0" err="1">
                <a:solidFill>
                  <a:srgbClr val="0033CC"/>
                </a:solidFill>
                <a:latin typeface="Calibri"/>
                <a:ea typeface="Calibri"/>
                <a:cs typeface="Calibri"/>
                <a:sym typeface="Calibri"/>
              </a:rPr>
              <a:t>propertyNo</a:t>
            </a:r>
            <a:r>
              <a:rPr lang="en-US" sz="1600" b="1" dirty="0">
                <a:solidFill>
                  <a:srgbClr val="0033CC"/>
                </a:solidFill>
                <a:latin typeface="Calibri"/>
                <a:ea typeface="Calibri"/>
                <a:cs typeface="Calibri"/>
                <a:sym typeface="Calibri"/>
              </a:rPr>
              <a:t> → </a:t>
            </a:r>
            <a:r>
              <a:rPr lang="en-US" sz="1600" b="1" dirty="0" err="1">
                <a:solidFill>
                  <a:srgbClr val="0033CC"/>
                </a:solidFill>
                <a:latin typeface="Calibri"/>
                <a:ea typeface="Calibri"/>
                <a:cs typeface="Calibri"/>
                <a:sym typeface="Calibri"/>
              </a:rPr>
              <a:t>ownerNo</a:t>
            </a:r>
            <a:r>
              <a:rPr lang="en-US" sz="1600" b="1" dirty="0">
                <a:solidFill>
                  <a:srgbClr val="0033CC"/>
                </a:solidFill>
                <a:latin typeface="Calibri"/>
                <a:ea typeface="Calibri"/>
                <a:cs typeface="Calibri"/>
                <a:sym typeface="Calibri"/>
              </a:rPr>
              <a:t> and </a:t>
            </a:r>
            <a:r>
              <a:rPr lang="en-US" sz="1600" b="1" dirty="0" err="1">
                <a:solidFill>
                  <a:srgbClr val="0033CC"/>
                </a:solidFill>
                <a:latin typeface="Calibri"/>
                <a:ea typeface="Calibri"/>
                <a:cs typeface="Calibri"/>
                <a:sym typeface="Calibri"/>
              </a:rPr>
              <a:t>propertyNo</a:t>
            </a:r>
            <a:r>
              <a:rPr lang="en-US" sz="1600" b="1" dirty="0">
                <a:solidFill>
                  <a:srgbClr val="0033CC"/>
                </a:solidFill>
                <a:latin typeface="Calibri"/>
                <a:ea typeface="Calibri"/>
                <a:cs typeface="Calibri"/>
                <a:sym typeface="Calibri"/>
              </a:rPr>
              <a:t> → </a:t>
            </a:r>
            <a:r>
              <a:rPr lang="en-US" sz="1600" b="1" dirty="0" err="1">
                <a:solidFill>
                  <a:srgbClr val="0033CC"/>
                </a:solidFill>
                <a:latin typeface="Calibri"/>
                <a:ea typeface="Calibri"/>
                <a:cs typeface="Calibri"/>
                <a:sym typeface="Calibri"/>
              </a:rPr>
              <a:t>oName</a:t>
            </a:r>
            <a:endParaRPr dirty="0"/>
          </a:p>
          <a:p>
            <a:pPr marR="0" lvl="0" algn="l" rtl="0">
              <a:spcBef>
                <a:spcPts val="0"/>
              </a:spcBef>
              <a:spcAft>
                <a:spcPts val="0"/>
              </a:spcAft>
              <a:buClr>
                <a:srgbClr val="0033CC"/>
              </a:buClr>
              <a:buSzPts val="1600"/>
            </a:pPr>
            <a:r>
              <a:rPr lang="en-US" sz="1600" b="1" dirty="0">
                <a:solidFill>
                  <a:srgbClr val="0033CC"/>
                </a:solidFill>
                <a:latin typeface="Calibri"/>
                <a:ea typeface="Calibri"/>
                <a:cs typeface="Calibri"/>
                <a:sym typeface="Calibri"/>
              </a:rPr>
              <a:t>→ In FD4, </a:t>
            </a:r>
            <a:r>
              <a:rPr lang="en-US" sz="1600" b="1" dirty="0" err="1">
                <a:solidFill>
                  <a:srgbClr val="0033CC"/>
                </a:solidFill>
                <a:latin typeface="Calibri"/>
                <a:ea typeface="Calibri"/>
                <a:cs typeface="Calibri"/>
                <a:sym typeface="Calibri"/>
              </a:rPr>
              <a:t>ownerNo</a:t>
            </a:r>
            <a:r>
              <a:rPr lang="en-US" sz="1600" b="1" dirty="0">
                <a:solidFill>
                  <a:srgbClr val="0033CC"/>
                </a:solidFill>
                <a:latin typeface="Calibri"/>
                <a:ea typeface="Calibri"/>
                <a:cs typeface="Calibri"/>
                <a:sym typeface="Calibri"/>
              </a:rPr>
              <a:t> → </a:t>
            </a:r>
            <a:r>
              <a:rPr lang="en-US" sz="1600" b="1" dirty="0" err="1">
                <a:solidFill>
                  <a:srgbClr val="0033CC"/>
                </a:solidFill>
                <a:latin typeface="Calibri"/>
                <a:ea typeface="Calibri"/>
                <a:cs typeface="Calibri"/>
                <a:sym typeface="Calibri"/>
              </a:rPr>
              <a:t>oName</a:t>
            </a:r>
            <a:r>
              <a:rPr lang="en-US" sz="1600" b="1" dirty="0">
                <a:solidFill>
                  <a:srgbClr val="0033CC"/>
                </a:solidFill>
                <a:latin typeface="Calibri"/>
                <a:ea typeface="Calibri"/>
                <a:cs typeface="Calibri"/>
                <a:sym typeface="Calibri"/>
              </a:rPr>
              <a:t> </a:t>
            </a:r>
            <a:endParaRPr dirty="0"/>
          </a:p>
          <a:p>
            <a:pPr marL="355600" marR="0" lvl="1" algn="l" rtl="0">
              <a:spcBef>
                <a:spcPts val="0"/>
              </a:spcBef>
              <a:spcAft>
                <a:spcPts val="0"/>
              </a:spcAft>
              <a:buClr>
                <a:srgbClr val="0033CC"/>
              </a:buClr>
              <a:buSzPts val="1600"/>
            </a:pPr>
            <a:r>
              <a:rPr lang="en-US" sz="1600" b="1" i="0" u="none" strike="noStrike" cap="none" dirty="0">
                <a:solidFill>
                  <a:srgbClr val="0033CC"/>
                </a:solidFill>
                <a:latin typeface="Calibri"/>
                <a:ea typeface="Calibri"/>
                <a:cs typeface="Calibri"/>
                <a:sym typeface="Calibri"/>
              </a:rPr>
              <a:t>→ </a:t>
            </a:r>
            <a:r>
              <a:rPr lang="en-US" sz="1600" b="1" i="0" u="none" strike="noStrike" cap="none" dirty="0" err="1">
                <a:solidFill>
                  <a:srgbClr val="0033CC"/>
                </a:solidFill>
                <a:latin typeface="Calibri"/>
                <a:ea typeface="Calibri"/>
                <a:cs typeface="Calibri"/>
                <a:sym typeface="Calibri"/>
              </a:rPr>
              <a:t>oName</a:t>
            </a:r>
            <a:r>
              <a:rPr lang="en-US" sz="1600" b="1" i="0" u="none" strike="noStrike" cap="none" dirty="0">
                <a:solidFill>
                  <a:srgbClr val="0033CC"/>
                </a:solidFill>
                <a:latin typeface="Calibri"/>
                <a:ea typeface="Calibri"/>
                <a:cs typeface="Calibri"/>
                <a:sym typeface="Calibri"/>
              </a:rPr>
              <a:t> is TD on </a:t>
            </a:r>
            <a:r>
              <a:rPr lang="en-US" sz="1600" b="1" i="0" u="none" strike="noStrike" cap="none" dirty="0" err="1">
                <a:solidFill>
                  <a:srgbClr val="0033CC"/>
                </a:solidFill>
                <a:latin typeface="Calibri"/>
                <a:ea typeface="Calibri"/>
                <a:cs typeface="Calibri"/>
                <a:sym typeface="Calibri"/>
              </a:rPr>
              <a:t>propertyNo</a:t>
            </a:r>
            <a:r>
              <a:rPr lang="en-US" sz="1600" b="1" i="0" u="none" strike="noStrike" cap="none" dirty="0">
                <a:solidFill>
                  <a:srgbClr val="0033CC"/>
                </a:solidFill>
                <a:latin typeface="Calibri"/>
                <a:ea typeface="Calibri"/>
                <a:cs typeface="Calibri"/>
                <a:sym typeface="Calibri"/>
              </a:rPr>
              <a:t> via </a:t>
            </a:r>
            <a:r>
              <a:rPr lang="en-US" sz="1600" b="1" i="0" u="none" strike="noStrike" cap="none" dirty="0" err="1">
                <a:solidFill>
                  <a:srgbClr val="0033CC"/>
                </a:solidFill>
                <a:latin typeface="Calibri"/>
                <a:ea typeface="Calibri"/>
                <a:cs typeface="Calibri"/>
                <a:sym typeface="Calibri"/>
              </a:rPr>
              <a:t>ownerNo</a:t>
            </a:r>
            <a:endParaRPr sz="1600" b="1" i="0" u="none" strike="noStrike" cap="none" dirty="0">
              <a:solidFill>
                <a:srgbClr val="0033CC"/>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57"/>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3NF: Example</a:t>
            </a:r>
            <a:endParaRPr sz="3600" dirty="0"/>
          </a:p>
        </p:txBody>
      </p:sp>
      <p:sp>
        <p:nvSpPr>
          <p:cNvPr id="874" name="Google Shape;874;p57"/>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Move transitive dependency attributes from </a:t>
            </a:r>
            <a:r>
              <a:rPr lang="en-US" sz="2400" dirty="0" err="1"/>
              <a:t>PropertyOwner</a:t>
            </a:r>
            <a:r>
              <a:rPr lang="en-US" sz="2400" dirty="0"/>
              <a:t> by placing the attributes in a new relation </a:t>
            </a:r>
            <a:endParaRPr sz="2400" dirty="0"/>
          </a:p>
          <a:p>
            <a:pPr marL="685800" lvl="1" indent="-228600" algn="l" rtl="0">
              <a:lnSpc>
                <a:spcPct val="90000"/>
              </a:lnSpc>
              <a:spcBef>
                <a:spcPts val="500"/>
              </a:spcBef>
              <a:spcAft>
                <a:spcPts val="0"/>
              </a:spcAft>
              <a:buClr>
                <a:srgbClr val="4472C4"/>
              </a:buClr>
              <a:buSzPts val="2000"/>
              <a:buChar char="•"/>
            </a:pPr>
            <a:r>
              <a:rPr lang="en-US" sz="2000" dirty="0">
                <a:solidFill>
                  <a:srgbClr val="4472C4"/>
                </a:solidFill>
              </a:rPr>
              <a:t>Owner (</a:t>
            </a:r>
            <a:r>
              <a:rPr lang="en-US" sz="2000" dirty="0" err="1">
                <a:solidFill>
                  <a:srgbClr val="4472C4"/>
                </a:solidFill>
              </a:rPr>
              <a:t>ownerNo</a:t>
            </a:r>
            <a:r>
              <a:rPr lang="en-US" sz="2000" dirty="0">
                <a:solidFill>
                  <a:srgbClr val="4472C4"/>
                </a:solidFill>
              </a:rPr>
              <a:t>, </a:t>
            </a:r>
            <a:r>
              <a:rPr lang="en-US" sz="2000" dirty="0" err="1">
                <a:solidFill>
                  <a:srgbClr val="4472C4"/>
                </a:solidFill>
              </a:rPr>
              <a:t>oName</a:t>
            </a:r>
            <a:r>
              <a:rPr lang="en-US" sz="2000" dirty="0">
                <a:solidFill>
                  <a:srgbClr val="4472C4"/>
                </a:solidFill>
              </a:rPr>
              <a:t>) </a:t>
            </a:r>
            <a:endParaRPr sz="2000" dirty="0"/>
          </a:p>
          <a:p>
            <a:pPr marL="228600" lvl="0" indent="-228600" algn="l" rtl="0">
              <a:lnSpc>
                <a:spcPct val="90000"/>
              </a:lnSpc>
              <a:spcBef>
                <a:spcPts val="1000"/>
              </a:spcBef>
              <a:spcAft>
                <a:spcPts val="0"/>
              </a:spcAft>
              <a:buClr>
                <a:schemeClr val="dk1"/>
              </a:buClr>
              <a:buSzPts val="2400"/>
              <a:buChar char="•"/>
            </a:pPr>
            <a:r>
              <a:rPr lang="en-US" sz="2400" dirty="0"/>
              <a:t>Rename the original relation (</a:t>
            </a:r>
            <a:r>
              <a:rPr lang="en-US" sz="2400" dirty="0" err="1"/>
              <a:t>PropertyOwner</a:t>
            </a:r>
            <a:r>
              <a:rPr lang="en-US" sz="2400" dirty="0"/>
              <a:t>) appropriately and place the remaining attributes  </a:t>
            </a:r>
            <a:endParaRPr sz="2400" dirty="0"/>
          </a:p>
          <a:p>
            <a:pPr marL="685800" lvl="1" indent="-228600" algn="l" rtl="0">
              <a:lnSpc>
                <a:spcPct val="90000"/>
              </a:lnSpc>
              <a:spcBef>
                <a:spcPts val="500"/>
              </a:spcBef>
              <a:spcAft>
                <a:spcPts val="0"/>
              </a:spcAft>
              <a:buClr>
                <a:srgbClr val="4472C4"/>
              </a:buClr>
              <a:buSzPts val="2000"/>
              <a:buChar char="•"/>
            </a:pPr>
            <a:r>
              <a:rPr lang="en-US" sz="2000" dirty="0" err="1">
                <a:solidFill>
                  <a:srgbClr val="4472C4"/>
                </a:solidFill>
              </a:rPr>
              <a:t>PropertyForRent</a:t>
            </a:r>
            <a:r>
              <a:rPr lang="en-US" sz="2000" dirty="0">
                <a:solidFill>
                  <a:srgbClr val="4472C4"/>
                </a:solidFill>
              </a:rPr>
              <a:t> ( </a:t>
            </a:r>
            <a:r>
              <a:rPr lang="en-US" sz="2000" dirty="0" err="1">
                <a:solidFill>
                  <a:srgbClr val="4472C4"/>
                </a:solidFill>
              </a:rPr>
              <a:t>propertyNo</a:t>
            </a:r>
            <a:r>
              <a:rPr lang="en-US" sz="2000" dirty="0">
                <a:solidFill>
                  <a:srgbClr val="4472C4"/>
                </a:solidFill>
              </a:rPr>
              <a:t>, </a:t>
            </a:r>
            <a:r>
              <a:rPr lang="en-US" sz="2000" dirty="0" err="1">
                <a:solidFill>
                  <a:srgbClr val="4472C4"/>
                </a:solidFill>
              </a:rPr>
              <a:t>pAddress</a:t>
            </a:r>
            <a:r>
              <a:rPr lang="en-US" sz="2000" dirty="0">
                <a:solidFill>
                  <a:srgbClr val="4472C4"/>
                </a:solidFill>
              </a:rPr>
              <a:t>, rent, </a:t>
            </a:r>
            <a:r>
              <a:rPr lang="en-US" sz="2000" dirty="0" err="1">
                <a:solidFill>
                  <a:srgbClr val="4472C4"/>
                </a:solidFill>
              </a:rPr>
              <a:t>ownerNo</a:t>
            </a:r>
            <a:r>
              <a:rPr lang="en-US" sz="2000" dirty="0">
                <a:solidFill>
                  <a:srgbClr val="4472C4"/>
                </a:solidFill>
              </a:rPr>
              <a:t>) </a:t>
            </a:r>
            <a:endParaRPr sz="2000" dirty="0">
              <a:solidFill>
                <a:srgbClr val="4472C4"/>
              </a:solidFill>
            </a:endParaRPr>
          </a:p>
        </p:txBody>
      </p:sp>
      <p:sp>
        <p:nvSpPr>
          <p:cNvPr id="876" name="Google Shape;876;p57"/>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p58"/>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3NF: Example</a:t>
            </a:r>
            <a:endParaRPr sz="3600" dirty="0"/>
          </a:p>
        </p:txBody>
      </p:sp>
      <p:sp>
        <p:nvSpPr>
          <p:cNvPr id="884" name="Google Shape;884;p58"/>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57</a:t>
            </a:fld>
            <a:endParaRPr/>
          </a:p>
        </p:txBody>
      </p:sp>
      <p:pic>
        <p:nvPicPr>
          <p:cNvPr id="886" name="Google Shape;886;p58"/>
          <p:cNvPicPr preferRelativeResize="0"/>
          <p:nvPr/>
        </p:nvPicPr>
        <p:blipFill rotWithShape="1">
          <a:blip r:embed="rId3">
            <a:alphaModFix/>
          </a:blip>
          <a:srcRect/>
          <a:stretch/>
        </p:blipFill>
        <p:spPr>
          <a:xfrm>
            <a:off x="3041650" y="1376294"/>
            <a:ext cx="5935967" cy="2003493"/>
          </a:xfrm>
          <a:prstGeom prst="rect">
            <a:avLst/>
          </a:prstGeom>
          <a:noFill/>
          <a:ln>
            <a:noFill/>
          </a:ln>
        </p:spPr>
      </p:pic>
      <p:pic>
        <p:nvPicPr>
          <p:cNvPr id="887" name="Google Shape;887;p58"/>
          <p:cNvPicPr preferRelativeResize="0"/>
          <p:nvPr/>
        </p:nvPicPr>
        <p:blipFill rotWithShape="1">
          <a:blip r:embed="rId4">
            <a:alphaModFix/>
          </a:blip>
          <a:srcRect/>
          <a:stretch/>
        </p:blipFill>
        <p:spPr>
          <a:xfrm>
            <a:off x="3041650" y="4390196"/>
            <a:ext cx="5935967" cy="1627373"/>
          </a:xfrm>
          <a:prstGeom prst="rect">
            <a:avLst/>
          </a:prstGeom>
          <a:noFill/>
          <a:ln>
            <a:noFill/>
          </a:ln>
        </p:spPr>
      </p:pic>
      <p:sp>
        <p:nvSpPr>
          <p:cNvPr id="888" name="Google Shape;888;p58"/>
          <p:cNvSpPr/>
          <p:nvPr/>
        </p:nvSpPr>
        <p:spPr>
          <a:xfrm>
            <a:off x="6009633" y="3429000"/>
            <a:ext cx="762000" cy="762000"/>
          </a:xfrm>
          <a:prstGeom prst="downArrow">
            <a:avLst>
              <a:gd name="adj1" fmla="val 50000"/>
              <a:gd name="adj2" fmla="val 50000"/>
            </a:avLst>
          </a:prstGeom>
          <a:solidFill>
            <a:srgbClr val="FFFF0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889" name="Google Shape;889;p58"/>
          <p:cNvSpPr txBox="1"/>
          <p:nvPr/>
        </p:nvSpPr>
        <p:spPr>
          <a:xfrm>
            <a:off x="152400" y="2050396"/>
            <a:ext cx="22098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dirty="0" err="1">
                <a:solidFill>
                  <a:schemeClr val="dk1"/>
                </a:solidFill>
                <a:latin typeface="Calibri"/>
                <a:ea typeface="Calibri"/>
                <a:cs typeface="Calibri"/>
                <a:sym typeface="Calibri"/>
              </a:rPr>
              <a:t>PropertyOwner</a:t>
            </a:r>
            <a:r>
              <a:rPr lang="en-US" sz="2000" dirty="0">
                <a:solidFill>
                  <a:schemeClr val="dk1"/>
                </a:solidFill>
                <a:latin typeface="Calibri"/>
                <a:ea typeface="Calibri"/>
                <a:cs typeface="Calibri"/>
                <a:sym typeface="Calibri"/>
              </a:rPr>
              <a:t> (2NF)</a:t>
            </a:r>
            <a:endParaRPr dirty="0"/>
          </a:p>
        </p:txBody>
      </p:sp>
      <p:sp>
        <p:nvSpPr>
          <p:cNvPr id="890" name="Google Shape;890;p58"/>
          <p:cNvSpPr txBox="1"/>
          <p:nvPr/>
        </p:nvSpPr>
        <p:spPr>
          <a:xfrm>
            <a:off x="152400" y="4849939"/>
            <a:ext cx="2542619"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a:solidFill>
                  <a:schemeClr val="dk1"/>
                </a:solidFill>
                <a:latin typeface="Calibri"/>
                <a:ea typeface="Calibri"/>
                <a:cs typeface="Calibri"/>
                <a:sym typeface="Calibri"/>
              </a:rPr>
              <a:t>PropertyForRent (3NF)</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Calibri"/>
                <a:ea typeface="Calibri"/>
                <a:cs typeface="Calibri"/>
                <a:sym typeface="Calibri"/>
              </a:rPr>
              <a:t>Owner (3NF)</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p59"/>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3NF: Example</a:t>
            </a:r>
            <a:endParaRPr sz="3600" dirty="0"/>
          </a:p>
        </p:txBody>
      </p:sp>
      <p:sp>
        <p:nvSpPr>
          <p:cNvPr id="896" name="Google Shape;896;p59"/>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These are our final set of normalized relations in the 3NF derived from the </a:t>
            </a:r>
            <a:r>
              <a:rPr lang="en-US" sz="2400" dirty="0" err="1"/>
              <a:t>ClientRental</a:t>
            </a:r>
            <a:r>
              <a:rPr lang="en-US" sz="2400" dirty="0"/>
              <a:t> relation.</a:t>
            </a:r>
            <a:endParaRPr sz="2400" dirty="0"/>
          </a:p>
          <a:p>
            <a:pPr marL="685800" lvl="1" indent="-228600" algn="l" rtl="0">
              <a:lnSpc>
                <a:spcPct val="90000"/>
              </a:lnSpc>
              <a:spcBef>
                <a:spcPts val="500"/>
              </a:spcBef>
              <a:spcAft>
                <a:spcPts val="0"/>
              </a:spcAft>
              <a:buClr>
                <a:srgbClr val="4472C4"/>
              </a:buClr>
              <a:buSzPts val="2000"/>
              <a:buChar char="•"/>
            </a:pPr>
            <a:r>
              <a:rPr lang="en-US" sz="2000" dirty="0">
                <a:solidFill>
                  <a:srgbClr val="4472C4"/>
                </a:solidFill>
              </a:rPr>
              <a:t>Client (</a:t>
            </a:r>
            <a:r>
              <a:rPr lang="en-US" sz="2000" dirty="0" err="1">
                <a:solidFill>
                  <a:srgbClr val="4472C4"/>
                </a:solidFill>
              </a:rPr>
              <a:t>clientNo</a:t>
            </a:r>
            <a:r>
              <a:rPr lang="en-US" sz="2000" dirty="0">
                <a:solidFill>
                  <a:srgbClr val="4472C4"/>
                </a:solidFill>
              </a:rPr>
              <a:t>, </a:t>
            </a:r>
            <a:r>
              <a:rPr lang="en-US" sz="2000" dirty="0" err="1">
                <a:solidFill>
                  <a:srgbClr val="4472C4"/>
                </a:solidFill>
              </a:rPr>
              <a:t>cName</a:t>
            </a:r>
            <a:r>
              <a:rPr lang="en-US" sz="2000" dirty="0">
                <a:solidFill>
                  <a:srgbClr val="4472C4"/>
                </a:solidFill>
              </a:rPr>
              <a:t>)</a:t>
            </a:r>
            <a:endParaRPr sz="2000" dirty="0"/>
          </a:p>
          <a:p>
            <a:pPr marL="685800" lvl="1" indent="-228600" algn="l" rtl="0">
              <a:lnSpc>
                <a:spcPct val="90000"/>
              </a:lnSpc>
              <a:spcBef>
                <a:spcPts val="500"/>
              </a:spcBef>
              <a:spcAft>
                <a:spcPts val="0"/>
              </a:spcAft>
              <a:buClr>
                <a:srgbClr val="4472C4"/>
              </a:buClr>
              <a:buSzPts val="2000"/>
              <a:buChar char="•"/>
            </a:pPr>
            <a:r>
              <a:rPr lang="en-US" sz="2000" dirty="0">
                <a:solidFill>
                  <a:srgbClr val="4472C4"/>
                </a:solidFill>
              </a:rPr>
              <a:t>Rental (</a:t>
            </a:r>
            <a:r>
              <a:rPr lang="en-US" sz="2000" dirty="0" err="1">
                <a:solidFill>
                  <a:srgbClr val="4472C4"/>
                </a:solidFill>
              </a:rPr>
              <a:t>clientNo</a:t>
            </a:r>
            <a:r>
              <a:rPr lang="en-US" sz="2000" dirty="0">
                <a:solidFill>
                  <a:srgbClr val="4472C4"/>
                </a:solidFill>
              </a:rPr>
              <a:t>, </a:t>
            </a:r>
            <a:r>
              <a:rPr lang="en-US" sz="2000" dirty="0" err="1">
                <a:solidFill>
                  <a:srgbClr val="4472C4"/>
                </a:solidFill>
              </a:rPr>
              <a:t>propertyNo</a:t>
            </a:r>
            <a:r>
              <a:rPr lang="en-US" sz="2000" dirty="0">
                <a:solidFill>
                  <a:srgbClr val="4472C4"/>
                </a:solidFill>
              </a:rPr>
              <a:t>, </a:t>
            </a:r>
            <a:r>
              <a:rPr lang="en-US" sz="2000" dirty="0" err="1">
                <a:solidFill>
                  <a:srgbClr val="4472C4"/>
                </a:solidFill>
              </a:rPr>
              <a:t>rentstart</a:t>
            </a:r>
            <a:r>
              <a:rPr lang="en-US" sz="2000" dirty="0">
                <a:solidFill>
                  <a:srgbClr val="4472C4"/>
                </a:solidFill>
              </a:rPr>
              <a:t>, </a:t>
            </a:r>
            <a:r>
              <a:rPr lang="en-US" sz="2000" dirty="0" err="1">
                <a:solidFill>
                  <a:srgbClr val="4472C4"/>
                </a:solidFill>
              </a:rPr>
              <a:t>rentFinish</a:t>
            </a:r>
            <a:r>
              <a:rPr lang="en-US" sz="2000" dirty="0">
                <a:solidFill>
                  <a:srgbClr val="4472C4"/>
                </a:solidFill>
              </a:rPr>
              <a:t>)</a:t>
            </a:r>
            <a:endParaRPr sz="2000" dirty="0"/>
          </a:p>
          <a:p>
            <a:pPr marL="685800" lvl="1" indent="-228600" algn="l" rtl="0">
              <a:lnSpc>
                <a:spcPct val="90000"/>
              </a:lnSpc>
              <a:spcBef>
                <a:spcPts val="500"/>
              </a:spcBef>
              <a:spcAft>
                <a:spcPts val="0"/>
              </a:spcAft>
              <a:buClr>
                <a:srgbClr val="4472C4"/>
              </a:buClr>
              <a:buSzPts val="2000"/>
              <a:buChar char="•"/>
            </a:pPr>
            <a:r>
              <a:rPr lang="en-US" sz="2000" dirty="0" err="1">
                <a:solidFill>
                  <a:srgbClr val="4472C4"/>
                </a:solidFill>
              </a:rPr>
              <a:t>PropertyForRent</a:t>
            </a:r>
            <a:r>
              <a:rPr lang="en-US" sz="2000" dirty="0">
                <a:solidFill>
                  <a:srgbClr val="4472C4"/>
                </a:solidFill>
              </a:rPr>
              <a:t> (</a:t>
            </a:r>
            <a:r>
              <a:rPr lang="en-US" sz="2000" dirty="0" err="1">
                <a:solidFill>
                  <a:srgbClr val="4472C4"/>
                </a:solidFill>
              </a:rPr>
              <a:t>propertyNo</a:t>
            </a:r>
            <a:r>
              <a:rPr lang="en-US" sz="2000" dirty="0">
                <a:solidFill>
                  <a:srgbClr val="4472C4"/>
                </a:solidFill>
              </a:rPr>
              <a:t>, </a:t>
            </a:r>
            <a:r>
              <a:rPr lang="en-US" sz="2000" dirty="0" err="1">
                <a:solidFill>
                  <a:srgbClr val="4472C4"/>
                </a:solidFill>
              </a:rPr>
              <a:t>pAddress</a:t>
            </a:r>
            <a:r>
              <a:rPr lang="en-US" sz="2000" dirty="0">
                <a:solidFill>
                  <a:srgbClr val="4472C4"/>
                </a:solidFill>
              </a:rPr>
              <a:t>, rent, </a:t>
            </a:r>
            <a:r>
              <a:rPr lang="en-US" sz="2000" dirty="0" err="1">
                <a:solidFill>
                  <a:srgbClr val="4472C4"/>
                </a:solidFill>
              </a:rPr>
              <a:t>ownerNo</a:t>
            </a:r>
            <a:r>
              <a:rPr lang="en-US" sz="2000" dirty="0">
                <a:solidFill>
                  <a:srgbClr val="4472C4"/>
                </a:solidFill>
              </a:rPr>
              <a:t>)</a:t>
            </a:r>
            <a:endParaRPr sz="2000" dirty="0"/>
          </a:p>
          <a:p>
            <a:pPr marL="685800" lvl="1" indent="-228600" algn="l" rtl="0">
              <a:lnSpc>
                <a:spcPct val="90000"/>
              </a:lnSpc>
              <a:spcBef>
                <a:spcPts val="500"/>
              </a:spcBef>
              <a:spcAft>
                <a:spcPts val="0"/>
              </a:spcAft>
              <a:buClr>
                <a:srgbClr val="4472C4"/>
              </a:buClr>
              <a:buSzPts val="2000"/>
              <a:buChar char="•"/>
            </a:pPr>
            <a:r>
              <a:rPr lang="en-US" sz="2000" dirty="0">
                <a:solidFill>
                  <a:srgbClr val="4472C4"/>
                </a:solidFill>
              </a:rPr>
              <a:t>Owner (</a:t>
            </a:r>
            <a:r>
              <a:rPr lang="en-US" sz="2000" dirty="0" err="1">
                <a:solidFill>
                  <a:srgbClr val="4472C4"/>
                </a:solidFill>
              </a:rPr>
              <a:t>ownerNo</a:t>
            </a:r>
            <a:r>
              <a:rPr lang="en-US" sz="2000" dirty="0">
                <a:solidFill>
                  <a:srgbClr val="4472C4"/>
                </a:solidFill>
              </a:rPr>
              <a:t>, </a:t>
            </a:r>
            <a:r>
              <a:rPr lang="en-US" sz="2000" dirty="0" err="1">
                <a:solidFill>
                  <a:srgbClr val="4472C4"/>
                </a:solidFill>
              </a:rPr>
              <a:t>oName</a:t>
            </a:r>
            <a:r>
              <a:rPr lang="en-US" sz="2000" dirty="0">
                <a:solidFill>
                  <a:srgbClr val="4472C4"/>
                </a:solidFill>
              </a:rPr>
              <a:t>)</a:t>
            </a:r>
            <a:endParaRPr sz="2000" dirty="0"/>
          </a:p>
        </p:txBody>
      </p:sp>
      <p:sp>
        <p:nvSpPr>
          <p:cNvPr id="898" name="Google Shape;898;p59"/>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60"/>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Summary</a:t>
            </a:r>
            <a:endParaRPr sz="3600"/>
          </a:p>
        </p:txBody>
      </p:sp>
      <p:sp>
        <p:nvSpPr>
          <p:cNvPr id="905" name="Google Shape;905;p60"/>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A5A5A5"/>
              </a:buClr>
              <a:buSzPts val="3600"/>
              <a:buNone/>
            </a:pPr>
            <a:r>
              <a:rPr lang="en-US" sz="2400" b="1" dirty="0">
                <a:solidFill>
                  <a:srgbClr val="A5A5A5"/>
                </a:solidFill>
              </a:rPr>
              <a:t>1NF: removing repeating group</a:t>
            </a:r>
            <a:endParaRPr sz="2400" dirty="0"/>
          </a:p>
          <a:p>
            <a:pPr marL="0" lvl="0" indent="0" algn="l" rtl="0">
              <a:lnSpc>
                <a:spcPct val="90000"/>
              </a:lnSpc>
              <a:spcBef>
                <a:spcPts val="1000"/>
              </a:spcBef>
              <a:spcAft>
                <a:spcPts val="0"/>
              </a:spcAft>
              <a:buClr>
                <a:srgbClr val="A5A5A5"/>
              </a:buClr>
              <a:buSzPts val="3600"/>
              <a:buNone/>
            </a:pPr>
            <a:r>
              <a:rPr lang="en-US" sz="2400" b="1" dirty="0">
                <a:solidFill>
                  <a:srgbClr val="A5A5A5"/>
                </a:solidFill>
              </a:rPr>
              <a:t>2NF: removing partial dependency</a:t>
            </a:r>
            <a:endParaRPr sz="2400" dirty="0"/>
          </a:p>
          <a:p>
            <a:pPr marL="0" lvl="0" indent="0" algn="l" rtl="0">
              <a:lnSpc>
                <a:spcPct val="90000"/>
              </a:lnSpc>
              <a:spcBef>
                <a:spcPts val="1000"/>
              </a:spcBef>
              <a:spcAft>
                <a:spcPts val="0"/>
              </a:spcAft>
              <a:buClr>
                <a:schemeClr val="dk1"/>
              </a:buClr>
              <a:buSzPts val="3600"/>
              <a:buNone/>
            </a:pPr>
            <a:r>
              <a:rPr lang="en-US" sz="2400" b="1" dirty="0"/>
              <a:t>3NF: removing transitive dependency</a:t>
            </a:r>
            <a:endParaRPr sz="2400" dirty="0"/>
          </a:p>
          <a:p>
            <a:pPr marL="0" lvl="0" indent="0" algn="l" rtl="0">
              <a:lnSpc>
                <a:spcPct val="90000"/>
              </a:lnSpc>
              <a:spcBef>
                <a:spcPts val="1000"/>
              </a:spcBef>
              <a:spcAft>
                <a:spcPts val="0"/>
              </a:spcAft>
              <a:buClr>
                <a:srgbClr val="BFBFBF"/>
              </a:buClr>
              <a:buSzPts val="2400"/>
              <a:buNone/>
            </a:pPr>
            <a:r>
              <a:rPr lang="en-US" sz="2400" dirty="0">
                <a:solidFill>
                  <a:srgbClr val="BFBFBF"/>
                </a:solidFill>
              </a:rPr>
              <a:t>BCNF: removing non-candidate key determinant</a:t>
            </a:r>
            <a:r>
              <a:rPr lang="en-US" sz="2400" dirty="0"/>
              <a:t> </a:t>
            </a:r>
            <a:endParaRPr sz="2400" dirty="0"/>
          </a:p>
          <a:p>
            <a:pPr marL="228600" lvl="0" indent="-76200" algn="l" rtl="0">
              <a:lnSpc>
                <a:spcPct val="90000"/>
              </a:lnSpc>
              <a:spcBef>
                <a:spcPts val="1000"/>
              </a:spcBef>
              <a:spcAft>
                <a:spcPts val="0"/>
              </a:spcAft>
              <a:buClr>
                <a:schemeClr val="dk1"/>
              </a:buClr>
              <a:buSzPts val="2400"/>
              <a:buNone/>
            </a:pPr>
            <a:endParaRPr sz="2400" dirty="0"/>
          </a:p>
        </p:txBody>
      </p:sp>
      <p:sp>
        <p:nvSpPr>
          <p:cNvPr id="907" name="Google Shape;907;p60"/>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61"/>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PART 6: BOYCE-CODD NORMAL FORM</a:t>
            </a:r>
            <a:endParaRPr sz="3600" dirty="0"/>
          </a:p>
        </p:txBody>
      </p:sp>
      <p:sp>
        <p:nvSpPr>
          <p:cNvPr id="915" name="Google Shape;915;p61"/>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60</a:t>
            </a:fld>
            <a:endParaRPr/>
          </a:p>
        </p:txBody>
      </p:sp>
      <p:grpSp>
        <p:nvGrpSpPr>
          <p:cNvPr id="917" name="Google Shape;917;p61"/>
          <p:cNvGrpSpPr/>
          <p:nvPr/>
        </p:nvGrpSpPr>
        <p:grpSpPr>
          <a:xfrm>
            <a:off x="900628" y="1398424"/>
            <a:ext cx="7342742" cy="4525610"/>
            <a:chOff x="271978" y="2557"/>
            <a:chExt cx="7342742" cy="4525610"/>
          </a:xfrm>
        </p:grpSpPr>
        <p:sp>
          <p:nvSpPr>
            <p:cNvPr id="918" name="Google Shape;918;p61"/>
            <p:cNvSpPr/>
            <p:nvPr/>
          </p:nvSpPr>
          <p:spPr>
            <a:xfrm>
              <a:off x="2272661" y="557582"/>
              <a:ext cx="429970" cy="91440"/>
            </a:xfrm>
            <a:custGeom>
              <a:avLst/>
              <a:gdLst/>
              <a:ahLst/>
              <a:cxnLst/>
              <a:rect l="l" t="t" r="r" b="b"/>
              <a:pathLst>
                <a:path w="120000" h="120000" extrusionOk="0">
                  <a:moveTo>
                    <a:pt x="0" y="60000"/>
                  </a:moveTo>
                  <a:lnTo>
                    <a:pt x="120000" y="60000"/>
                  </a:lnTo>
                </a:path>
              </a:pathLst>
            </a:custGeom>
            <a:noFill/>
            <a:ln w="9525" cap="flat" cmpd="sng">
              <a:solidFill>
                <a:schemeClr val="accent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61"/>
            <p:cNvSpPr txBox="1"/>
            <p:nvPr/>
          </p:nvSpPr>
          <p:spPr>
            <a:xfrm>
              <a:off x="2476132" y="60099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920" name="Google Shape;920;p61"/>
            <p:cNvSpPr/>
            <p:nvPr/>
          </p:nvSpPr>
          <p:spPr>
            <a:xfrm>
              <a:off x="271978" y="2557"/>
              <a:ext cx="2002482" cy="1201489"/>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61"/>
            <p:cNvSpPr txBox="1"/>
            <p:nvPr/>
          </p:nvSpPr>
          <p:spPr>
            <a:xfrm>
              <a:off x="271978" y="255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INTRODUCTION</a:t>
              </a:r>
              <a:endParaRPr sz="1900">
                <a:solidFill>
                  <a:schemeClr val="lt1"/>
                </a:solidFill>
                <a:latin typeface="Calibri"/>
                <a:ea typeface="Calibri"/>
                <a:cs typeface="Calibri"/>
                <a:sym typeface="Calibri"/>
              </a:endParaRPr>
            </a:p>
          </p:txBody>
        </p:sp>
        <p:sp>
          <p:nvSpPr>
            <p:cNvPr id="922" name="Google Shape;922;p61"/>
            <p:cNvSpPr/>
            <p:nvPr/>
          </p:nvSpPr>
          <p:spPr>
            <a:xfrm>
              <a:off x="5149867" y="557582"/>
              <a:ext cx="429970" cy="91440"/>
            </a:xfrm>
            <a:custGeom>
              <a:avLst/>
              <a:gdLst/>
              <a:ahLst/>
              <a:cxnLst/>
              <a:rect l="l" t="t" r="r" b="b"/>
              <a:pathLst>
                <a:path w="120000" h="120000" extrusionOk="0">
                  <a:moveTo>
                    <a:pt x="0" y="60000"/>
                  </a:moveTo>
                  <a:lnTo>
                    <a:pt x="120000" y="60000"/>
                  </a:lnTo>
                </a:path>
              </a:pathLst>
            </a:custGeom>
            <a:noFill/>
            <a:ln w="9525" cap="flat" cmpd="sng">
              <a:solidFill>
                <a:srgbClr val="B18A8A"/>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61"/>
            <p:cNvSpPr txBox="1"/>
            <p:nvPr/>
          </p:nvSpPr>
          <p:spPr>
            <a:xfrm>
              <a:off x="5353339" y="60099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924" name="Google Shape;924;p61"/>
            <p:cNvSpPr/>
            <p:nvPr/>
          </p:nvSpPr>
          <p:spPr>
            <a:xfrm>
              <a:off x="2735032" y="2557"/>
              <a:ext cx="2416635" cy="1201489"/>
            </a:xfrm>
            <a:prstGeom prst="rect">
              <a:avLst/>
            </a:prstGeom>
            <a:solidFill>
              <a:srgbClr val="AE8D8D"/>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61"/>
            <p:cNvSpPr txBox="1"/>
            <p:nvPr/>
          </p:nvSpPr>
          <p:spPr>
            <a:xfrm>
              <a:off x="2735032" y="2557"/>
              <a:ext cx="2416635"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1</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DATA ANAMOLIES</a:t>
              </a:r>
              <a:endParaRPr sz="1900">
                <a:solidFill>
                  <a:schemeClr val="lt1"/>
                </a:solidFill>
                <a:latin typeface="Calibri"/>
                <a:ea typeface="Calibri"/>
                <a:cs typeface="Calibri"/>
                <a:sym typeface="Calibri"/>
              </a:endParaRPr>
            </a:p>
          </p:txBody>
        </p:sp>
        <p:sp>
          <p:nvSpPr>
            <p:cNvPr id="926" name="Google Shape;926;p61"/>
            <p:cNvSpPr/>
            <p:nvPr/>
          </p:nvSpPr>
          <p:spPr>
            <a:xfrm>
              <a:off x="1273219" y="1202246"/>
              <a:ext cx="5340260" cy="429970"/>
            </a:xfrm>
            <a:custGeom>
              <a:avLst/>
              <a:gdLst/>
              <a:ahLst/>
              <a:cxnLst/>
              <a:rect l="l" t="t" r="r" b="b"/>
              <a:pathLst>
                <a:path w="120000" h="120000" extrusionOk="0">
                  <a:moveTo>
                    <a:pt x="120000" y="0"/>
                  </a:moveTo>
                  <a:lnTo>
                    <a:pt x="120000" y="64772"/>
                  </a:lnTo>
                  <a:lnTo>
                    <a:pt x="0" y="64772"/>
                  </a:lnTo>
                  <a:lnTo>
                    <a:pt x="0" y="120000"/>
                  </a:lnTo>
                </a:path>
              </a:pathLst>
            </a:custGeom>
            <a:noFill/>
            <a:ln w="9525" cap="flat" cmpd="sng">
              <a:solidFill>
                <a:srgbClr val="C06C6C"/>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61"/>
            <p:cNvSpPr txBox="1"/>
            <p:nvPr/>
          </p:nvSpPr>
          <p:spPr>
            <a:xfrm>
              <a:off x="3809347" y="1414929"/>
              <a:ext cx="268004"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928" name="Google Shape;928;p61"/>
            <p:cNvSpPr/>
            <p:nvPr/>
          </p:nvSpPr>
          <p:spPr>
            <a:xfrm>
              <a:off x="5612238" y="2557"/>
              <a:ext cx="2002482" cy="1201489"/>
            </a:xfrm>
            <a:prstGeom prst="rect">
              <a:avLst/>
            </a:prstGeom>
            <a:solidFill>
              <a:srgbClr val="B9767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61"/>
            <p:cNvSpPr txBox="1"/>
            <p:nvPr/>
          </p:nvSpPr>
          <p:spPr>
            <a:xfrm>
              <a:off x="5612238" y="255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2</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DEPENDENCIES</a:t>
              </a:r>
              <a:endParaRPr sz="1900">
                <a:solidFill>
                  <a:schemeClr val="lt1"/>
                </a:solidFill>
                <a:latin typeface="Calibri"/>
                <a:ea typeface="Calibri"/>
                <a:cs typeface="Calibri"/>
                <a:sym typeface="Calibri"/>
              </a:endParaRPr>
            </a:p>
          </p:txBody>
        </p:sp>
        <p:sp>
          <p:nvSpPr>
            <p:cNvPr id="930" name="Google Shape;930;p61"/>
            <p:cNvSpPr/>
            <p:nvPr/>
          </p:nvSpPr>
          <p:spPr>
            <a:xfrm>
              <a:off x="2272661" y="2219642"/>
              <a:ext cx="429970" cy="91440"/>
            </a:xfrm>
            <a:custGeom>
              <a:avLst/>
              <a:gdLst/>
              <a:ahLst/>
              <a:cxnLst/>
              <a:rect l="l" t="t" r="r" b="b"/>
              <a:pathLst>
                <a:path w="120000" h="120000" extrusionOk="0">
                  <a:moveTo>
                    <a:pt x="0" y="60000"/>
                  </a:moveTo>
                  <a:lnTo>
                    <a:pt x="120000" y="60000"/>
                  </a:lnTo>
                </a:path>
              </a:pathLst>
            </a:custGeom>
            <a:noFill/>
            <a:ln w="9525" cap="flat" cmpd="sng">
              <a:solidFill>
                <a:srgbClr val="D14A4A"/>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61"/>
            <p:cNvSpPr txBox="1"/>
            <p:nvPr/>
          </p:nvSpPr>
          <p:spPr>
            <a:xfrm>
              <a:off x="2476132" y="226305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932" name="Google Shape;932;p61"/>
            <p:cNvSpPr/>
            <p:nvPr/>
          </p:nvSpPr>
          <p:spPr>
            <a:xfrm>
              <a:off x="271978" y="1664617"/>
              <a:ext cx="2002482" cy="1201489"/>
            </a:xfrm>
            <a:prstGeom prst="rect">
              <a:avLst/>
            </a:prstGeom>
            <a:solidFill>
              <a:srgbClr val="C85B5B"/>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61"/>
            <p:cNvSpPr txBox="1"/>
            <p:nvPr/>
          </p:nvSpPr>
          <p:spPr>
            <a:xfrm>
              <a:off x="271978"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3</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FIRST NORMAL FORM </a:t>
              </a:r>
              <a:endParaRPr sz="1900">
                <a:solidFill>
                  <a:schemeClr val="lt1"/>
                </a:solidFill>
                <a:latin typeface="Calibri"/>
                <a:ea typeface="Calibri"/>
                <a:cs typeface="Calibri"/>
                <a:sym typeface="Calibri"/>
              </a:endParaRPr>
            </a:p>
          </p:txBody>
        </p:sp>
        <p:sp>
          <p:nvSpPr>
            <p:cNvPr id="934" name="Google Shape;934;p61"/>
            <p:cNvSpPr/>
            <p:nvPr/>
          </p:nvSpPr>
          <p:spPr>
            <a:xfrm>
              <a:off x="4735714" y="2219642"/>
              <a:ext cx="429970" cy="91440"/>
            </a:xfrm>
            <a:custGeom>
              <a:avLst/>
              <a:gdLst/>
              <a:ahLst/>
              <a:cxnLst/>
              <a:rect l="l" t="t" r="r" b="b"/>
              <a:pathLst>
                <a:path w="120000" h="120000" extrusionOk="0">
                  <a:moveTo>
                    <a:pt x="0" y="60000"/>
                  </a:moveTo>
                  <a:lnTo>
                    <a:pt x="120000" y="60000"/>
                  </a:lnTo>
                </a:path>
              </a:pathLst>
            </a:custGeom>
            <a:noFill/>
            <a:ln w="9525" cap="flat" cmpd="sng">
              <a:solidFill>
                <a:srgbClr val="E72527"/>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61"/>
            <p:cNvSpPr txBox="1"/>
            <p:nvPr/>
          </p:nvSpPr>
          <p:spPr>
            <a:xfrm>
              <a:off x="4939185" y="2263059"/>
              <a:ext cx="23028"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936" name="Google Shape;936;p61"/>
            <p:cNvSpPr/>
            <p:nvPr/>
          </p:nvSpPr>
          <p:spPr>
            <a:xfrm>
              <a:off x="2735032" y="1664617"/>
              <a:ext cx="2002482" cy="1201489"/>
            </a:xfrm>
            <a:prstGeom prst="rect">
              <a:avLst/>
            </a:prstGeom>
            <a:solidFill>
              <a:srgbClr val="D83E3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61"/>
            <p:cNvSpPr txBox="1"/>
            <p:nvPr/>
          </p:nvSpPr>
          <p:spPr>
            <a:xfrm>
              <a:off x="2735032"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4</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SECOND NORMAL FORM </a:t>
              </a:r>
              <a:endParaRPr sz="1900">
                <a:solidFill>
                  <a:schemeClr val="lt1"/>
                </a:solidFill>
                <a:latin typeface="Calibri"/>
                <a:ea typeface="Calibri"/>
                <a:cs typeface="Calibri"/>
                <a:sym typeface="Calibri"/>
              </a:endParaRPr>
            </a:p>
          </p:txBody>
        </p:sp>
        <p:sp>
          <p:nvSpPr>
            <p:cNvPr id="938" name="Google Shape;938;p61"/>
            <p:cNvSpPr/>
            <p:nvPr/>
          </p:nvSpPr>
          <p:spPr>
            <a:xfrm>
              <a:off x="1273219" y="2864307"/>
              <a:ext cx="4926106" cy="429970"/>
            </a:xfrm>
            <a:custGeom>
              <a:avLst/>
              <a:gdLst/>
              <a:ahLst/>
              <a:cxnLst/>
              <a:rect l="l" t="t" r="r" b="b"/>
              <a:pathLst>
                <a:path w="120000" h="120000" extrusionOk="0">
                  <a:moveTo>
                    <a:pt x="120000" y="0"/>
                  </a:moveTo>
                  <a:lnTo>
                    <a:pt x="120000" y="64772"/>
                  </a:lnTo>
                  <a:lnTo>
                    <a:pt x="0" y="64772"/>
                  </a:lnTo>
                  <a:lnTo>
                    <a:pt x="0" y="120000"/>
                  </a:lnTo>
                </a:path>
              </a:pathLst>
            </a:custGeom>
            <a:noFill/>
            <a:ln w="9525" cap="flat" cmpd="sng">
              <a:solidFill>
                <a:srgbClr val="FE0000"/>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61"/>
            <p:cNvSpPr txBox="1"/>
            <p:nvPr/>
          </p:nvSpPr>
          <p:spPr>
            <a:xfrm>
              <a:off x="3612583" y="3076989"/>
              <a:ext cx="247379" cy="46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940" name="Google Shape;940;p61"/>
            <p:cNvSpPr/>
            <p:nvPr/>
          </p:nvSpPr>
          <p:spPr>
            <a:xfrm>
              <a:off x="5198085" y="1664617"/>
              <a:ext cx="2002482" cy="1201489"/>
            </a:xfrm>
            <a:prstGeom prst="rect">
              <a:avLst/>
            </a:prstGeom>
            <a:solidFill>
              <a:srgbClr val="E9212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61"/>
            <p:cNvSpPr txBox="1"/>
            <p:nvPr/>
          </p:nvSpPr>
          <p:spPr>
            <a:xfrm>
              <a:off x="5198085" y="1664617"/>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5</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THIRD NORMAL FORM </a:t>
              </a:r>
              <a:endParaRPr sz="1900">
                <a:solidFill>
                  <a:schemeClr val="lt1"/>
                </a:solidFill>
                <a:latin typeface="Calibri"/>
                <a:ea typeface="Calibri"/>
                <a:cs typeface="Calibri"/>
                <a:sym typeface="Calibri"/>
              </a:endParaRPr>
            </a:p>
          </p:txBody>
        </p:sp>
        <p:sp>
          <p:nvSpPr>
            <p:cNvPr id="942" name="Google Shape;942;p61"/>
            <p:cNvSpPr/>
            <p:nvPr/>
          </p:nvSpPr>
          <p:spPr>
            <a:xfrm>
              <a:off x="271978" y="3326678"/>
              <a:ext cx="2002482" cy="1201489"/>
            </a:xfrm>
            <a:prstGeom prst="rect">
              <a:avLst/>
            </a:prstGeom>
            <a:solidFill>
              <a:srgbClr val="FE000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61"/>
            <p:cNvSpPr txBox="1"/>
            <p:nvPr/>
          </p:nvSpPr>
          <p:spPr>
            <a:xfrm>
              <a:off x="271978" y="3326678"/>
              <a:ext cx="2002482" cy="1201489"/>
            </a:xfrm>
            <a:prstGeom prst="rect">
              <a:avLst/>
            </a:prstGeom>
            <a:noFill/>
            <a:ln>
              <a:noFill/>
            </a:ln>
          </p:spPr>
          <p:txBody>
            <a:bodyPr spcFirstLastPara="1" wrap="square" lIns="135125" tIns="135125" rIns="135125" bIns="135125" anchor="ctr" anchorCtr="0">
              <a:noAutofit/>
            </a:bodyPr>
            <a:lstStyle/>
            <a:p>
              <a:pPr marL="0" marR="0" lvl="0" indent="0" algn="ctr" rtl="0">
                <a:lnSpc>
                  <a:spcPct val="90000"/>
                </a:lnSpc>
                <a:spcBef>
                  <a:spcPts val="0"/>
                </a:spcBef>
                <a:spcAft>
                  <a:spcPts val="0"/>
                </a:spcAft>
                <a:buClr>
                  <a:schemeClr val="lt1"/>
                </a:buClr>
                <a:buSzPts val="1900"/>
                <a:buFont typeface="Calibri"/>
                <a:buNone/>
              </a:pPr>
              <a:r>
                <a:rPr lang="en-US" sz="1900">
                  <a:solidFill>
                    <a:schemeClr val="lt1"/>
                  </a:solidFill>
                  <a:latin typeface="Calibri"/>
                  <a:ea typeface="Calibri"/>
                  <a:cs typeface="Calibri"/>
                  <a:sym typeface="Calibri"/>
                </a:rPr>
                <a:t>PART 6</a:t>
              </a:r>
              <a:endParaRPr/>
            </a:p>
            <a:p>
              <a:pPr marL="0" marR="0" lvl="0" indent="0" algn="ctr" rtl="0">
                <a:lnSpc>
                  <a:spcPct val="90000"/>
                </a:lnSpc>
                <a:spcBef>
                  <a:spcPts val="665"/>
                </a:spcBef>
                <a:spcAft>
                  <a:spcPts val="0"/>
                </a:spcAft>
                <a:buClr>
                  <a:schemeClr val="lt1"/>
                </a:buClr>
                <a:buSzPts val="1900"/>
                <a:buFont typeface="Calibri"/>
                <a:buNone/>
              </a:pPr>
              <a:r>
                <a:rPr lang="en-US" sz="1900">
                  <a:solidFill>
                    <a:schemeClr val="lt1"/>
                  </a:solidFill>
                  <a:latin typeface="Calibri"/>
                  <a:ea typeface="Calibri"/>
                  <a:cs typeface="Calibri"/>
                  <a:sym typeface="Calibri"/>
                </a:rPr>
                <a:t>BOYCE-CODD NORMAL FORM</a:t>
              </a:r>
              <a:endParaRPr sz="1900">
                <a:solidFill>
                  <a:schemeClr val="lt1"/>
                </a:solidFill>
                <a:latin typeface="Calibri"/>
                <a:ea typeface="Calibri"/>
                <a:cs typeface="Calibri"/>
                <a:sym typeface="Calibri"/>
              </a:endParaRPr>
            </a:p>
          </p:txBody>
        </p:sp>
      </p:grpSp>
      <p:sp>
        <p:nvSpPr>
          <p:cNvPr id="944" name="Google Shape;944;p61"/>
          <p:cNvSpPr/>
          <p:nvPr/>
        </p:nvSpPr>
        <p:spPr>
          <a:xfrm>
            <a:off x="806562" y="1170554"/>
            <a:ext cx="7620681" cy="1469572"/>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5" name="Google Shape;945;p61"/>
          <p:cNvSpPr/>
          <p:nvPr/>
        </p:nvSpPr>
        <p:spPr>
          <a:xfrm>
            <a:off x="841943" y="3053216"/>
            <a:ext cx="7126400" cy="1292219"/>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1" name="Google Shape;951;p62"/>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Boyce-Codd Normal Form (BCNF)</a:t>
            </a:r>
            <a:endParaRPr sz="3600" dirty="0"/>
          </a:p>
        </p:txBody>
      </p:sp>
      <p:sp>
        <p:nvSpPr>
          <p:cNvPr id="952" name="Google Shape;952;p62"/>
          <p:cNvSpPr txBox="1">
            <a:spLocks noGrp="1"/>
          </p:cNvSpPr>
          <p:nvPr>
            <p:ph type="body" idx="1"/>
          </p:nvPr>
        </p:nvSpPr>
        <p:spPr>
          <a:xfrm>
            <a:off x="628650" y="1646238"/>
            <a:ext cx="7886700" cy="2675391"/>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Based on functional dependencies that take into account all candidate keys in a relation, however BCNF also has additional constraints compared with the general definition of 3NF.</a:t>
            </a:r>
            <a:endParaRPr sz="2400" dirty="0"/>
          </a:p>
          <a:p>
            <a:pPr marL="228600" lvl="0" indent="-228600" algn="l" rtl="0">
              <a:lnSpc>
                <a:spcPct val="90000"/>
              </a:lnSpc>
              <a:spcBef>
                <a:spcPts val="1000"/>
              </a:spcBef>
              <a:spcAft>
                <a:spcPts val="0"/>
              </a:spcAft>
              <a:buClr>
                <a:schemeClr val="dk1"/>
              </a:buClr>
              <a:buSzPts val="2400"/>
              <a:buChar char="•"/>
            </a:pPr>
            <a:r>
              <a:rPr lang="en-US" sz="2400" dirty="0">
                <a:highlight>
                  <a:srgbClr val="FFFF00"/>
                </a:highlight>
              </a:rPr>
              <a:t>Boyce–Codd normal form (BCNF)</a:t>
            </a:r>
            <a:endParaRPr sz="2400" dirty="0">
              <a:highlight>
                <a:srgbClr val="FFFF00"/>
              </a:highlight>
            </a:endParaRPr>
          </a:p>
          <a:p>
            <a:pPr marL="685800" lvl="1" indent="-228600" algn="l" rtl="0">
              <a:lnSpc>
                <a:spcPct val="90000"/>
              </a:lnSpc>
              <a:spcBef>
                <a:spcPts val="500"/>
              </a:spcBef>
              <a:spcAft>
                <a:spcPts val="0"/>
              </a:spcAft>
              <a:buClr>
                <a:schemeClr val="dk1"/>
              </a:buClr>
              <a:buSzPts val="2000"/>
              <a:buChar char="•"/>
            </a:pPr>
            <a:r>
              <a:rPr lang="en-US" sz="2000" dirty="0">
                <a:highlight>
                  <a:srgbClr val="FFFF00"/>
                </a:highlight>
              </a:rPr>
              <a:t>A relation is in BCNF if and only if every determinant is a candidate key.</a:t>
            </a:r>
            <a:endParaRPr sz="2000" dirty="0">
              <a:highlight>
                <a:srgbClr val="FFFF00"/>
              </a:highlight>
            </a:endParaRPr>
          </a:p>
        </p:txBody>
      </p:sp>
      <p:sp>
        <p:nvSpPr>
          <p:cNvPr id="954" name="Google Shape;954;p62"/>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61</a:t>
            </a:fld>
            <a:endParaRPr/>
          </a:p>
        </p:txBody>
      </p:sp>
      <p:pic>
        <p:nvPicPr>
          <p:cNvPr id="956" name="Google Shape;956;p62"/>
          <p:cNvPicPr preferRelativeResize="0"/>
          <p:nvPr/>
        </p:nvPicPr>
        <p:blipFill rotWithShape="1">
          <a:blip r:embed="rId3">
            <a:alphaModFix/>
          </a:blip>
          <a:srcRect/>
          <a:stretch/>
        </p:blipFill>
        <p:spPr>
          <a:xfrm>
            <a:off x="726621" y="4220361"/>
            <a:ext cx="7329952" cy="1631505"/>
          </a:xfrm>
          <a:prstGeom prst="rect">
            <a:avLst/>
          </a:prstGeom>
          <a:noFill/>
          <a:ln>
            <a:noFill/>
          </a:ln>
        </p:spPr>
      </p:pic>
      <p:sp>
        <p:nvSpPr>
          <p:cNvPr id="957" name="Google Shape;957;p62"/>
          <p:cNvSpPr txBox="1"/>
          <p:nvPr/>
        </p:nvSpPr>
        <p:spPr>
          <a:xfrm>
            <a:off x="1248758" y="5390136"/>
            <a:ext cx="1808508" cy="4617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F0000"/>
              </a:buClr>
              <a:buSzPts val="2400"/>
              <a:buFont typeface="Arial"/>
              <a:buNone/>
            </a:pPr>
            <a:r>
              <a:rPr lang="en-US" sz="2400" b="1">
                <a:solidFill>
                  <a:srgbClr val="FF0000"/>
                </a:solidFill>
                <a:latin typeface="Calibri"/>
                <a:ea typeface="Calibri"/>
                <a:cs typeface="Calibri"/>
                <a:sym typeface="Calibri"/>
              </a:rPr>
              <a:t>determinant</a:t>
            </a:r>
            <a:endParaRPr/>
          </a:p>
        </p:txBody>
      </p:sp>
      <p:sp>
        <p:nvSpPr>
          <p:cNvPr id="958" name="Google Shape;958;p62"/>
          <p:cNvSpPr txBox="1"/>
          <p:nvPr/>
        </p:nvSpPr>
        <p:spPr>
          <a:xfrm>
            <a:off x="659269" y="5758603"/>
            <a:ext cx="2987485"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1E4E79"/>
              </a:buClr>
              <a:buSzPts val="2400"/>
              <a:buFont typeface="Arial"/>
              <a:buNone/>
            </a:pPr>
            <a:r>
              <a:rPr lang="en-US" sz="2400" b="1">
                <a:solidFill>
                  <a:srgbClr val="1E4E79"/>
                </a:solidFill>
                <a:latin typeface="Calibri"/>
                <a:ea typeface="Calibri"/>
                <a:cs typeface="Calibri"/>
                <a:sym typeface="Calibri"/>
              </a:rPr>
              <a:t>NON-CANDIDATE KEY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63"/>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Boyce-Codd Normal Form (BCNF)</a:t>
            </a:r>
            <a:endParaRPr sz="3600" dirty="0"/>
          </a:p>
        </p:txBody>
      </p:sp>
      <p:sp>
        <p:nvSpPr>
          <p:cNvPr id="964" name="Google Shape;964;p63"/>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Difference between 3NF and BCNF is that for a functional dependency A → B:</a:t>
            </a:r>
            <a:endParaRPr sz="2400" dirty="0"/>
          </a:p>
          <a:p>
            <a:pPr marL="685800" lvl="1" indent="-228600" algn="l" rtl="0">
              <a:lnSpc>
                <a:spcPct val="90000"/>
              </a:lnSpc>
              <a:spcBef>
                <a:spcPts val="500"/>
              </a:spcBef>
              <a:spcAft>
                <a:spcPts val="0"/>
              </a:spcAft>
              <a:buClr>
                <a:schemeClr val="dk1"/>
              </a:buClr>
              <a:buSzPts val="2000"/>
              <a:buChar char="•"/>
            </a:pPr>
            <a:r>
              <a:rPr lang="en-US" sz="2000" dirty="0"/>
              <a:t>3NF allows this dependency in a relation if B is a primary-key attribute and A is not a candidate key. </a:t>
            </a:r>
            <a:endParaRPr sz="2000" dirty="0"/>
          </a:p>
          <a:p>
            <a:pPr marL="685800" lvl="1" indent="-228600" algn="l" rtl="0">
              <a:lnSpc>
                <a:spcPct val="90000"/>
              </a:lnSpc>
              <a:spcBef>
                <a:spcPts val="500"/>
              </a:spcBef>
              <a:spcAft>
                <a:spcPts val="0"/>
              </a:spcAft>
              <a:buClr>
                <a:schemeClr val="dk1"/>
              </a:buClr>
              <a:buSzPts val="2000"/>
              <a:buChar char="•"/>
            </a:pPr>
            <a:r>
              <a:rPr lang="en-US" sz="2000" dirty="0"/>
              <a:t>Whereas BCNF insists that for this dependency to remain in a relation, A must be a candidate key. </a:t>
            </a:r>
            <a:endParaRPr sz="2000" dirty="0"/>
          </a:p>
          <a:p>
            <a:pPr marL="228600" lvl="0" indent="-228600" algn="l" rtl="0">
              <a:lnSpc>
                <a:spcPct val="90000"/>
              </a:lnSpc>
              <a:spcBef>
                <a:spcPts val="1000"/>
              </a:spcBef>
              <a:spcAft>
                <a:spcPts val="0"/>
              </a:spcAft>
              <a:buClr>
                <a:schemeClr val="dk1"/>
              </a:buClr>
              <a:buSzPts val="2400"/>
              <a:buChar char="•"/>
            </a:pPr>
            <a:r>
              <a:rPr lang="en-US" sz="2400" dirty="0"/>
              <a:t>Every relation in BCNF is also in 3NF. However, a relation in 3NF is not necessarily in BCNF.</a:t>
            </a:r>
            <a:endParaRPr sz="2400" dirty="0"/>
          </a:p>
        </p:txBody>
      </p:sp>
      <p:sp>
        <p:nvSpPr>
          <p:cNvPr id="966" name="Google Shape;966;p63"/>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p64"/>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BCNF: Example</a:t>
            </a:r>
            <a:endParaRPr sz="3600" dirty="0"/>
          </a:p>
        </p:txBody>
      </p:sp>
      <p:sp>
        <p:nvSpPr>
          <p:cNvPr id="973" name="Google Shape;973;p64"/>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In this example, we extend the </a:t>
            </a:r>
            <a:r>
              <a:rPr lang="en-US" sz="2400" dirty="0" err="1"/>
              <a:t>DreamHome</a:t>
            </a:r>
            <a:r>
              <a:rPr lang="en-US" sz="2400" dirty="0"/>
              <a:t> case study to include a description of client interviews by members of staff.</a:t>
            </a:r>
            <a:endParaRPr sz="2400" dirty="0"/>
          </a:p>
        </p:txBody>
      </p:sp>
      <p:sp>
        <p:nvSpPr>
          <p:cNvPr id="975" name="Google Shape;975;p64"/>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63</a:t>
            </a:fld>
            <a:endParaRPr/>
          </a:p>
        </p:txBody>
      </p:sp>
      <p:pic>
        <p:nvPicPr>
          <p:cNvPr id="977" name="Google Shape;977;p64"/>
          <p:cNvPicPr preferRelativeResize="0"/>
          <p:nvPr/>
        </p:nvPicPr>
        <p:blipFill rotWithShape="1">
          <a:blip r:embed="rId3">
            <a:alphaModFix/>
          </a:blip>
          <a:srcRect/>
          <a:stretch/>
        </p:blipFill>
        <p:spPr>
          <a:xfrm>
            <a:off x="1837038" y="2402365"/>
            <a:ext cx="4858230" cy="1852715"/>
          </a:xfrm>
          <a:prstGeom prst="rect">
            <a:avLst/>
          </a:prstGeom>
          <a:noFill/>
          <a:ln>
            <a:noFill/>
          </a:ln>
        </p:spPr>
      </p:pic>
      <p:pic>
        <p:nvPicPr>
          <p:cNvPr id="978" name="Google Shape;978;p64"/>
          <p:cNvPicPr preferRelativeResize="0"/>
          <p:nvPr/>
        </p:nvPicPr>
        <p:blipFill rotWithShape="1">
          <a:blip r:embed="rId4">
            <a:alphaModFix/>
          </a:blip>
          <a:srcRect/>
          <a:stretch/>
        </p:blipFill>
        <p:spPr>
          <a:xfrm>
            <a:off x="1098488" y="4345280"/>
            <a:ext cx="6947021" cy="1350056"/>
          </a:xfrm>
          <a:prstGeom prst="rect">
            <a:avLst/>
          </a:prstGeom>
          <a:noFill/>
          <a:ln>
            <a:noFill/>
          </a:ln>
        </p:spPr>
      </p:pic>
      <p:sp>
        <p:nvSpPr>
          <p:cNvPr id="979" name="Google Shape;979;p64"/>
          <p:cNvSpPr/>
          <p:nvPr/>
        </p:nvSpPr>
        <p:spPr>
          <a:xfrm>
            <a:off x="1837038" y="5486400"/>
            <a:ext cx="1729946" cy="242682"/>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0" name="Google Shape;980;p64"/>
          <p:cNvSpPr txBox="1"/>
          <p:nvPr/>
        </p:nvSpPr>
        <p:spPr>
          <a:xfrm>
            <a:off x="1209277" y="5717432"/>
            <a:ext cx="3164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Non-candidate key determinant</a:t>
            </a:r>
            <a:endParaRPr/>
          </a:p>
        </p:txBody>
      </p:sp>
      <p:sp>
        <p:nvSpPr>
          <p:cNvPr id="981" name="Google Shape;981;p64"/>
          <p:cNvSpPr txBox="1"/>
          <p:nvPr/>
        </p:nvSpPr>
        <p:spPr>
          <a:xfrm>
            <a:off x="4571999" y="5763598"/>
            <a:ext cx="441318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70C0"/>
                </a:solidFill>
                <a:latin typeface="Calibri"/>
                <a:ea typeface="Calibri"/>
                <a:cs typeface="Calibri"/>
                <a:sym typeface="Calibri"/>
              </a:rPr>
              <a:t>This relation is in 1NF, 2NF, 3NF, </a:t>
            </a:r>
            <a:r>
              <a:rPr lang="en-US" sz="1800" b="1" u="sng">
                <a:solidFill>
                  <a:srgbClr val="0070C0"/>
                </a:solidFill>
                <a:latin typeface="Calibri"/>
                <a:ea typeface="Calibri"/>
                <a:cs typeface="Calibri"/>
                <a:sym typeface="Calibri"/>
              </a:rPr>
              <a:t>BUT NOT</a:t>
            </a:r>
            <a:r>
              <a:rPr lang="en-US" sz="1800">
                <a:solidFill>
                  <a:srgbClr val="0070C0"/>
                </a:solidFill>
                <a:latin typeface="Calibri"/>
                <a:ea typeface="Calibri"/>
                <a:cs typeface="Calibri"/>
                <a:sym typeface="Calibri"/>
              </a:rPr>
              <a:t> BCNF, because fd4 determinant is not a CK</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p65"/>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BCNF: Example</a:t>
            </a:r>
            <a:endParaRPr sz="3600" dirty="0"/>
          </a:p>
        </p:txBody>
      </p:sp>
      <p:sp>
        <p:nvSpPr>
          <p:cNvPr id="988" name="Google Shape;988;p65"/>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64</a:t>
            </a:fld>
            <a:endParaRPr/>
          </a:p>
        </p:txBody>
      </p:sp>
      <p:pic>
        <p:nvPicPr>
          <p:cNvPr id="990" name="Google Shape;990;p65"/>
          <p:cNvPicPr preferRelativeResize="0"/>
          <p:nvPr/>
        </p:nvPicPr>
        <p:blipFill rotWithShape="1">
          <a:blip r:embed="rId3">
            <a:alphaModFix/>
          </a:blip>
          <a:srcRect/>
          <a:stretch/>
        </p:blipFill>
        <p:spPr>
          <a:xfrm>
            <a:off x="1224367" y="1642820"/>
            <a:ext cx="6457980" cy="4335187"/>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66"/>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Example of </a:t>
            </a:r>
            <a:r>
              <a:rPr lang="en-US" sz="3600" dirty="0" err="1"/>
              <a:t>dreamhome</a:t>
            </a:r>
            <a:endParaRPr sz="3600" dirty="0"/>
          </a:p>
        </p:txBody>
      </p:sp>
      <p:pic>
        <p:nvPicPr>
          <p:cNvPr id="996" name="Google Shape;996;p66"/>
          <p:cNvPicPr preferRelativeResize="0">
            <a:picLocks noGrp="1"/>
          </p:cNvPicPr>
          <p:nvPr>
            <p:ph type="body" idx="1"/>
          </p:nvPr>
        </p:nvPicPr>
        <p:blipFill rotWithShape="1">
          <a:blip r:embed="rId3">
            <a:alphaModFix/>
          </a:blip>
          <a:srcRect/>
          <a:stretch/>
        </p:blipFill>
        <p:spPr>
          <a:xfrm>
            <a:off x="1048071" y="1743014"/>
            <a:ext cx="7047857" cy="3371972"/>
          </a:xfrm>
          <a:prstGeom prst="rect">
            <a:avLst/>
          </a:prstGeom>
          <a:noFill/>
          <a:ln>
            <a:noFill/>
          </a:ln>
        </p:spPr>
      </p:pic>
      <p:sp>
        <p:nvSpPr>
          <p:cNvPr id="998" name="Google Shape;998;p66"/>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65</a:t>
            </a:fld>
            <a:endParaRPr/>
          </a:p>
        </p:txBody>
      </p:sp>
      <p:sp>
        <p:nvSpPr>
          <p:cNvPr id="1000" name="Google Shape;1000;p66"/>
          <p:cNvSpPr txBox="1"/>
          <p:nvPr/>
        </p:nvSpPr>
        <p:spPr>
          <a:xfrm>
            <a:off x="1327108" y="5424186"/>
            <a:ext cx="707245" cy="338554"/>
          </a:xfrm>
          <a:prstGeom prst="rect">
            <a:avLst/>
          </a:prstGeom>
          <a:solidFill>
            <a:srgbClr val="FFFF00"/>
          </a:solidFill>
          <a:ln w="9525"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Client</a:t>
            </a:r>
            <a:endParaRPr/>
          </a:p>
        </p:txBody>
      </p:sp>
      <p:sp>
        <p:nvSpPr>
          <p:cNvPr id="1001" name="Google Shape;1001;p66"/>
          <p:cNvSpPr txBox="1"/>
          <p:nvPr/>
        </p:nvSpPr>
        <p:spPr>
          <a:xfrm>
            <a:off x="2858960" y="5424186"/>
            <a:ext cx="776175" cy="338554"/>
          </a:xfrm>
          <a:prstGeom prst="rect">
            <a:avLst/>
          </a:prstGeom>
          <a:solidFill>
            <a:srgbClr val="FFFF00"/>
          </a:solidFill>
          <a:ln w="9525"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Rental</a:t>
            </a:r>
            <a:endParaRPr/>
          </a:p>
        </p:txBody>
      </p:sp>
      <p:sp>
        <p:nvSpPr>
          <p:cNvPr id="1002" name="Google Shape;1002;p66"/>
          <p:cNvSpPr txBox="1"/>
          <p:nvPr/>
        </p:nvSpPr>
        <p:spPr>
          <a:xfrm>
            <a:off x="3976260" y="5424186"/>
            <a:ext cx="1701107" cy="338554"/>
          </a:xfrm>
          <a:prstGeom prst="rect">
            <a:avLst/>
          </a:prstGeom>
          <a:solidFill>
            <a:srgbClr val="FFFF00"/>
          </a:solidFill>
          <a:ln w="9525"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PropertyForRent</a:t>
            </a:r>
            <a:endParaRPr/>
          </a:p>
        </p:txBody>
      </p:sp>
      <p:sp>
        <p:nvSpPr>
          <p:cNvPr id="1003" name="Google Shape;1003;p66"/>
          <p:cNvSpPr txBox="1"/>
          <p:nvPr/>
        </p:nvSpPr>
        <p:spPr>
          <a:xfrm>
            <a:off x="6142810" y="5424186"/>
            <a:ext cx="788999" cy="338554"/>
          </a:xfrm>
          <a:prstGeom prst="rect">
            <a:avLst/>
          </a:prstGeom>
          <a:solidFill>
            <a:srgbClr val="FFFF00"/>
          </a:solidFill>
          <a:ln w="9525"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Owner</a:t>
            </a:r>
            <a:endParaRPr/>
          </a:p>
        </p:txBody>
      </p:sp>
      <p:cxnSp>
        <p:nvCxnSpPr>
          <p:cNvPr id="1004" name="Google Shape;1004;p66"/>
          <p:cNvCxnSpPr>
            <a:endCxn id="1000" idx="0"/>
          </p:cNvCxnSpPr>
          <p:nvPr/>
        </p:nvCxnSpPr>
        <p:spPr>
          <a:xfrm>
            <a:off x="1680731" y="5073786"/>
            <a:ext cx="0" cy="3504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05" name="Google Shape;1005;p66"/>
          <p:cNvCxnSpPr/>
          <p:nvPr/>
        </p:nvCxnSpPr>
        <p:spPr>
          <a:xfrm>
            <a:off x="3247047" y="5067878"/>
            <a:ext cx="1" cy="35039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06" name="Google Shape;1006;p66"/>
          <p:cNvCxnSpPr/>
          <p:nvPr/>
        </p:nvCxnSpPr>
        <p:spPr>
          <a:xfrm>
            <a:off x="4832306" y="5067878"/>
            <a:ext cx="1" cy="35039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07" name="Google Shape;1007;p66"/>
          <p:cNvCxnSpPr/>
          <p:nvPr/>
        </p:nvCxnSpPr>
        <p:spPr>
          <a:xfrm>
            <a:off x="6533412" y="5067878"/>
            <a:ext cx="1" cy="350390"/>
          </a:xfrm>
          <a:prstGeom prst="straightConnector1">
            <a:avLst/>
          </a:prstGeom>
          <a:noFill/>
          <a:ln w="9525" cap="flat" cmpd="sng">
            <a:solidFill>
              <a:schemeClr val="accent1"/>
            </a:solidFill>
            <a:prstDash val="solid"/>
            <a:miter lim="800000"/>
            <a:headEnd type="none" w="sm" len="sm"/>
            <a:tailEnd type="triangle" w="med" len="med"/>
          </a:ln>
        </p:spPr>
      </p:cxnSp>
      <p:sp>
        <p:nvSpPr>
          <p:cNvPr id="1008" name="Google Shape;1008;p66"/>
          <p:cNvSpPr txBox="1"/>
          <p:nvPr/>
        </p:nvSpPr>
        <p:spPr>
          <a:xfrm>
            <a:off x="7322411" y="5418268"/>
            <a:ext cx="68800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BCNF</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p67"/>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Another example</a:t>
            </a:r>
            <a:endParaRPr sz="3600" dirty="0"/>
          </a:p>
        </p:txBody>
      </p:sp>
      <p:sp>
        <p:nvSpPr>
          <p:cNvPr id="1014" name="Google Shape;1014;p67"/>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Given the following table, normalize up to BCNF.</a:t>
            </a:r>
            <a:endParaRPr sz="2400" dirty="0"/>
          </a:p>
          <a:p>
            <a:pPr marL="228600" lvl="0" indent="-76200" algn="l" rtl="0">
              <a:lnSpc>
                <a:spcPct val="90000"/>
              </a:lnSpc>
              <a:spcBef>
                <a:spcPts val="1000"/>
              </a:spcBef>
              <a:spcAft>
                <a:spcPts val="0"/>
              </a:spcAft>
              <a:buClr>
                <a:schemeClr val="dk1"/>
              </a:buClr>
              <a:buSzPts val="2400"/>
              <a:buNone/>
            </a:pPr>
            <a:endParaRPr sz="2400" dirty="0"/>
          </a:p>
        </p:txBody>
      </p:sp>
      <p:sp>
        <p:nvSpPr>
          <p:cNvPr id="1016" name="Google Shape;1016;p67"/>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66</a:t>
            </a:fld>
            <a:endParaRPr/>
          </a:p>
        </p:txBody>
      </p:sp>
      <p:pic>
        <p:nvPicPr>
          <p:cNvPr id="1018" name="Google Shape;1018;p67"/>
          <p:cNvPicPr preferRelativeResize="0"/>
          <p:nvPr/>
        </p:nvPicPr>
        <p:blipFill rotWithShape="1">
          <a:blip r:embed="rId3">
            <a:alphaModFix/>
          </a:blip>
          <a:srcRect/>
          <a:stretch/>
        </p:blipFill>
        <p:spPr>
          <a:xfrm>
            <a:off x="889686" y="2338912"/>
            <a:ext cx="7364627" cy="2081752"/>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p68"/>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Another example</a:t>
            </a:r>
            <a:endParaRPr sz="3600" dirty="0"/>
          </a:p>
        </p:txBody>
      </p:sp>
      <p:sp>
        <p:nvSpPr>
          <p:cNvPr id="1024" name="Google Shape;1024;p68"/>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UNF to 1NF:</a:t>
            </a:r>
            <a:endParaRPr sz="2400" dirty="0"/>
          </a:p>
          <a:p>
            <a:pPr marL="685800" lvl="1" indent="-228600" algn="l" rtl="0">
              <a:lnSpc>
                <a:spcPct val="90000"/>
              </a:lnSpc>
              <a:spcBef>
                <a:spcPts val="500"/>
              </a:spcBef>
              <a:spcAft>
                <a:spcPts val="0"/>
              </a:spcAft>
              <a:buClr>
                <a:schemeClr val="dk1"/>
              </a:buClr>
              <a:buSzPts val="2000"/>
              <a:buChar char="•"/>
            </a:pPr>
            <a:r>
              <a:rPr lang="en-US" sz="2000" dirty="0" err="1"/>
              <a:t>StaffPropertylnspection</a:t>
            </a:r>
            <a:r>
              <a:rPr lang="en-US" sz="2000" dirty="0"/>
              <a:t> (</a:t>
            </a:r>
            <a:r>
              <a:rPr lang="en-US" sz="2000" b="1" u="sng" dirty="0" err="1"/>
              <a:t>propertyNo</a:t>
            </a:r>
            <a:r>
              <a:rPr lang="en-US" sz="2000" dirty="0"/>
              <a:t>, </a:t>
            </a:r>
            <a:r>
              <a:rPr lang="en-US" sz="2000" b="1" u="sng" dirty="0" err="1"/>
              <a:t>iDate</a:t>
            </a:r>
            <a:r>
              <a:rPr lang="en-US" sz="2000" dirty="0"/>
              <a:t>, </a:t>
            </a:r>
            <a:r>
              <a:rPr lang="en-US" sz="2000" dirty="0" err="1"/>
              <a:t>iTime</a:t>
            </a:r>
            <a:r>
              <a:rPr lang="en-US" sz="2000" dirty="0"/>
              <a:t>, </a:t>
            </a:r>
            <a:r>
              <a:rPr lang="en-US" sz="2000" dirty="0" err="1"/>
              <a:t>pAddress</a:t>
            </a:r>
            <a:r>
              <a:rPr lang="en-US" sz="2000" dirty="0"/>
              <a:t>, comments, </a:t>
            </a:r>
            <a:r>
              <a:rPr lang="en-US" sz="2000" dirty="0" err="1"/>
              <a:t>staffNo</a:t>
            </a:r>
            <a:r>
              <a:rPr lang="en-US" sz="2000" dirty="0"/>
              <a:t>, </a:t>
            </a:r>
            <a:r>
              <a:rPr lang="en-US" sz="2000" dirty="0" err="1"/>
              <a:t>sName</a:t>
            </a:r>
            <a:r>
              <a:rPr lang="en-US" sz="2000" dirty="0"/>
              <a:t>, </a:t>
            </a:r>
            <a:r>
              <a:rPr lang="en-US" sz="2000" dirty="0" err="1"/>
              <a:t>carReg</a:t>
            </a:r>
            <a:r>
              <a:rPr lang="en-US" sz="2000" dirty="0"/>
              <a:t>)</a:t>
            </a:r>
            <a:endParaRPr sz="2000" dirty="0"/>
          </a:p>
        </p:txBody>
      </p:sp>
      <p:sp>
        <p:nvSpPr>
          <p:cNvPr id="1026" name="Google Shape;1026;p68"/>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67</a:t>
            </a:fld>
            <a:endParaRPr/>
          </a:p>
        </p:txBody>
      </p:sp>
      <p:pic>
        <p:nvPicPr>
          <p:cNvPr id="1028" name="Google Shape;1028;p68"/>
          <p:cNvPicPr preferRelativeResize="0"/>
          <p:nvPr/>
        </p:nvPicPr>
        <p:blipFill rotWithShape="1">
          <a:blip r:embed="rId3">
            <a:alphaModFix/>
          </a:blip>
          <a:srcRect/>
          <a:stretch/>
        </p:blipFill>
        <p:spPr>
          <a:xfrm>
            <a:off x="944777" y="2991334"/>
            <a:ext cx="7570573" cy="30184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p69"/>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Another example</a:t>
            </a:r>
            <a:endParaRPr sz="3600" dirty="0"/>
          </a:p>
        </p:txBody>
      </p:sp>
      <p:sp>
        <p:nvSpPr>
          <p:cNvPr id="1034" name="Google Shape;1034;p69"/>
          <p:cNvSpPr txBox="1">
            <a:spLocks noGrp="1"/>
          </p:cNvSpPr>
          <p:nvPr>
            <p:ph type="body" idx="1"/>
          </p:nvPr>
        </p:nvSpPr>
        <p:spPr>
          <a:xfrm>
            <a:off x="628650" y="1646238"/>
            <a:ext cx="7886700" cy="453072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dirty="0"/>
              <a:t>Dependency</a:t>
            </a:r>
            <a:endParaRPr sz="2400" dirty="0"/>
          </a:p>
        </p:txBody>
      </p:sp>
      <p:sp>
        <p:nvSpPr>
          <p:cNvPr id="1036" name="Google Shape;1036;p69"/>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68</a:t>
            </a:fld>
            <a:endParaRPr/>
          </a:p>
        </p:txBody>
      </p:sp>
      <p:pic>
        <p:nvPicPr>
          <p:cNvPr id="1038" name="Google Shape;1038;p69"/>
          <p:cNvPicPr preferRelativeResize="0"/>
          <p:nvPr/>
        </p:nvPicPr>
        <p:blipFill rotWithShape="1">
          <a:blip r:embed="rId3">
            <a:alphaModFix/>
          </a:blip>
          <a:srcRect/>
          <a:stretch/>
        </p:blipFill>
        <p:spPr>
          <a:xfrm>
            <a:off x="2641374" y="2164497"/>
            <a:ext cx="3861251" cy="2079437"/>
          </a:xfrm>
          <a:prstGeom prst="rect">
            <a:avLst/>
          </a:prstGeom>
          <a:noFill/>
          <a:ln>
            <a:noFill/>
          </a:ln>
        </p:spPr>
      </p:pic>
      <p:pic>
        <p:nvPicPr>
          <p:cNvPr id="1039" name="Google Shape;1039;p69"/>
          <p:cNvPicPr preferRelativeResize="0"/>
          <p:nvPr/>
        </p:nvPicPr>
        <p:blipFill rotWithShape="1">
          <a:blip r:embed="rId4">
            <a:alphaModFix/>
          </a:blip>
          <a:srcRect/>
          <a:stretch/>
        </p:blipFill>
        <p:spPr>
          <a:xfrm>
            <a:off x="1319670" y="4380459"/>
            <a:ext cx="6504660" cy="1738807"/>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70"/>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Another example</a:t>
            </a:r>
            <a:endParaRPr sz="3600" dirty="0"/>
          </a:p>
        </p:txBody>
      </p:sp>
      <p:sp>
        <p:nvSpPr>
          <p:cNvPr id="1046" name="Google Shape;1046;p70"/>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69</a:t>
            </a:fld>
            <a:endParaRPr/>
          </a:p>
        </p:txBody>
      </p:sp>
      <p:pic>
        <p:nvPicPr>
          <p:cNvPr id="1048" name="Google Shape;1048;p70"/>
          <p:cNvPicPr preferRelativeResize="0"/>
          <p:nvPr/>
        </p:nvPicPr>
        <p:blipFill rotWithShape="1">
          <a:blip r:embed="rId3">
            <a:alphaModFix/>
          </a:blip>
          <a:srcRect/>
          <a:stretch/>
        </p:blipFill>
        <p:spPr>
          <a:xfrm>
            <a:off x="2130288" y="2024429"/>
            <a:ext cx="5163509" cy="1380294"/>
          </a:xfrm>
          <a:prstGeom prst="rect">
            <a:avLst/>
          </a:prstGeom>
          <a:noFill/>
          <a:ln>
            <a:noFill/>
          </a:ln>
        </p:spPr>
      </p:pic>
      <p:sp>
        <p:nvSpPr>
          <p:cNvPr id="1049" name="Google Shape;1049;p70"/>
          <p:cNvSpPr/>
          <p:nvPr/>
        </p:nvSpPr>
        <p:spPr>
          <a:xfrm>
            <a:off x="1058562" y="1353076"/>
            <a:ext cx="7306962" cy="307777"/>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1400" b="0" i="0" u="none" strike="noStrike" cap="none">
                <a:solidFill>
                  <a:schemeClr val="dk1"/>
                </a:solidFill>
                <a:latin typeface="Calibri"/>
                <a:ea typeface="Calibri"/>
                <a:cs typeface="Calibri"/>
                <a:sym typeface="Calibri"/>
              </a:rPr>
              <a:t>1NF:</a:t>
            </a:r>
            <a:endParaRPr sz="1400" b="0" i="0" u="none" strike="noStrike" cap="none">
              <a:solidFill>
                <a:schemeClr val="dk1"/>
              </a:solidFill>
              <a:latin typeface="Calibri"/>
              <a:ea typeface="Calibri"/>
              <a:cs typeface="Calibri"/>
              <a:sym typeface="Calibri"/>
            </a:endParaRPr>
          </a:p>
        </p:txBody>
      </p:sp>
      <p:sp>
        <p:nvSpPr>
          <p:cNvPr id="1050" name="Google Shape;1050;p70"/>
          <p:cNvSpPr/>
          <p:nvPr/>
        </p:nvSpPr>
        <p:spPr>
          <a:xfrm>
            <a:off x="2130288" y="2397204"/>
            <a:ext cx="5163509" cy="164757"/>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1" name="Google Shape;1051;p70"/>
          <p:cNvSpPr/>
          <p:nvPr/>
        </p:nvSpPr>
        <p:spPr>
          <a:xfrm>
            <a:off x="1058562" y="1668988"/>
            <a:ext cx="7306962" cy="307777"/>
          </a:xfrm>
          <a:prstGeom prst="rect">
            <a:avLst/>
          </a:prstGeom>
          <a:noFill/>
          <a:ln>
            <a:noFill/>
          </a:ln>
        </p:spPr>
        <p:txBody>
          <a:bodyPr spcFirstLastPara="1" wrap="square" lIns="91425" tIns="45700" rIns="91425" bIns="45700" anchor="t" anchorCtr="0">
            <a:spAutoFit/>
          </a:bodyPr>
          <a:lstStyle/>
          <a:p>
            <a:pPr marL="0" marR="0" lvl="1" indent="0" algn="l" rtl="0">
              <a:spcBef>
                <a:spcPts val="0"/>
              </a:spcBef>
              <a:spcAft>
                <a:spcPts val="0"/>
              </a:spcAft>
              <a:buNone/>
            </a:pPr>
            <a:r>
              <a:rPr lang="en-US" sz="1400" b="0" i="0" u="none" strike="noStrike" cap="none" dirty="0" err="1">
                <a:solidFill>
                  <a:schemeClr val="dk1"/>
                </a:solidFill>
                <a:latin typeface="Calibri"/>
                <a:ea typeface="Calibri"/>
                <a:cs typeface="Calibri"/>
                <a:sym typeface="Calibri"/>
              </a:rPr>
              <a:t>StaffPropertylnspection</a:t>
            </a:r>
            <a:r>
              <a:rPr lang="en-US" sz="1400" b="0" i="0" u="none" strike="noStrike" cap="none" dirty="0">
                <a:solidFill>
                  <a:schemeClr val="dk1"/>
                </a:solidFill>
                <a:latin typeface="Calibri"/>
                <a:ea typeface="Calibri"/>
                <a:cs typeface="Calibri"/>
                <a:sym typeface="Calibri"/>
              </a:rPr>
              <a:t> (</a:t>
            </a:r>
            <a:r>
              <a:rPr lang="en-US" sz="1400" b="1" i="0" u="sng" strike="noStrike" cap="none" dirty="0" err="1">
                <a:solidFill>
                  <a:schemeClr val="dk1"/>
                </a:solidFill>
                <a:latin typeface="Calibri"/>
                <a:ea typeface="Calibri"/>
                <a:cs typeface="Calibri"/>
                <a:sym typeface="Calibri"/>
              </a:rPr>
              <a:t>propertyNo</a:t>
            </a:r>
            <a:r>
              <a:rPr lang="en-US" sz="1400" b="0" i="0" u="none" strike="noStrike" cap="none" dirty="0">
                <a:solidFill>
                  <a:schemeClr val="dk1"/>
                </a:solidFill>
                <a:latin typeface="Calibri"/>
                <a:ea typeface="Calibri"/>
                <a:cs typeface="Calibri"/>
                <a:sym typeface="Calibri"/>
              </a:rPr>
              <a:t>, </a:t>
            </a:r>
            <a:r>
              <a:rPr lang="en-US" sz="1400" b="1" i="0" u="sng" strike="noStrike" cap="none" dirty="0" err="1">
                <a:solidFill>
                  <a:schemeClr val="dk1"/>
                </a:solidFill>
                <a:latin typeface="Calibri"/>
                <a:ea typeface="Calibri"/>
                <a:cs typeface="Calibri"/>
                <a:sym typeface="Calibri"/>
              </a:rPr>
              <a:t>iDate</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iTime</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pAddress</a:t>
            </a:r>
            <a:r>
              <a:rPr lang="en-US" sz="1400" b="0" i="0" u="none" strike="noStrike" cap="none" dirty="0">
                <a:solidFill>
                  <a:schemeClr val="dk1"/>
                </a:solidFill>
                <a:latin typeface="Calibri"/>
                <a:ea typeface="Calibri"/>
                <a:cs typeface="Calibri"/>
                <a:sym typeface="Calibri"/>
              </a:rPr>
              <a:t>, comments, </a:t>
            </a:r>
            <a:r>
              <a:rPr lang="en-US" sz="1400" b="0" i="0" u="none" strike="noStrike" cap="none" dirty="0" err="1">
                <a:solidFill>
                  <a:schemeClr val="dk1"/>
                </a:solidFill>
                <a:latin typeface="Calibri"/>
                <a:ea typeface="Calibri"/>
                <a:cs typeface="Calibri"/>
                <a:sym typeface="Calibri"/>
              </a:rPr>
              <a:t>staffNo</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sName</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carReg</a:t>
            </a:r>
            <a:r>
              <a:rPr lang="en-US" sz="1400" b="0" i="0" u="none" strike="noStrike" cap="none" dirty="0">
                <a:solidFill>
                  <a:schemeClr val="dk1"/>
                </a:solidFill>
                <a:latin typeface="Calibri"/>
                <a:ea typeface="Calibri"/>
                <a:cs typeface="Calibri"/>
                <a:sym typeface="Calibri"/>
              </a:rPr>
              <a:t>)</a:t>
            </a:r>
            <a:endParaRPr sz="1400" b="0" i="0" u="none" strike="noStrike" cap="none" dirty="0">
              <a:solidFill>
                <a:schemeClr val="dk1"/>
              </a:solidFill>
              <a:latin typeface="Calibri"/>
              <a:ea typeface="Calibri"/>
              <a:cs typeface="Calibri"/>
              <a:sym typeface="Calibri"/>
            </a:endParaRPr>
          </a:p>
        </p:txBody>
      </p:sp>
      <p:sp>
        <p:nvSpPr>
          <p:cNvPr id="1052" name="Google Shape;1052;p70"/>
          <p:cNvSpPr/>
          <p:nvPr/>
        </p:nvSpPr>
        <p:spPr>
          <a:xfrm>
            <a:off x="1058562" y="3591692"/>
            <a:ext cx="7306962" cy="307777"/>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1400" b="0" i="0" u="none" strike="noStrike" cap="none">
                <a:solidFill>
                  <a:schemeClr val="dk1"/>
                </a:solidFill>
                <a:latin typeface="Calibri"/>
                <a:ea typeface="Calibri"/>
                <a:cs typeface="Calibri"/>
                <a:sym typeface="Calibri"/>
              </a:rPr>
              <a:t>2NF:</a:t>
            </a:r>
            <a:endParaRPr sz="1400" b="0" i="0" u="none" strike="noStrike" cap="none">
              <a:solidFill>
                <a:schemeClr val="dk1"/>
              </a:solidFill>
              <a:latin typeface="Calibri"/>
              <a:ea typeface="Calibri"/>
              <a:cs typeface="Calibri"/>
              <a:sym typeface="Calibri"/>
            </a:endParaRPr>
          </a:p>
        </p:txBody>
      </p:sp>
      <p:sp>
        <p:nvSpPr>
          <p:cNvPr id="1053" name="Google Shape;1053;p70"/>
          <p:cNvSpPr/>
          <p:nvPr/>
        </p:nvSpPr>
        <p:spPr>
          <a:xfrm>
            <a:off x="1058562" y="3907604"/>
            <a:ext cx="7306962" cy="523220"/>
          </a:xfrm>
          <a:prstGeom prst="rect">
            <a:avLst/>
          </a:prstGeom>
          <a:noFill/>
          <a:ln>
            <a:noFill/>
          </a:ln>
        </p:spPr>
        <p:txBody>
          <a:bodyPr spcFirstLastPara="1" wrap="square" lIns="91425" tIns="45700" rIns="91425" bIns="45700" anchor="t" anchorCtr="0">
            <a:spAutoFit/>
          </a:bodyPr>
          <a:lstStyle/>
          <a:p>
            <a:pPr marL="0" marR="0" lvl="1" indent="0" algn="l" rtl="0">
              <a:spcBef>
                <a:spcPts val="0"/>
              </a:spcBef>
              <a:spcAft>
                <a:spcPts val="0"/>
              </a:spcAft>
              <a:buNone/>
            </a:pPr>
            <a:r>
              <a:rPr lang="en-US" sz="1400" b="0" i="0" u="none" strike="noStrike" cap="none">
                <a:solidFill>
                  <a:schemeClr val="dk1"/>
                </a:solidFill>
                <a:latin typeface="Calibri"/>
                <a:ea typeface="Calibri"/>
                <a:cs typeface="Calibri"/>
                <a:sym typeface="Calibri"/>
              </a:rPr>
              <a:t>Propertylnspection (</a:t>
            </a:r>
            <a:r>
              <a:rPr lang="en-US" sz="1400" b="1" i="0" u="sng" strike="noStrike" cap="none">
                <a:solidFill>
                  <a:schemeClr val="dk1"/>
                </a:solidFill>
                <a:latin typeface="Calibri"/>
                <a:ea typeface="Calibri"/>
                <a:cs typeface="Calibri"/>
                <a:sym typeface="Calibri"/>
              </a:rPr>
              <a:t>propertyNo</a:t>
            </a:r>
            <a:r>
              <a:rPr lang="en-US" sz="1400" b="0" i="0" u="none" strike="noStrike" cap="none">
                <a:solidFill>
                  <a:schemeClr val="dk1"/>
                </a:solidFill>
                <a:latin typeface="Calibri"/>
                <a:ea typeface="Calibri"/>
                <a:cs typeface="Calibri"/>
                <a:sym typeface="Calibri"/>
              </a:rPr>
              <a:t>, </a:t>
            </a:r>
            <a:r>
              <a:rPr lang="en-US" sz="1400" b="1" i="0" u="sng" strike="noStrike" cap="none">
                <a:solidFill>
                  <a:schemeClr val="dk1"/>
                </a:solidFill>
                <a:latin typeface="Calibri"/>
                <a:ea typeface="Calibri"/>
                <a:cs typeface="Calibri"/>
                <a:sym typeface="Calibri"/>
              </a:rPr>
              <a:t>iDate</a:t>
            </a:r>
            <a:r>
              <a:rPr lang="en-US" sz="1400" b="0" i="0" u="none" strike="noStrike" cap="none">
                <a:solidFill>
                  <a:schemeClr val="dk1"/>
                </a:solidFill>
                <a:latin typeface="Calibri"/>
                <a:ea typeface="Calibri"/>
                <a:cs typeface="Calibri"/>
                <a:sym typeface="Calibri"/>
              </a:rPr>
              <a:t>, iTime, comments, staffNo, sName, carReg)</a:t>
            </a:r>
            <a:endParaRPr/>
          </a:p>
          <a:p>
            <a:pPr marL="0" marR="0" lvl="1" indent="0" algn="l" rtl="0">
              <a:spcBef>
                <a:spcPts val="0"/>
              </a:spcBef>
              <a:spcAft>
                <a:spcPts val="0"/>
              </a:spcAft>
              <a:buNone/>
            </a:pPr>
            <a:r>
              <a:rPr lang="en-US" sz="1400" b="0" i="0" u="none" strike="noStrike" cap="none">
                <a:solidFill>
                  <a:schemeClr val="dk1"/>
                </a:solidFill>
                <a:latin typeface="Calibri"/>
                <a:ea typeface="Calibri"/>
                <a:cs typeface="Calibri"/>
                <a:sym typeface="Calibri"/>
              </a:rPr>
              <a:t>Property (</a:t>
            </a:r>
            <a:r>
              <a:rPr lang="en-US" sz="1400" b="1" i="0" u="sng" strike="noStrike" cap="none">
                <a:solidFill>
                  <a:schemeClr val="dk1"/>
                </a:solidFill>
                <a:latin typeface="Calibri"/>
                <a:ea typeface="Calibri"/>
                <a:cs typeface="Calibri"/>
                <a:sym typeface="Calibri"/>
              </a:rPr>
              <a:t>propertyNo</a:t>
            </a:r>
            <a:r>
              <a:rPr lang="en-US" sz="1400" b="0" i="0" u="none" strike="noStrike" cap="none">
                <a:solidFill>
                  <a:schemeClr val="dk1"/>
                </a:solidFill>
                <a:latin typeface="Calibri"/>
                <a:ea typeface="Calibri"/>
                <a:cs typeface="Calibri"/>
                <a:sym typeface="Calibri"/>
              </a:rPr>
              <a:t>, pAddress)</a:t>
            </a:r>
            <a:endParaRPr/>
          </a:p>
        </p:txBody>
      </p:sp>
      <p:pic>
        <p:nvPicPr>
          <p:cNvPr id="1054" name="Google Shape;1054;p70"/>
          <p:cNvPicPr preferRelativeResize="0"/>
          <p:nvPr/>
        </p:nvPicPr>
        <p:blipFill rotWithShape="1">
          <a:blip r:embed="rId4">
            <a:alphaModFix/>
          </a:blip>
          <a:srcRect/>
          <a:stretch/>
        </p:blipFill>
        <p:spPr>
          <a:xfrm>
            <a:off x="2075543" y="4624012"/>
            <a:ext cx="3843270" cy="1519883"/>
          </a:xfrm>
          <a:prstGeom prst="rect">
            <a:avLst/>
          </a:prstGeom>
          <a:noFill/>
          <a:ln>
            <a:noFill/>
          </a:ln>
        </p:spPr>
      </p:pic>
      <p:sp>
        <p:nvSpPr>
          <p:cNvPr id="1055" name="Google Shape;1055;p70"/>
          <p:cNvSpPr/>
          <p:nvPr/>
        </p:nvSpPr>
        <p:spPr>
          <a:xfrm>
            <a:off x="2130288" y="5422545"/>
            <a:ext cx="1494361" cy="179185"/>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6" name="Google Shape;1056;p70"/>
          <p:cNvSpPr txBox="1"/>
          <p:nvPr/>
        </p:nvSpPr>
        <p:spPr>
          <a:xfrm>
            <a:off x="3624649" y="5358248"/>
            <a:ext cx="18256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FF0000"/>
                </a:solidFill>
                <a:latin typeface="Calibri"/>
                <a:ea typeface="Calibri"/>
                <a:cs typeface="Calibri"/>
                <a:sym typeface="Calibri"/>
              </a:rPr>
              <a:t>Transitive dependency</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p71"/>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Another example</a:t>
            </a:r>
            <a:endParaRPr sz="3600" dirty="0"/>
          </a:p>
        </p:txBody>
      </p:sp>
      <p:sp>
        <p:nvSpPr>
          <p:cNvPr id="1063" name="Google Shape;1063;p71"/>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70</a:t>
            </a:fld>
            <a:endParaRPr/>
          </a:p>
        </p:txBody>
      </p:sp>
      <p:sp>
        <p:nvSpPr>
          <p:cNvPr id="1065" name="Google Shape;1065;p71"/>
          <p:cNvSpPr/>
          <p:nvPr/>
        </p:nvSpPr>
        <p:spPr>
          <a:xfrm>
            <a:off x="1058562" y="1326281"/>
            <a:ext cx="7306962" cy="307777"/>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1400" b="0" i="0" u="none" strike="noStrike" cap="none">
                <a:solidFill>
                  <a:schemeClr val="dk1"/>
                </a:solidFill>
                <a:latin typeface="Calibri"/>
                <a:ea typeface="Calibri"/>
                <a:cs typeface="Calibri"/>
                <a:sym typeface="Calibri"/>
              </a:rPr>
              <a:t>3NF:</a:t>
            </a:r>
            <a:endParaRPr sz="1400" b="0" i="0" u="none" strike="noStrike" cap="none">
              <a:solidFill>
                <a:schemeClr val="dk1"/>
              </a:solidFill>
              <a:latin typeface="Calibri"/>
              <a:ea typeface="Calibri"/>
              <a:cs typeface="Calibri"/>
              <a:sym typeface="Calibri"/>
            </a:endParaRPr>
          </a:p>
        </p:txBody>
      </p:sp>
      <p:sp>
        <p:nvSpPr>
          <p:cNvPr id="1066" name="Google Shape;1066;p71"/>
          <p:cNvSpPr/>
          <p:nvPr/>
        </p:nvSpPr>
        <p:spPr>
          <a:xfrm>
            <a:off x="1058562" y="1642193"/>
            <a:ext cx="7306962" cy="738664"/>
          </a:xfrm>
          <a:prstGeom prst="rect">
            <a:avLst/>
          </a:prstGeom>
          <a:noFill/>
          <a:ln>
            <a:noFill/>
          </a:ln>
        </p:spPr>
        <p:txBody>
          <a:bodyPr spcFirstLastPara="1" wrap="square" lIns="91425" tIns="45700" rIns="91425" bIns="45700" anchor="t" anchorCtr="0">
            <a:spAutoFit/>
          </a:bodyPr>
          <a:lstStyle/>
          <a:p>
            <a:pPr marL="0" marR="0" lvl="1" indent="0" algn="l" rtl="0">
              <a:spcBef>
                <a:spcPts val="0"/>
              </a:spcBef>
              <a:spcAft>
                <a:spcPts val="0"/>
              </a:spcAft>
              <a:buNone/>
            </a:pPr>
            <a:r>
              <a:rPr lang="en-US" sz="1400" b="0" i="0" u="none" strike="noStrike" cap="none" dirty="0" err="1">
                <a:solidFill>
                  <a:schemeClr val="dk1"/>
                </a:solidFill>
                <a:latin typeface="Calibri"/>
                <a:ea typeface="Calibri"/>
                <a:cs typeface="Calibri"/>
                <a:sym typeface="Calibri"/>
              </a:rPr>
              <a:t>Propertylnspection</a:t>
            </a:r>
            <a:r>
              <a:rPr lang="en-US" sz="1400" b="0" i="0" u="none" strike="noStrike" cap="none" dirty="0">
                <a:solidFill>
                  <a:schemeClr val="dk1"/>
                </a:solidFill>
                <a:latin typeface="Calibri"/>
                <a:ea typeface="Calibri"/>
                <a:cs typeface="Calibri"/>
                <a:sym typeface="Calibri"/>
              </a:rPr>
              <a:t> (</a:t>
            </a:r>
            <a:r>
              <a:rPr lang="en-US" sz="1400" b="1" i="0" u="sng" strike="noStrike" cap="none" dirty="0" err="1">
                <a:solidFill>
                  <a:schemeClr val="dk1"/>
                </a:solidFill>
                <a:latin typeface="Calibri"/>
                <a:ea typeface="Calibri"/>
                <a:cs typeface="Calibri"/>
                <a:sym typeface="Calibri"/>
              </a:rPr>
              <a:t>propertyNo</a:t>
            </a:r>
            <a:r>
              <a:rPr lang="en-US" sz="1400" b="0" i="0" u="none" strike="noStrike" cap="none" dirty="0">
                <a:solidFill>
                  <a:schemeClr val="dk1"/>
                </a:solidFill>
                <a:latin typeface="Calibri"/>
                <a:ea typeface="Calibri"/>
                <a:cs typeface="Calibri"/>
                <a:sym typeface="Calibri"/>
              </a:rPr>
              <a:t>, </a:t>
            </a:r>
            <a:r>
              <a:rPr lang="en-US" sz="1400" b="1" i="0" u="sng" strike="noStrike" cap="none" dirty="0" err="1">
                <a:solidFill>
                  <a:schemeClr val="dk1"/>
                </a:solidFill>
                <a:latin typeface="Calibri"/>
                <a:ea typeface="Calibri"/>
                <a:cs typeface="Calibri"/>
                <a:sym typeface="Calibri"/>
              </a:rPr>
              <a:t>iDate</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iTime</a:t>
            </a:r>
            <a:r>
              <a:rPr lang="en-US" sz="1400" b="0" i="0" u="none" strike="noStrike" cap="none" dirty="0">
                <a:solidFill>
                  <a:schemeClr val="dk1"/>
                </a:solidFill>
                <a:latin typeface="Calibri"/>
                <a:ea typeface="Calibri"/>
                <a:cs typeface="Calibri"/>
                <a:sym typeface="Calibri"/>
              </a:rPr>
              <a:t>, comments, </a:t>
            </a:r>
            <a:r>
              <a:rPr lang="en-US" sz="1400" b="0" i="0" u="none" strike="noStrike" cap="none" dirty="0" err="1">
                <a:solidFill>
                  <a:schemeClr val="dk1"/>
                </a:solidFill>
                <a:latin typeface="Calibri"/>
                <a:ea typeface="Calibri"/>
                <a:cs typeface="Calibri"/>
                <a:sym typeface="Calibri"/>
              </a:rPr>
              <a:t>staffNo</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carReg</a:t>
            </a:r>
            <a:r>
              <a:rPr lang="en-US" sz="1400" b="0" i="0" u="none" strike="noStrike" cap="none" dirty="0">
                <a:solidFill>
                  <a:schemeClr val="dk1"/>
                </a:solidFill>
                <a:latin typeface="Calibri"/>
                <a:ea typeface="Calibri"/>
                <a:cs typeface="Calibri"/>
                <a:sym typeface="Calibri"/>
              </a:rPr>
              <a:t>)</a:t>
            </a:r>
            <a:endParaRPr dirty="0"/>
          </a:p>
          <a:p>
            <a:pPr marL="0" marR="0" lvl="1" indent="0" algn="l" rtl="0">
              <a:spcBef>
                <a:spcPts val="0"/>
              </a:spcBef>
              <a:spcAft>
                <a:spcPts val="0"/>
              </a:spcAft>
              <a:buNone/>
            </a:pPr>
            <a:r>
              <a:rPr lang="en-US" sz="1400" b="0" i="0" u="none" strike="noStrike" cap="none" dirty="0">
                <a:solidFill>
                  <a:schemeClr val="dk1"/>
                </a:solidFill>
                <a:latin typeface="Calibri"/>
                <a:ea typeface="Calibri"/>
                <a:cs typeface="Calibri"/>
                <a:sym typeface="Calibri"/>
              </a:rPr>
              <a:t>Staff (</a:t>
            </a:r>
            <a:r>
              <a:rPr lang="en-US" sz="1400" b="1" i="0" u="sng" strike="noStrike" cap="none" dirty="0" err="1">
                <a:solidFill>
                  <a:schemeClr val="dk1"/>
                </a:solidFill>
                <a:latin typeface="Calibri"/>
                <a:ea typeface="Calibri"/>
                <a:cs typeface="Calibri"/>
                <a:sym typeface="Calibri"/>
              </a:rPr>
              <a:t>staffNo</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sName</a:t>
            </a:r>
            <a:r>
              <a:rPr lang="en-US" sz="1400" b="0" i="0" u="none" strike="noStrike" cap="none" dirty="0">
                <a:solidFill>
                  <a:schemeClr val="dk1"/>
                </a:solidFill>
                <a:latin typeface="Calibri"/>
                <a:ea typeface="Calibri"/>
                <a:cs typeface="Calibri"/>
                <a:sym typeface="Calibri"/>
              </a:rPr>
              <a:t>)</a:t>
            </a:r>
            <a:endParaRPr dirty="0"/>
          </a:p>
          <a:p>
            <a:pPr marL="0" marR="0" lvl="1" indent="0" algn="l" rtl="0">
              <a:spcBef>
                <a:spcPts val="0"/>
              </a:spcBef>
              <a:spcAft>
                <a:spcPts val="0"/>
              </a:spcAft>
              <a:buNone/>
            </a:pPr>
            <a:r>
              <a:rPr lang="en-US" sz="1400" b="0" i="0" u="none" strike="noStrike" cap="none" dirty="0">
                <a:solidFill>
                  <a:schemeClr val="dk1"/>
                </a:solidFill>
                <a:latin typeface="Calibri"/>
                <a:ea typeface="Calibri"/>
                <a:cs typeface="Calibri"/>
                <a:sym typeface="Calibri"/>
              </a:rPr>
              <a:t>Property (</a:t>
            </a:r>
            <a:r>
              <a:rPr lang="en-US" sz="1400" b="1" i="0" u="sng" strike="noStrike" cap="none" dirty="0" err="1">
                <a:solidFill>
                  <a:schemeClr val="dk1"/>
                </a:solidFill>
                <a:latin typeface="Calibri"/>
                <a:ea typeface="Calibri"/>
                <a:cs typeface="Calibri"/>
                <a:sym typeface="Calibri"/>
              </a:rPr>
              <a:t>propertyNo</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pAddress</a:t>
            </a:r>
            <a:r>
              <a:rPr lang="en-US" sz="1400" b="0" i="0" u="none" strike="noStrike" cap="none" dirty="0">
                <a:solidFill>
                  <a:schemeClr val="dk1"/>
                </a:solidFill>
                <a:latin typeface="Calibri"/>
                <a:ea typeface="Calibri"/>
                <a:cs typeface="Calibri"/>
                <a:sym typeface="Calibri"/>
              </a:rPr>
              <a:t>)</a:t>
            </a:r>
            <a:endParaRPr dirty="0"/>
          </a:p>
        </p:txBody>
      </p:sp>
      <p:pic>
        <p:nvPicPr>
          <p:cNvPr id="1067" name="Google Shape;1067;p71"/>
          <p:cNvPicPr preferRelativeResize="0"/>
          <p:nvPr/>
        </p:nvPicPr>
        <p:blipFill rotWithShape="1">
          <a:blip r:embed="rId3">
            <a:alphaModFix/>
          </a:blip>
          <a:srcRect/>
          <a:stretch/>
        </p:blipFill>
        <p:spPr>
          <a:xfrm>
            <a:off x="2553928" y="2388992"/>
            <a:ext cx="4316229" cy="1689627"/>
          </a:xfrm>
          <a:prstGeom prst="rect">
            <a:avLst/>
          </a:prstGeom>
          <a:noFill/>
          <a:ln>
            <a:noFill/>
          </a:ln>
        </p:spPr>
      </p:pic>
      <p:sp>
        <p:nvSpPr>
          <p:cNvPr id="1068" name="Google Shape;1068;p71"/>
          <p:cNvSpPr/>
          <p:nvPr/>
        </p:nvSpPr>
        <p:spPr>
          <a:xfrm>
            <a:off x="2656725" y="3536178"/>
            <a:ext cx="1701876" cy="243480"/>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9" name="Google Shape;1069;p71"/>
          <p:cNvSpPr txBox="1"/>
          <p:nvPr/>
        </p:nvSpPr>
        <p:spPr>
          <a:xfrm>
            <a:off x="4358601" y="3478609"/>
            <a:ext cx="15352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FF0000"/>
                </a:solidFill>
                <a:latin typeface="Calibri"/>
                <a:ea typeface="Calibri"/>
                <a:cs typeface="Calibri"/>
                <a:sym typeface="Calibri"/>
              </a:rPr>
              <a:t>Non candidate key</a:t>
            </a:r>
            <a:endParaRPr/>
          </a:p>
        </p:txBody>
      </p:sp>
      <p:sp>
        <p:nvSpPr>
          <p:cNvPr id="1070" name="Google Shape;1070;p71"/>
          <p:cNvSpPr/>
          <p:nvPr/>
        </p:nvSpPr>
        <p:spPr>
          <a:xfrm>
            <a:off x="1058562" y="4161232"/>
            <a:ext cx="7306962" cy="307777"/>
          </a:xfrm>
          <a:prstGeom prst="rect">
            <a:avLst/>
          </a:prstGeom>
          <a:noFill/>
          <a:ln>
            <a:noFill/>
          </a:ln>
        </p:spPr>
        <p:txBody>
          <a:bodyPr spcFirstLastPara="1" wrap="square" lIns="91425" tIns="45700" rIns="91425" bIns="45700" anchor="t" anchorCtr="0">
            <a:spAutoFit/>
          </a:bodyPr>
          <a:lstStyle/>
          <a:p>
            <a:pPr marL="0" marR="0" lvl="1" indent="0" algn="ctr" rtl="0">
              <a:spcBef>
                <a:spcPts val="0"/>
              </a:spcBef>
              <a:spcAft>
                <a:spcPts val="0"/>
              </a:spcAft>
              <a:buNone/>
            </a:pPr>
            <a:r>
              <a:rPr lang="en-US" sz="1400" b="0" i="0" u="none" strike="noStrike" cap="none">
                <a:solidFill>
                  <a:schemeClr val="dk1"/>
                </a:solidFill>
                <a:latin typeface="Calibri"/>
                <a:ea typeface="Calibri"/>
                <a:cs typeface="Calibri"/>
                <a:sym typeface="Calibri"/>
              </a:rPr>
              <a:t>BCNF:</a:t>
            </a:r>
            <a:endParaRPr sz="1400" b="0" i="0" u="none" strike="noStrike" cap="none">
              <a:solidFill>
                <a:schemeClr val="dk1"/>
              </a:solidFill>
              <a:latin typeface="Calibri"/>
              <a:ea typeface="Calibri"/>
              <a:cs typeface="Calibri"/>
              <a:sym typeface="Calibri"/>
            </a:endParaRPr>
          </a:p>
        </p:txBody>
      </p:sp>
      <p:sp>
        <p:nvSpPr>
          <p:cNvPr id="1071" name="Google Shape;1071;p71"/>
          <p:cNvSpPr/>
          <p:nvPr/>
        </p:nvSpPr>
        <p:spPr>
          <a:xfrm>
            <a:off x="1058562" y="4477144"/>
            <a:ext cx="7306962" cy="954107"/>
          </a:xfrm>
          <a:prstGeom prst="rect">
            <a:avLst/>
          </a:prstGeom>
          <a:noFill/>
          <a:ln>
            <a:noFill/>
          </a:ln>
        </p:spPr>
        <p:txBody>
          <a:bodyPr spcFirstLastPara="1" wrap="square" lIns="91425" tIns="45700" rIns="91425" bIns="45700" anchor="t" anchorCtr="0">
            <a:spAutoFit/>
          </a:bodyPr>
          <a:lstStyle/>
          <a:p>
            <a:pPr marL="0" marR="0" lvl="1" indent="0" algn="l" rtl="0">
              <a:spcBef>
                <a:spcPts val="0"/>
              </a:spcBef>
              <a:spcAft>
                <a:spcPts val="0"/>
              </a:spcAft>
              <a:buNone/>
            </a:pPr>
            <a:r>
              <a:rPr lang="en-US" sz="1400" b="0" i="0" u="none" strike="noStrike" cap="none" dirty="0" err="1">
                <a:solidFill>
                  <a:schemeClr val="dk1"/>
                </a:solidFill>
                <a:latin typeface="Calibri"/>
                <a:ea typeface="Calibri"/>
                <a:cs typeface="Calibri"/>
                <a:sym typeface="Calibri"/>
              </a:rPr>
              <a:t>lnspection</a:t>
            </a:r>
            <a:r>
              <a:rPr lang="en-US" sz="1400" b="0" i="0" u="none" strike="noStrike" cap="none" dirty="0">
                <a:solidFill>
                  <a:schemeClr val="dk1"/>
                </a:solidFill>
                <a:latin typeface="Calibri"/>
                <a:ea typeface="Calibri"/>
                <a:cs typeface="Calibri"/>
                <a:sym typeface="Calibri"/>
              </a:rPr>
              <a:t> (</a:t>
            </a:r>
            <a:r>
              <a:rPr lang="en-US" sz="1400" b="1" i="0" u="sng" strike="noStrike" cap="none" dirty="0" err="1">
                <a:solidFill>
                  <a:schemeClr val="dk1"/>
                </a:solidFill>
                <a:latin typeface="Calibri"/>
                <a:ea typeface="Calibri"/>
                <a:cs typeface="Calibri"/>
                <a:sym typeface="Calibri"/>
              </a:rPr>
              <a:t>propertyNo</a:t>
            </a:r>
            <a:r>
              <a:rPr lang="en-US" sz="1400" b="0" i="0" u="none" strike="noStrike" cap="none" dirty="0">
                <a:solidFill>
                  <a:schemeClr val="dk1"/>
                </a:solidFill>
                <a:latin typeface="Calibri"/>
                <a:ea typeface="Calibri"/>
                <a:cs typeface="Calibri"/>
                <a:sym typeface="Calibri"/>
              </a:rPr>
              <a:t>, </a:t>
            </a:r>
            <a:r>
              <a:rPr lang="en-US" sz="1400" b="1" i="0" u="sng" strike="noStrike" cap="none" dirty="0" err="1">
                <a:solidFill>
                  <a:schemeClr val="dk1"/>
                </a:solidFill>
                <a:latin typeface="Calibri"/>
                <a:ea typeface="Calibri"/>
                <a:cs typeface="Calibri"/>
                <a:sym typeface="Calibri"/>
              </a:rPr>
              <a:t>iDate</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iTime</a:t>
            </a:r>
            <a:r>
              <a:rPr lang="en-US" sz="1400" b="0" i="0" u="none" strike="noStrike" cap="none" dirty="0">
                <a:solidFill>
                  <a:schemeClr val="dk1"/>
                </a:solidFill>
                <a:latin typeface="Calibri"/>
                <a:ea typeface="Calibri"/>
                <a:cs typeface="Calibri"/>
                <a:sym typeface="Calibri"/>
              </a:rPr>
              <a:t>, comments, </a:t>
            </a:r>
            <a:r>
              <a:rPr lang="en-US" sz="1400" b="0" i="0" u="none" strike="noStrike" cap="none" dirty="0" err="1">
                <a:solidFill>
                  <a:schemeClr val="dk1"/>
                </a:solidFill>
                <a:latin typeface="Calibri"/>
                <a:ea typeface="Calibri"/>
                <a:cs typeface="Calibri"/>
                <a:sym typeface="Calibri"/>
              </a:rPr>
              <a:t>staffNo</a:t>
            </a:r>
            <a:r>
              <a:rPr lang="en-US" sz="1400" b="0" i="0" u="none" strike="noStrike" cap="none" dirty="0">
                <a:solidFill>
                  <a:schemeClr val="dk1"/>
                </a:solidFill>
                <a:latin typeface="Calibri"/>
                <a:ea typeface="Calibri"/>
                <a:cs typeface="Calibri"/>
                <a:sym typeface="Calibri"/>
              </a:rPr>
              <a:t>)</a:t>
            </a:r>
            <a:endParaRPr dirty="0"/>
          </a:p>
          <a:p>
            <a:pPr marL="0" marR="0" lvl="1" indent="0" algn="l" rtl="0">
              <a:spcBef>
                <a:spcPts val="0"/>
              </a:spcBef>
              <a:spcAft>
                <a:spcPts val="0"/>
              </a:spcAft>
              <a:buNone/>
            </a:pPr>
            <a:r>
              <a:rPr lang="en-US" sz="1400" b="0" i="0" u="none" strike="noStrike" cap="none" dirty="0" err="1">
                <a:solidFill>
                  <a:schemeClr val="dk1"/>
                </a:solidFill>
                <a:latin typeface="Calibri"/>
                <a:ea typeface="Calibri"/>
                <a:cs typeface="Calibri"/>
                <a:sym typeface="Calibri"/>
              </a:rPr>
              <a:t>StaffCar</a:t>
            </a:r>
            <a:r>
              <a:rPr lang="en-US" sz="1400" b="0" i="0" u="none" strike="noStrike" cap="none" dirty="0">
                <a:solidFill>
                  <a:schemeClr val="dk1"/>
                </a:solidFill>
                <a:latin typeface="Calibri"/>
                <a:ea typeface="Calibri"/>
                <a:cs typeface="Calibri"/>
                <a:sym typeface="Calibri"/>
              </a:rPr>
              <a:t> (</a:t>
            </a:r>
            <a:r>
              <a:rPr lang="en-US" sz="1400" b="1" i="0" u="sng" strike="noStrike" cap="none" dirty="0" err="1">
                <a:solidFill>
                  <a:schemeClr val="dk1"/>
                </a:solidFill>
                <a:latin typeface="Calibri"/>
                <a:ea typeface="Calibri"/>
                <a:cs typeface="Calibri"/>
                <a:sym typeface="Calibri"/>
              </a:rPr>
              <a:t>staffNo</a:t>
            </a:r>
            <a:r>
              <a:rPr lang="en-US" sz="1400" b="0" i="0" u="none" strike="noStrike" cap="none" dirty="0">
                <a:solidFill>
                  <a:schemeClr val="dk1"/>
                </a:solidFill>
                <a:latin typeface="Calibri"/>
                <a:ea typeface="Calibri"/>
                <a:cs typeface="Calibri"/>
                <a:sym typeface="Calibri"/>
              </a:rPr>
              <a:t>, </a:t>
            </a:r>
            <a:r>
              <a:rPr lang="en-US" sz="1400" b="1" i="0" u="sng" strike="noStrike" cap="none" dirty="0" err="1">
                <a:solidFill>
                  <a:schemeClr val="dk1"/>
                </a:solidFill>
                <a:latin typeface="Calibri"/>
                <a:ea typeface="Calibri"/>
                <a:cs typeface="Calibri"/>
                <a:sym typeface="Calibri"/>
              </a:rPr>
              <a:t>iDate</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carReg</a:t>
            </a:r>
            <a:r>
              <a:rPr lang="en-US" sz="1400" b="0" i="0" u="none" strike="noStrike" cap="none" dirty="0">
                <a:solidFill>
                  <a:schemeClr val="dk1"/>
                </a:solidFill>
                <a:latin typeface="Calibri"/>
                <a:ea typeface="Calibri"/>
                <a:cs typeface="Calibri"/>
                <a:sym typeface="Calibri"/>
              </a:rPr>
              <a:t>)</a:t>
            </a:r>
            <a:endParaRPr dirty="0"/>
          </a:p>
          <a:p>
            <a:pPr marL="0" marR="0" lvl="1" indent="0" algn="l" rtl="0">
              <a:spcBef>
                <a:spcPts val="0"/>
              </a:spcBef>
              <a:spcAft>
                <a:spcPts val="0"/>
              </a:spcAft>
              <a:buNone/>
            </a:pPr>
            <a:r>
              <a:rPr lang="en-US" sz="1400" b="0" i="0" u="none" strike="noStrike" cap="none" dirty="0">
                <a:solidFill>
                  <a:schemeClr val="dk1"/>
                </a:solidFill>
                <a:latin typeface="Calibri"/>
                <a:ea typeface="Calibri"/>
                <a:cs typeface="Calibri"/>
                <a:sym typeface="Calibri"/>
              </a:rPr>
              <a:t>Staff (</a:t>
            </a:r>
            <a:r>
              <a:rPr lang="en-US" sz="1400" b="1" i="0" u="sng" strike="noStrike" cap="none" dirty="0" err="1">
                <a:solidFill>
                  <a:schemeClr val="dk1"/>
                </a:solidFill>
                <a:latin typeface="Calibri"/>
                <a:ea typeface="Calibri"/>
                <a:cs typeface="Calibri"/>
                <a:sym typeface="Calibri"/>
              </a:rPr>
              <a:t>staffNo</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sName</a:t>
            </a:r>
            <a:r>
              <a:rPr lang="en-US" sz="1400" b="0" i="0" u="none" strike="noStrike" cap="none" dirty="0">
                <a:solidFill>
                  <a:schemeClr val="dk1"/>
                </a:solidFill>
                <a:latin typeface="Calibri"/>
                <a:ea typeface="Calibri"/>
                <a:cs typeface="Calibri"/>
                <a:sym typeface="Calibri"/>
              </a:rPr>
              <a:t>)</a:t>
            </a:r>
            <a:endParaRPr dirty="0"/>
          </a:p>
          <a:p>
            <a:pPr marL="0" marR="0" lvl="1" indent="0" algn="l" rtl="0">
              <a:spcBef>
                <a:spcPts val="0"/>
              </a:spcBef>
              <a:spcAft>
                <a:spcPts val="0"/>
              </a:spcAft>
              <a:buNone/>
            </a:pPr>
            <a:r>
              <a:rPr lang="en-US" sz="1400" b="0" i="0" u="none" strike="noStrike" cap="none" dirty="0">
                <a:solidFill>
                  <a:schemeClr val="dk1"/>
                </a:solidFill>
                <a:latin typeface="Calibri"/>
                <a:ea typeface="Calibri"/>
                <a:cs typeface="Calibri"/>
                <a:sym typeface="Calibri"/>
              </a:rPr>
              <a:t>Property (</a:t>
            </a:r>
            <a:r>
              <a:rPr lang="en-US" sz="1400" b="1" i="0" u="sng" strike="noStrike" cap="none" dirty="0" err="1">
                <a:solidFill>
                  <a:schemeClr val="dk1"/>
                </a:solidFill>
                <a:latin typeface="Calibri"/>
                <a:ea typeface="Calibri"/>
                <a:cs typeface="Calibri"/>
                <a:sym typeface="Calibri"/>
              </a:rPr>
              <a:t>propertyNo</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pAddress</a:t>
            </a:r>
            <a:r>
              <a:rPr lang="en-US" sz="1400" b="0" i="0" u="none" strike="noStrike" cap="none" dirty="0">
                <a:solidFill>
                  <a:schemeClr val="dk1"/>
                </a:solidFill>
                <a:latin typeface="Calibri"/>
                <a:ea typeface="Calibri"/>
                <a:cs typeface="Calibri"/>
                <a:sym typeface="Calibri"/>
              </a:rPr>
              <a:t>)</a:t>
            </a:r>
            <a:endParaRPr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72"/>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a:t>Another Example</a:t>
            </a:r>
            <a:endParaRPr sz="3600"/>
          </a:p>
        </p:txBody>
      </p:sp>
      <p:pic>
        <p:nvPicPr>
          <p:cNvPr id="1077" name="Google Shape;1077;p72"/>
          <p:cNvPicPr preferRelativeResize="0">
            <a:picLocks noGrp="1"/>
          </p:cNvPicPr>
          <p:nvPr>
            <p:ph type="body" idx="1"/>
          </p:nvPr>
        </p:nvPicPr>
        <p:blipFill rotWithShape="1">
          <a:blip r:embed="rId3">
            <a:alphaModFix/>
          </a:blip>
          <a:srcRect/>
          <a:stretch/>
        </p:blipFill>
        <p:spPr>
          <a:xfrm>
            <a:off x="1537864" y="1749123"/>
            <a:ext cx="6068272" cy="4324954"/>
          </a:xfrm>
          <a:prstGeom prst="rect">
            <a:avLst/>
          </a:prstGeom>
          <a:noFill/>
          <a:ln>
            <a:noFill/>
          </a:ln>
        </p:spPr>
      </p:pic>
      <p:sp>
        <p:nvSpPr>
          <p:cNvPr id="1079" name="Google Shape;1079;p72"/>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p73"/>
          <p:cNvSpPr txBox="1">
            <a:spLocks noGrp="1"/>
          </p:cNvSpPr>
          <p:nvPr>
            <p:ph type="title"/>
          </p:nvPr>
        </p:nvSpPr>
        <p:spPr>
          <a:xfrm>
            <a:off x="628650" y="582613"/>
            <a:ext cx="7886700" cy="9271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600" dirty="0"/>
              <a:t>Summary</a:t>
            </a:r>
            <a:endParaRPr sz="3600" dirty="0"/>
          </a:p>
        </p:txBody>
      </p:sp>
      <p:sp>
        <p:nvSpPr>
          <p:cNvPr id="1086" name="Google Shape;1086;p73"/>
          <p:cNvSpPr txBox="1">
            <a:spLocks noGrp="1"/>
          </p:cNvSpPr>
          <p:nvPr>
            <p:ph type="body" idx="1"/>
          </p:nvPr>
        </p:nvSpPr>
        <p:spPr>
          <a:xfrm>
            <a:off x="385082" y="1428524"/>
            <a:ext cx="8373836" cy="453072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600"/>
              <a:buNone/>
            </a:pPr>
            <a:r>
              <a:rPr lang="en-US" sz="2400" b="1" dirty="0"/>
              <a:t>1NF: removing repeating group</a:t>
            </a:r>
            <a:endParaRPr sz="2400" dirty="0"/>
          </a:p>
          <a:p>
            <a:pPr marL="0" lvl="0" indent="0" algn="l" rtl="0">
              <a:lnSpc>
                <a:spcPct val="90000"/>
              </a:lnSpc>
              <a:spcBef>
                <a:spcPts val="1000"/>
              </a:spcBef>
              <a:spcAft>
                <a:spcPts val="0"/>
              </a:spcAft>
              <a:buClr>
                <a:schemeClr val="dk1"/>
              </a:buClr>
              <a:buSzPts val="3600"/>
              <a:buNone/>
            </a:pPr>
            <a:r>
              <a:rPr lang="en-US" sz="2400" b="1" dirty="0"/>
              <a:t>2NF: removing partial dependency</a:t>
            </a:r>
            <a:endParaRPr sz="2400" dirty="0"/>
          </a:p>
          <a:p>
            <a:pPr marL="0" lvl="0" indent="0" algn="l" rtl="0">
              <a:lnSpc>
                <a:spcPct val="90000"/>
              </a:lnSpc>
              <a:spcBef>
                <a:spcPts val="1000"/>
              </a:spcBef>
              <a:spcAft>
                <a:spcPts val="0"/>
              </a:spcAft>
              <a:buClr>
                <a:schemeClr val="dk1"/>
              </a:buClr>
              <a:buSzPts val="3600"/>
              <a:buNone/>
            </a:pPr>
            <a:r>
              <a:rPr lang="en-US" sz="2400" b="1" dirty="0"/>
              <a:t>3NF: removing transitive dependency</a:t>
            </a:r>
            <a:endParaRPr sz="2400" dirty="0"/>
          </a:p>
          <a:p>
            <a:pPr marL="0" lvl="0" indent="0" algn="l" rtl="0">
              <a:lnSpc>
                <a:spcPct val="90000"/>
              </a:lnSpc>
              <a:spcBef>
                <a:spcPts val="1000"/>
              </a:spcBef>
              <a:spcAft>
                <a:spcPts val="0"/>
              </a:spcAft>
              <a:buClr>
                <a:schemeClr val="dk1"/>
              </a:buClr>
              <a:buSzPts val="3600"/>
              <a:buNone/>
            </a:pPr>
            <a:r>
              <a:rPr lang="en-US" sz="2400" b="1" dirty="0"/>
              <a:t>BCNF: removing non-candidate key determinant </a:t>
            </a:r>
            <a:endParaRPr sz="2400" dirty="0"/>
          </a:p>
          <a:p>
            <a:pPr marL="228600" lvl="0" indent="-76200" algn="l" rtl="0">
              <a:lnSpc>
                <a:spcPct val="90000"/>
              </a:lnSpc>
              <a:spcBef>
                <a:spcPts val="1000"/>
              </a:spcBef>
              <a:spcAft>
                <a:spcPts val="0"/>
              </a:spcAft>
              <a:buClr>
                <a:schemeClr val="dk1"/>
              </a:buClr>
              <a:buSzPts val="2400"/>
              <a:buNone/>
            </a:pPr>
            <a:endParaRPr sz="2400" b="1" dirty="0"/>
          </a:p>
        </p:txBody>
      </p:sp>
      <p:sp>
        <p:nvSpPr>
          <p:cNvPr id="1088" name="Google Shape;1088;p73"/>
          <p:cNvSpPr txBox="1">
            <a:spLocks noGrp="1"/>
          </p:cNvSpPr>
          <p:nvPr>
            <p:ph type="sldNum" idx="12"/>
          </p:nvPr>
        </p:nvSpPr>
        <p:spPr>
          <a:xfrm>
            <a:off x="2366963" y="6492875"/>
            <a:ext cx="67468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832A7B-17DE-A49A-0D98-B172644510D5}"/>
              </a:ext>
            </a:extLst>
          </p:cNvPr>
          <p:cNvSpPr>
            <a:spLocks noGrp="1"/>
          </p:cNvSpPr>
          <p:nvPr>
            <p:ph type="title"/>
          </p:nvPr>
        </p:nvSpPr>
        <p:spPr/>
        <p:txBody>
          <a:bodyPr/>
          <a:lstStyle/>
          <a:p>
            <a:endParaRPr lang="en-US"/>
          </a:p>
        </p:txBody>
      </p:sp>
      <p:sp>
        <p:nvSpPr>
          <p:cNvPr id="2" name="Slide Number Placeholder 1">
            <a:extLst>
              <a:ext uri="{FF2B5EF4-FFF2-40B4-BE49-F238E27FC236}">
                <a16:creationId xmlns:a16="http://schemas.microsoft.com/office/drawing/2014/main" id="{624BE87F-5B1E-B127-DCFD-1E4D48217575}"/>
              </a:ext>
            </a:extLst>
          </p:cNvPr>
          <p:cNvSpPr>
            <a:spLocks noGrp="1"/>
          </p:cNvSpPr>
          <p:nvPr>
            <p:ph type="sldNum" sz="quarter" idx="10"/>
          </p:nvPr>
        </p:nvSpPr>
        <p:spPr/>
        <p:txBody>
          <a:bodyPr/>
          <a:lstStyle/>
          <a:p>
            <a:fld id="{7737D3DD-0AB3-4F16-99FA-6262B2B4036D}" type="slidenum">
              <a:rPr lang="en-MY" smtClean="0"/>
              <a:t>73</a:t>
            </a:fld>
            <a:endParaRPr lang="en-MY"/>
          </a:p>
        </p:txBody>
      </p:sp>
      <p:pic>
        <p:nvPicPr>
          <p:cNvPr id="50" name="Picture 49">
            <a:extLst>
              <a:ext uri="{FF2B5EF4-FFF2-40B4-BE49-F238E27FC236}">
                <a16:creationId xmlns:a16="http://schemas.microsoft.com/office/drawing/2014/main" id="{1EC0F348-2D30-7AC1-3CE0-4197AE988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1392" y="3429000"/>
            <a:ext cx="3995252" cy="300669"/>
          </a:xfrm>
          <a:prstGeom prst="rect">
            <a:avLst/>
          </a:prstGeom>
        </p:spPr>
      </p:pic>
      <p:pic>
        <p:nvPicPr>
          <p:cNvPr id="52" name="Picture 51">
            <a:extLst>
              <a:ext uri="{FF2B5EF4-FFF2-40B4-BE49-F238E27FC236}">
                <a16:creationId xmlns:a16="http://schemas.microsoft.com/office/drawing/2014/main" id="{851558A9-F831-677E-BB04-1C0F9AD971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8817" y="3028051"/>
            <a:ext cx="3995252" cy="300669"/>
          </a:xfrm>
          <a:prstGeom prst="rect">
            <a:avLst/>
          </a:prstGeom>
        </p:spPr>
      </p:pic>
      <p:pic>
        <p:nvPicPr>
          <p:cNvPr id="54" name="Picture 53">
            <a:extLst>
              <a:ext uri="{FF2B5EF4-FFF2-40B4-BE49-F238E27FC236}">
                <a16:creationId xmlns:a16="http://schemas.microsoft.com/office/drawing/2014/main" id="{FCCD5C17-9FCF-9090-0510-5284D0FCF1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9173" y="2870567"/>
            <a:ext cx="2709212" cy="916306"/>
          </a:xfrm>
          <a:prstGeom prst="rect">
            <a:avLst/>
          </a:prstGeom>
        </p:spPr>
      </p:pic>
    </p:spTree>
    <p:extLst>
      <p:ext uri="{BB962C8B-B14F-4D97-AF65-F5344CB8AC3E}">
        <p14:creationId xmlns:p14="http://schemas.microsoft.com/office/powerpoint/2010/main" val="150277501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7365</TotalTime>
  <Words>3923</Words>
  <Application>Microsoft Office PowerPoint</Application>
  <PresentationFormat>On-screen Show (4:3)</PresentationFormat>
  <Paragraphs>537</Paragraphs>
  <Slides>73</Slides>
  <Notes>70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73</vt:i4>
      </vt:variant>
    </vt:vector>
  </HeadingPairs>
  <TitlesOfParts>
    <vt:vector size="82" baseType="lpstr">
      <vt:lpstr>Montserrat Semi</vt:lpstr>
      <vt:lpstr>Aptos</vt:lpstr>
      <vt:lpstr>Arial</vt:lpstr>
      <vt:lpstr>Calibri</vt:lpstr>
      <vt:lpstr>Calibri Light</vt:lpstr>
      <vt:lpstr>Helvetica</vt:lpstr>
      <vt:lpstr>Times New Roman</vt:lpstr>
      <vt:lpstr>Verdana</vt:lpstr>
      <vt:lpstr>Office 2013 - 2022 Theme</vt:lpstr>
      <vt:lpstr>PowerPoint Presentation</vt:lpstr>
      <vt:lpstr>LECTURE LEARNING OUTCOME</vt:lpstr>
      <vt:lpstr>Normalization</vt:lpstr>
      <vt:lpstr>Benefit of Normalization</vt:lpstr>
      <vt:lpstr>How Normalization Supports Database Design</vt:lpstr>
      <vt:lpstr>PART 1: DATA ANOMALIES</vt:lpstr>
      <vt:lpstr>Before we start…</vt:lpstr>
      <vt:lpstr>PowerPoint Presentation</vt:lpstr>
      <vt:lpstr>1) DATA REDUNDANCY</vt:lpstr>
      <vt:lpstr>PowerPoint Presentation</vt:lpstr>
      <vt:lpstr>2) UPDATE ANOMALIES</vt:lpstr>
      <vt:lpstr>UPDATE ANOMALIES: Insertion Anomalies</vt:lpstr>
      <vt:lpstr>Insertion Anomalies</vt:lpstr>
      <vt:lpstr>Deletion Anomalies</vt:lpstr>
      <vt:lpstr>Modification Anomalies</vt:lpstr>
      <vt:lpstr>You should understand</vt:lpstr>
      <vt:lpstr>PART 2: DEPENDENCIES</vt:lpstr>
      <vt:lpstr>Functional Dependencies (FD)</vt:lpstr>
      <vt:lpstr>FD: Determinant</vt:lpstr>
      <vt:lpstr>Example of a Functional Dependency</vt:lpstr>
      <vt:lpstr>Functional Dependencies</vt:lpstr>
      <vt:lpstr>FUNCTIONAL DEPENDENCIES [Discussion]</vt:lpstr>
      <vt:lpstr>Functional Dependencies</vt:lpstr>
      <vt:lpstr>Full Functional Dependency</vt:lpstr>
      <vt:lpstr>Full Functional Dependency</vt:lpstr>
      <vt:lpstr>Partial Dependency</vt:lpstr>
      <vt:lpstr>Transitive Dependency</vt:lpstr>
      <vt:lpstr>Transitive Dependency</vt:lpstr>
      <vt:lpstr>Identifying Functional Dependencies</vt:lpstr>
      <vt:lpstr>Identifying Functional Dependencies</vt:lpstr>
      <vt:lpstr>[SUMMARY]  Identifying Functional Dependency</vt:lpstr>
      <vt:lpstr>PART 3: FIRST NORMAL FORM</vt:lpstr>
      <vt:lpstr>The Process of Normalization</vt:lpstr>
      <vt:lpstr>The Process of Normalization</vt:lpstr>
      <vt:lpstr>PowerPoint Presentation</vt:lpstr>
      <vt:lpstr>First Normal Form (1NF)</vt:lpstr>
      <vt:lpstr>UNF: Example</vt:lpstr>
      <vt:lpstr>1NF Example: 1st Approach</vt:lpstr>
      <vt:lpstr>1NF Example: 2nd Approach</vt:lpstr>
      <vt:lpstr>1NF: Determine Primary Key (PK)</vt:lpstr>
      <vt:lpstr>First Normal Form (1NF)</vt:lpstr>
      <vt:lpstr>Summary</vt:lpstr>
      <vt:lpstr>PART 4: SECOND NORMAL FORM</vt:lpstr>
      <vt:lpstr>Second Normal Form (2NF)</vt:lpstr>
      <vt:lpstr>1NF to 2NF: What to do?</vt:lpstr>
      <vt:lpstr>2NF Example</vt:lpstr>
      <vt:lpstr>2NF Example</vt:lpstr>
      <vt:lpstr>2NF Example</vt:lpstr>
      <vt:lpstr>2NF Example</vt:lpstr>
      <vt:lpstr>PowerPoint Presentation</vt:lpstr>
      <vt:lpstr>Summary</vt:lpstr>
      <vt:lpstr>PART 5: THIRD NORMAL FORM</vt:lpstr>
      <vt:lpstr>Third Normal Form (3NF)</vt:lpstr>
      <vt:lpstr>2NF to 3NF: What to do?</vt:lpstr>
      <vt:lpstr>3NF: Example</vt:lpstr>
      <vt:lpstr>3NF: Example</vt:lpstr>
      <vt:lpstr>3NF: Example</vt:lpstr>
      <vt:lpstr>3NF: Example</vt:lpstr>
      <vt:lpstr>Summary</vt:lpstr>
      <vt:lpstr>PART 6: BOYCE-CODD NORMAL FORM</vt:lpstr>
      <vt:lpstr>Boyce-Codd Normal Form (BCNF)</vt:lpstr>
      <vt:lpstr>Boyce-Codd Normal Form (BCNF)</vt:lpstr>
      <vt:lpstr>BCNF: Example</vt:lpstr>
      <vt:lpstr>BCNF: Example</vt:lpstr>
      <vt:lpstr>Example of dreamhome</vt:lpstr>
      <vt:lpstr>Another example</vt:lpstr>
      <vt:lpstr>Another example</vt:lpstr>
      <vt:lpstr>Another example</vt:lpstr>
      <vt:lpstr>Another example</vt:lpstr>
      <vt:lpstr>Another example</vt:lpstr>
      <vt:lpstr>Another Example</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 AMALINA BINTI HAMIDI</dc:creator>
  <cp:lastModifiedBy>NIES HUI WEN</cp:lastModifiedBy>
  <cp:revision>48</cp:revision>
  <dcterms:created xsi:type="dcterms:W3CDTF">2023-12-31T03:09:43Z</dcterms:created>
  <dcterms:modified xsi:type="dcterms:W3CDTF">2024-09-30T15:18:53Z</dcterms:modified>
</cp:coreProperties>
</file>