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315" r:id="rId2"/>
    <p:sldId id="31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13" r:id="rId35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38"/>
      <p:bold r:id="rId39"/>
      <p:italic r:id="rId40"/>
      <p:boldItalic r:id="rId41"/>
    </p:embeddedFont>
    <p:embeddedFont>
      <p:font typeface="Helvetica" panose="020B0604020202020204" pitchFamily="34" charset="0"/>
      <p:regular r:id="rId42"/>
      <p:bold r:id="rId43"/>
      <p:italic r:id="rId44"/>
      <p:boldItalic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hEVrst4BOKj/vpGjIRIw10KX65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0A224-A2BF-47B2-B871-B3B38D886DCC}" v="8" dt="2024-09-30T06:26:03.838"/>
  </p1510:revLst>
</p1510:revInfo>
</file>

<file path=ppt/tableStyles.xml><?xml version="1.0" encoding="utf-8"?>
<a:tblStyleLst xmlns:a="http://schemas.openxmlformats.org/drawingml/2006/main" def="{533CCBDD-E0BC-4259-A1C9-309ED4B31BAB}">
  <a:tblStyle styleId="{533CCBDD-E0BC-4259-A1C9-309ED4B31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5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customschemas.google.com/relationships/presentationmetadata" Target="meta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S HUI WEN" userId="3541b9e0-606d-4c51-a83e-60dbee75d3cd" providerId="ADAL" clId="{82A0A224-A2BF-47B2-B871-B3B38D886DCC}"/>
    <pc:docChg chg="undo custSel addSld delSld modSld">
      <pc:chgData name="NIES HUI WEN" userId="3541b9e0-606d-4c51-a83e-60dbee75d3cd" providerId="ADAL" clId="{82A0A224-A2BF-47B2-B871-B3B38D886DCC}" dt="2024-09-30T06:26:03.831" v="94"/>
      <pc:docMkLst>
        <pc:docMk/>
      </pc:docMkLst>
      <pc:sldChg chg="modSp del mod">
        <pc:chgData name="NIES HUI WEN" userId="3541b9e0-606d-4c51-a83e-60dbee75d3cd" providerId="ADAL" clId="{82A0A224-A2BF-47B2-B871-B3B38D886DCC}" dt="2024-09-30T06:09:28.953" v="40" actId="2696"/>
        <pc:sldMkLst>
          <pc:docMk/>
          <pc:sldMk cId="0" sldId="256"/>
        </pc:sldMkLst>
        <pc:spChg chg="mod">
          <ac:chgData name="NIES HUI WEN" userId="3541b9e0-606d-4c51-a83e-60dbee75d3cd" providerId="ADAL" clId="{82A0A224-A2BF-47B2-B871-B3B38D886DCC}" dt="2024-09-30T06:06:23.014" v="12" actId="403"/>
          <ac:spMkLst>
            <pc:docMk/>
            <pc:sldMk cId="0" sldId="256"/>
            <ac:spMk id="8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6:15.967" v="8" actId="20577"/>
          <ac:spMkLst>
            <pc:docMk/>
            <pc:sldMk cId="0" sldId="256"/>
            <ac:spMk id="90" creationId="{00000000-0000-0000-0000-000000000000}"/>
          </ac:spMkLst>
        </pc:spChg>
      </pc:sldChg>
      <pc:sldChg chg="delSp modSp del mod">
        <pc:chgData name="NIES HUI WEN" userId="3541b9e0-606d-4c51-a83e-60dbee75d3cd" providerId="ADAL" clId="{82A0A224-A2BF-47B2-B871-B3B38D886DCC}" dt="2024-09-30T06:25:38.548" v="93" actId="47"/>
        <pc:sldMkLst>
          <pc:docMk/>
          <pc:sldMk cId="0" sldId="257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57"/>
            <ac:spMk id="9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57"/>
            <ac:spMk id="96" creationId="{00000000-0000-0000-0000-000000000000}"/>
          </ac:spMkLst>
        </pc:spChg>
        <pc:spChg chg="del mod">
          <ac:chgData name="NIES HUI WEN" userId="3541b9e0-606d-4c51-a83e-60dbee75d3cd" providerId="ADAL" clId="{82A0A224-A2BF-47B2-B871-B3B38D886DCC}" dt="2024-09-30T06:06:38.238" v="13" actId="478"/>
          <ac:spMkLst>
            <pc:docMk/>
            <pc:sldMk cId="0" sldId="257"/>
            <ac:spMk id="9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57"/>
            <ac:spMk id="98" creationId="{00000000-0000-0000-0000-000000000000}"/>
          </ac:spMkLst>
        </pc:spChg>
      </pc:sldChg>
      <pc:sldChg chg="delSp modSp mod">
        <pc:chgData name="NIES HUI WEN" userId="3541b9e0-606d-4c51-a83e-60dbee75d3cd" providerId="ADAL" clId="{82A0A224-A2BF-47B2-B871-B3B38D886DCC}" dt="2024-09-30T06:06:41.446" v="14" actId="478"/>
        <pc:sldMkLst>
          <pc:docMk/>
          <pc:sldMk cId="0" sldId="258"/>
        </pc:sldMkLst>
        <pc:spChg chg="del mod">
          <ac:chgData name="NIES HUI WEN" userId="3541b9e0-606d-4c51-a83e-60dbee75d3cd" providerId="ADAL" clId="{82A0A224-A2BF-47B2-B871-B3B38D886DCC}" dt="2024-09-30T06:06:41.446" v="14" actId="478"/>
          <ac:spMkLst>
            <pc:docMk/>
            <pc:sldMk cId="0" sldId="258"/>
            <ac:spMk id="10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58"/>
            <ac:spMk id="104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59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59"/>
            <ac:spMk id="11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59"/>
            <ac:spMk id="11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59"/>
            <ac:spMk id="116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0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0"/>
            <ac:spMk id="12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0"/>
            <ac:spMk id="12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0"/>
            <ac:spMk id="12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0"/>
            <ac:spMk id="126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1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1"/>
            <ac:spMk id="132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1"/>
            <ac:spMk id="13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1"/>
            <ac:spMk id="13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1"/>
            <ac:spMk id="135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2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2"/>
            <ac:spMk id="142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3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3"/>
            <ac:spMk id="14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3"/>
            <ac:spMk id="15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3"/>
            <ac:spMk id="151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4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4"/>
            <ac:spMk id="156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4"/>
            <ac:spMk id="15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4"/>
            <ac:spMk id="159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5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5"/>
            <ac:spMk id="16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5"/>
            <ac:spMk id="16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5"/>
            <ac:spMk id="166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5"/>
            <ac:spMk id="167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6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6"/>
            <ac:spMk id="172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6"/>
            <ac:spMk id="17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6"/>
            <ac:spMk id="17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6"/>
            <ac:spMk id="175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7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7"/>
            <ac:spMk id="18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7"/>
            <ac:spMk id="182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7"/>
            <ac:spMk id="18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7"/>
            <ac:spMk id="185" creationId="{00000000-0000-0000-0000-000000000000}"/>
          </ac:spMkLst>
        </pc:spChg>
        <pc:picChg chg="mod">
          <ac:chgData name="NIES HUI WEN" userId="3541b9e0-606d-4c51-a83e-60dbee75d3cd" providerId="ADAL" clId="{82A0A224-A2BF-47B2-B871-B3B38D886DCC}" dt="2024-09-30T06:05:36.949" v="0"/>
          <ac:picMkLst>
            <pc:docMk/>
            <pc:sldMk cId="0" sldId="267"/>
            <ac:picMk id="181" creationId="{00000000-0000-0000-0000-000000000000}"/>
          </ac:picMkLst>
        </pc:pic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8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8"/>
            <ac:spMk id="19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8"/>
            <ac:spMk id="19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8"/>
            <ac:spMk id="19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8"/>
            <ac:spMk id="214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69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9"/>
            <ac:spMk id="21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9"/>
            <ac:spMk id="22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9"/>
            <ac:spMk id="221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69"/>
            <ac:spMk id="222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0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0"/>
            <ac:spMk id="22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0"/>
            <ac:spMk id="22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0"/>
            <ac:spMk id="22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0"/>
            <ac:spMk id="230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1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1"/>
            <ac:spMk id="23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1"/>
            <ac:spMk id="236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1"/>
            <ac:spMk id="23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1"/>
            <ac:spMk id="238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2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2"/>
            <ac:spMk id="24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2"/>
            <ac:spMk id="24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2"/>
            <ac:spMk id="24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2"/>
            <ac:spMk id="246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3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3"/>
            <ac:spMk id="251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3"/>
            <ac:spMk id="25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3"/>
            <ac:spMk id="254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4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4"/>
            <ac:spMk id="261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4"/>
            <ac:spMk id="262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4"/>
            <ac:spMk id="26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4"/>
            <ac:spMk id="264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5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5"/>
            <ac:spMk id="26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5"/>
            <ac:spMk id="271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5"/>
            <ac:spMk id="272" creationId="{00000000-0000-0000-0000-000000000000}"/>
          </ac:spMkLst>
        </pc:spChg>
        <pc:picChg chg="mod">
          <ac:chgData name="NIES HUI WEN" userId="3541b9e0-606d-4c51-a83e-60dbee75d3cd" providerId="ADAL" clId="{82A0A224-A2BF-47B2-B871-B3B38D886DCC}" dt="2024-09-30T06:05:36.949" v="0"/>
          <ac:picMkLst>
            <pc:docMk/>
            <pc:sldMk cId="0" sldId="275"/>
            <ac:picMk id="270" creationId="{00000000-0000-0000-0000-000000000000}"/>
          </ac:picMkLst>
        </pc:pic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6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6"/>
            <ac:spMk id="27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6"/>
            <ac:spMk id="27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6"/>
            <ac:spMk id="27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6"/>
            <ac:spMk id="280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7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7"/>
            <ac:spMk id="28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7"/>
            <ac:spMk id="286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7"/>
            <ac:spMk id="28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7"/>
            <ac:spMk id="288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8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8"/>
            <ac:spMk id="29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8"/>
            <ac:spMk id="294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79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9"/>
            <ac:spMk id="30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9"/>
            <ac:spMk id="30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9"/>
            <ac:spMk id="306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79"/>
            <ac:spMk id="307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0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0"/>
            <ac:spMk id="312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0"/>
            <ac:spMk id="31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0"/>
            <ac:spMk id="31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0"/>
            <ac:spMk id="315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1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1"/>
            <ac:spMk id="32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1"/>
            <ac:spMk id="321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1"/>
            <ac:spMk id="322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2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2"/>
            <ac:spMk id="32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2"/>
            <ac:spMk id="32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2"/>
            <ac:spMk id="33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2"/>
            <ac:spMk id="331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3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3"/>
            <ac:spMk id="336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3"/>
            <ac:spMk id="33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3"/>
            <ac:spMk id="33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3"/>
            <ac:spMk id="339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4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4"/>
            <ac:spMk id="344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4"/>
            <ac:spMk id="345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4"/>
            <ac:spMk id="346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5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5"/>
            <ac:spMk id="352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5"/>
            <ac:spMk id="353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5"/>
            <ac:spMk id="354" creationId="{00000000-0000-0000-0000-000000000000}"/>
          </ac:spMkLst>
        </pc:spChg>
        <pc:picChg chg="mod">
          <ac:chgData name="NIES HUI WEN" userId="3541b9e0-606d-4c51-a83e-60dbee75d3cd" providerId="ADAL" clId="{82A0A224-A2BF-47B2-B871-B3B38D886DCC}" dt="2024-09-30T06:05:36.949" v="0"/>
          <ac:picMkLst>
            <pc:docMk/>
            <pc:sldMk cId="0" sldId="285"/>
            <ac:picMk id="355" creationId="{00000000-0000-0000-0000-000000000000}"/>
          </ac:picMkLst>
        </pc:pic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6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6"/>
            <ac:spMk id="36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6"/>
            <ac:spMk id="361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6"/>
            <ac:spMk id="362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6"/>
            <ac:spMk id="363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7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7"/>
            <ac:spMk id="36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7"/>
            <ac:spMk id="369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7"/>
            <ac:spMk id="370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7"/>
            <ac:spMk id="371" creationId="{00000000-0000-0000-0000-000000000000}"/>
          </ac:spMkLst>
        </pc:spChg>
      </pc:sldChg>
      <pc:sldChg chg="modSp">
        <pc:chgData name="NIES HUI WEN" userId="3541b9e0-606d-4c51-a83e-60dbee75d3cd" providerId="ADAL" clId="{82A0A224-A2BF-47B2-B871-B3B38D886DCC}" dt="2024-09-30T06:05:36.949" v="0"/>
        <pc:sldMkLst>
          <pc:docMk/>
          <pc:sldMk cId="0" sldId="288"/>
        </pc:sldMkLst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8"/>
            <ac:spMk id="376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8"/>
            <ac:spMk id="377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8"/>
            <ac:spMk id="378" creationId="{00000000-0000-0000-0000-000000000000}"/>
          </ac:spMkLst>
        </pc:spChg>
        <pc:spChg chg="mod">
          <ac:chgData name="NIES HUI WEN" userId="3541b9e0-606d-4c51-a83e-60dbee75d3cd" providerId="ADAL" clId="{82A0A224-A2BF-47B2-B871-B3B38D886DCC}" dt="2024-09-30T06:05:36.949" v="0"/>
          <ac:spMkLst>
            <pc:docMk/>
            <pc:sldMk cId="0" sldId="288"/>
            <ac:spMk id="379" creationId="{00000000-0000-0000-0000-000000000000}"/>
          </ac:spMkLst>
        </pc:spChg>
      </pc:sldChg>
      <pc:sldChg chg="add">
        <pc:chgData name="NIES HUI WEN" userId="3541b9e0-606d-4c51-a83e-60dbee75d3cd" providerId="ADAL" clId="{82A0A224-A2BF-47B2-B871-B3B38D886DCC}" dt="2024-09-30T06:26:03.831" v="94"/>
        <pc:sldMkLst>
          <pc:docMk/>
          <pc:sldMk cId="1502775014" sldId="313"/>
        </pc:sldMkLst>
      </pc:sldChg>
      <pc:sldChg chg="modSp add mod">
        <pc:chgData name="NIES HUI WEN" userId="3541b9e0-606d-4c51-a83e-60dbee75d3cd" providerId="ADAL" clId="{82A0A224-A2BF-47B2-B871-B3B38D886DCC}" dt="2024-09-30T06:09:21.035" v="39" actId="20577"/>
        <pc:sldMkLst>
          <pc:docMk/>
          <pc:sldMk cId="1793746909" sldId="315"/>
        </pc:sldMkLst>
        <pc:spChg chg="mod">
          <ac:chgData name="NIES HUI WEN" userId="3541b9e0-606d-4c51-a83e-60dbee75d3cd" providerId="ADAL" clId="{82A0A224-A2BF-47B2-B871-B3B38D886DCC}" dt="2024-09-30T06:09:01.876" v="28" actId="1038"/>
          <ac:spMkLst>
            <pc:docMk/>
            <pc:sldMk cId="1793746909" sldId="315"/>
            <ac:spMk id="3" creationId="{FC72DD83-1D7D-D9BF-F0F3-053EE3201597}"/>
          </ac:spMkLst>
        </pc:spChg>
        <pc:spChg chg="mod">
          <ac:chgData name="NIES HUI WEN" userId="3541b9e0-606d-4c51-a83e-60dbee75d3cd" providerId="ADAL" clId="{82A0A224-A2BF-47B2-B871-B3B38D886DCC}" dt="2024-09-30T06:09:21.035" v="39" actId="20577"/>
          <ac:spMkLst>
            <pc:docMk/>
            <pc:sldMk cId="1793746909" sldId="315"/>
            <ac:spMk id="4" creationId="{8DAD0E23-96B9-5B33-C4F6-4DBCE5F54F96}"/>
          </ac:spMkLst>
        </pc:spChg>
        <pc:picChg chg="mod">
          <ac:chgData name="NIES HUI WEN" userId="3541b9e0-606d-4c51-a83e-60dbee75d3cd" providerId="ADAL" clId="{82A0A224-A2BF-47B2-B871-B3B38D886DCC}" dt="2024-09-30T06:09:01.876" v="28" actId="1038"/>
          <ac:picMkLst>
            <pc:docMk/>
            <pc:sldMk cId="1793746909" sldId="315"/>
            <ac:picMk id="2" creationId="{0DAB95FE-9FB6-3175-C6AD-6B6A256E7A5A}"/>
          </ac:picMkLst>
        </pc:picChg>
      </pc:sldChg>
      <pc:sldChg chg="addSp delSp modSp add mod">
        <pc:chgData name="NIES HUI WEN" userId="3541b9e0-606d-4c51-a83e-60dbee75d3cd" providerId="ADAL" clId="{82A0A224-A2BF-47B2-B871-B3B38D886DCC}" dt="2024-09-30T06:25:31.876" v="92" actId="13926"/>
        <pc:sldMkLst>
          <pc:docMk/>
          <pc:sldMk cId="793206217" sldId="316"/>
        </pc:sldMkLst>
        <pc:spChg chg="mod">
          <ac:chgData name="NIES HUI WEN" userId="3541b9e0-606d-4c51-a83e-60dbee75d3cd" providerId="ADAL" clId="{82A0A224-A2BF-47B2-B871-B3B38D886DCC}" dt="2024-09-30T06:21:28.292" v="52" actId="1076"/>
          <ac:spMkLst>
            <pc:docMk/>
            <pc:sldMk cId="793206217" sldId="316"/>
            <ac:spMk id="6" creationId="{F7CF5489-1A93-67FA-16A5-04A76546BEFF}"/>
          </ac:spMkLst>
        </pc:spChg>
        <pc:spChg chg="mod">
          <ac:chgData name="NIES HUI WEN" userId="3541b9e0-606d-4c51-a83e-60dbee75d3cd" providerId="ADAL" clId="{82A0A224-A2BF-47B2-B871-B3B38D886DCC}" dt="2024-09-30T06:22:47.088" v="64"/>
          <ac:spMkLst>
            <pc:docMk/>
            <pc:sldMk cId="793206217" sldId="316"/>
            <ac:spMk id="8" creationId="{129CC91F-19B3-F05B-1F50-2318EDB6BC5C}"/>
          </ac:spMkLst>
        </pc:spChg>
        <pc:spChg chg="mod">
          <ac:chgData name="NIES HUI WEN" userId="3541b9e0-606d-4c51-a83e-60dbee75d3cd" providerId="ADAL" clId="{82A0A224-A2BF-47B2-B871-B3B38D886DCC}" dt="2024-09-30T06:23:13.442" v="68" actId="20577"/>
          <ac:spMkLst>
            <pc:docMk/>
            <pc:sldMk cId="793206217" sldId="316"/>
            <ac:spMk id="10" creationId="{1DF52BD0-3473-3760-914F-33C34724AB49}"/>
          </ac:spMkLst>
        </pc:spChg>
        <pc:spChg chg="mod">
          <ac:chgData name="NIES HUI WEN" userId="3541b9e0-606d-4c51-a83e-60dbee75d3cd" providerId="ADAL" clId="{82A0A224-A2BF-47B2-B871-B3B38D886DCC}" dt="2024-09-30T06:25:31.876" v="92" actId="13926"/>
          <ac:spMkLst>
            <pc:docMk/>
            <pc:sldMk cId="793206217" sldId="316"/>
            <ac:spMk id="11" creationId="{5E0B31D0-EF9E-F5D9-875C-CB1384767C69}"/>
          </ac:spMkLst>
        </pc:spChg>
        <pc:spChg chg="mod">
          <ac:chgData name="NIES HUI WEN" userId="3541b9e0-606d-4c51-a83e-60dbee75d3cd" providerId="ADAL" clId="{82A0A224-A2BF-47B2-B871-B3B38D886DCC}" dt="2024-09-30T06:25:10.595" v="87" actId="13926"/>
          <ac:spMkLst>
            <pc:docMk/>
            <pc:sldMk cId="793206217" sldId="316"/>
            <ac:spMk id="15" creationId="{06D76F8F-9451-9946-9AC6-6A4DC9337D85}"/>
          </ac:spMkLst>
        </pc:spChg>
        <pc:spChg chg="mod">
          <ac:chgData name="NIES HUI WEN" userId="3541b9e0-606d-4c51-a83e-60dbee75d3cd" providerId="ADAL" clId="{82A0A224-A2BF-47B2-B871-B3B38D886DCC}" dt="2024-09-30T06:24:49.683" v="82" actId="13926"/>
          <ac:spMkLst>
            <pc:docMk/>
            <pc:sldMk cId="793206217" sldId="316"/>
            <ac:spMk id="16" creationId="{929E73F1-1DD6-8DC9-0B8E-AD1B04B34741}"/>
          </ac:spMkLst>
        </pc:spChg>
        <pc:spChg chg="mod">
          <ac:chgData name="NIES HUI WEN" userId="3541b9e0-606d-4c51-a83e-60dbee75d3cd" providerId="ADAL" clId="{82A0A224-A2BF-47B2-B871-B3B38D886DCC}" dt="2024-09-30T06:25:14.063" v="88" actId="13926"/>
          <ac:spMkLst>
            <pc:docMk/>
            <pc:sldMk cId="793206217" sldId="316"/>
            <ac:spMk id="23" creationId="{32C9E1B7-E84D-CFFF-E5B9-40004CBFE476}"/>
          </ac:spMkLst>
        </pc:spChg>
        <pc:spChg chg="mod">
          <ac:chgData name="NIES HUI WEN" userId="3541b9e0-606d-4c51-a83e-60dbee75d3cd" providerId="ADAL" clId="{82A0A224-A2BF-47B2-B871-B3B38D886DCC}" dt="2024-09-30T06:25:20.400" v="89" actId="13926"/>
          <ac:spMkLst>
            <pc:docMk/>
            <pc:sldMk cId="793206217" sldId="316"/>
            <ac:spMk id="28" creationId="{B251F453-C9ED-7148-FA7B-213C2A2B0E76}"/>
          </ac:spMkLst>
        </pc:spChg>
        <pc:spChg chg="mod">
          <ac:chgData name="NIES HUI WEN" userId="3541b9e0-606d-4c51-a83e-60dbee75d3cd" providerId="ADAL" clId="{82A0A224-A2BF-47B2-B871-B3B38D886DCC}" dt="2024-09-30T06:25:27.816" v="91" actId="13926"/>
          <ac:spMkLst>
            <pc:docMk/>
            <pc:sldMk cId="793206217" sldId="316"/>
            <ac:spMk id="32" creationId="{CA5ACF9B-94E0-C8EA-A24E-D98A00EB4FFB}"/>
          </ac:spMkLst>
        </pc:spChg>
        <pc:grpChg chg="add mod">
          <ac:chgData name="NIES HUI WEN" userId="3541b9e0-606d-4c51-a83e-60dbee75d3cd" providerId="ADAL" clId="{82A0A224-A2BF-47B2-B871-B3B38D886DCC}" dt="2024-09-30T06:23:08.608" v="67" actId="1038"/>
          <ac:grpSpMkLst>
            <pc:docMk/>
            <pc:sldMk cId="793206217" sldId="316"/>
            <ac:grpSpMk id="5" creationId="{764EF2D2-05BD-1BBC-F751-0AFDF8D4683E}"/>
          </ac:grpSpMkLst>
        </pc:grpChg>
        <pc:picChg chg="del">
          <ac:chgData name="NIES HUI WEN" userId="3541b9e0-606d-4c51-a83e-60dbee75d3cd" providerId="ADAL" clId="{82A0A224-A2BF-47B2-B871-B3B38D886DCC}" dt="2024-09-30T06:21:39.733" v="53" actId="478"/>
          <ac:picMkLst>
            <pc:docMk/>
            <pc:sldMk cId="793206217" sldId="316"/>
            <ac:picMk id="3" creationId="{4458F1EA-447C-486C-DE06-EF8199F7967D}"/>
          </ac:picMkLst>
        </pc:picChg>
        <pc:picChg chg="add mod">
          <ac:chgData name="NIES HUI WEN" userId="3541b9e0-606d-4c51-a83e-60dbee75d3cd" providerId="ADAL" clId="{82A0A224-A2BF-47B2-B871-B3B38D886DCC}" dt="2024-09-30T06:21:47.205" v="54"/>
          <ac:picMkLst>
            <pc:docMk/>
            <pc:sldMk cId="793206217" sldId="316"/>
            <ac:picMk id="4" creationId="{6D7A152B-0A88-D956-85D9-1AB520BFF7D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C27356-B77E-B3EA-4564-32D8B50BB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44C-24EE-E83F-D054-B6F280842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CEA71-2553-45C1-9F9C-4DD7B686CF17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831AA-27A6-26B4-65E2-78CDB9500D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23EE7-132D-4103-82C7-18BB075F8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08974-8880-4108-9A0C-1414533471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901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2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4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7752"/>
            <a:ext cx="7886700" cy="1500187"/>
          </a:xfrm>
        </p:spPr>
        <p:txBody>
          <a:bodyPr anchor="t"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814638"/>
            <a:ext cx="7886700" cy="3357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39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381125"/>
          </a:xfrm>
        </p:spPr>
        <p:txBody>
          <a:bodyPr anchor="t">
            <a:normAutofit/>
          </a:bodyPr>
          <a:lstStyle>
            <a:lvl1pPr algn="l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01119"/>
            <a:ext cx="6858000" cy="3461751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33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89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07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70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2766219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01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28977" cy="1600200"/>
          </a:xfrm>
        </p:spPr>
        <p:txBody>
          <a:bodyPr anchor="b">
            <a:normAutofit/>
          </a:bodyPr>
          <a:lstStyle>
            <a:lvl1pPr>
              <a:defRPr sz="21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8289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49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038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65" y="283590"/>
            <a:ext cx="1103119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6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05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44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89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295775" y="3216670"/>
            <a:ext cx="6258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1 | INTRODUCTION TO 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248727" y="2524173"/>
            <a:ext cx="822272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2DD83-1D7D-D9BF-F0F3-053EE3201597}"/>
              </a:ext>
            </a:extLst>
          </p:cNvPr>
          <p:cNvSpPr txBox="1"/>
          <p:nvPr/>
        </p:nvSpPr>
        <p:spPr>
          <a:xfrm>
            <a:off x="575172" y="6010448"/>
            <a:ext cx="800916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1050" dirty="0"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Content adapted from </a:t>
            </a:r>
            <a:r>
              <a:rPr lang="en-MY" sz="1050" dirty="0">
                <a:latin typeface="Helvetica" pitchFamily="2" charset="0"/>
              </a:rPr>
              <a:t>Connolly, T., </a:t>
            </a:r>
            <a:r>
              <a:rPr lang="en-MY" sz="1050" dirty="0" err="1">
                <a:latin typeface="Helvetica" pitchFamily="2" charset="0"/>
              </a:rPr>
              <a:t>Begg</a:t>
            </a:r>
            <a:r>
              <a:rPr lang="en-MY" sz="1050" dirty="0">
                <a:latin typeface="Helvetica" pitchFamily="2" charset="0"/>
              </a:rPr>
              <a:t>, C., 2015. Database Systems: A Practical Approach to Design, Implementation, and Management, Global Edition. Pearson Education.</a:t>
            </a:r>
          </a:p>
          <a:p>
            <a:endParaRPr lang="en-GB" sz="1350" dirty="0"/>
          </a:p>
        </p:txBody>
      </p:sp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567123" y="2349187"/>
            <a:ext cx="8117798" cy="623822"/>
            <a:chOff x="531658" y="2405747"/>
            <a:chExt cx="10823730" cy="8317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Text Placeholder 22">
              <a:extLst>
                <a:ext uri="{FF2B5EF4-FFF2-40B4-BE49-F238E27FC236}">
                  <a16:creationId xmlns:a16="http://schemas.microsoft.com/office/drawing/2014/main" id="{2F0FB714-3007-23C8-9764-E8C7159E2C4E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Common uses</a:t>
              </a:r>
              <a:r>
                <a:rPr lang="en-US" b="1" dirty="0">
                  <a:solidFill>
                    <a:srgbClr val="C00000"/>
                  </a:solidFill>
                </a:rPr>
                <a:t> </a:t>
              </a:r>
              <a:r>
                <a:rPr lang="en-US" dirty="0">
                  <a:solidFill>
                    <a:schemeClr val="bg1"/>
                  </a:solidFill>
                </a:rPr>
                <a:t>of database systems (DB).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96034" y="1825799"/>
            <a:ext cx="662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4AC4C7-0CB4-FF63-FCB9-63FEE6F22477}"/>
              </a:ext>
            </a:extLst>
          </p:cNvPr>
          <p:cNvSpPr/>
          <p:nvPr/>
        </p:nvSpPr>
        <p:spPr>
          <a:xfrm>
            <a:off x="567123" y="3007572"/>
            <a:ext cx="8117798" cy="623822"/>
          </a:xfrm>
          <a:prstGeom prst="round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76F8F-9451-9946-9AC6-6A4DC9337D85}"/>
              </a:ext>
            </a:extLst>
          </p:cNvPr>
          <p:cNvSpPr txBox="1"/>
          <p:nvPr/>
        </p:nvSpPr>
        <p:spPr>
          <a:xfrm>
            <a:off x="1306799" y="3048046"/>
            <a:ext cx="7101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Characteristics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problems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and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differences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between file-based approach and DB approach.</a:t>
            </a:r>
            <a:endParaRPr lang="en-US" altLang="ko-KR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551645" y="3669241"/>
            <a:ext cx="8117798" cy="686805"/>
            <a:chOff x="531658" y="2405747"/>
            <a:chExt cx="10823730" cy="91574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86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chemeClr val="bg1"/>
                  </a:solidFill>
                </a:rPr>
                <a:t>Meaning of </a:t>
              </a:r>
              <a:r>
                <a:rPr lang="en-US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terms</a:t>
              </a:r>
              <a:r>
                <a:rPr lang="en-US" dirty="0">
                  <a:solidFill>
                    <a:schemeClr val="bg1"/>
                  </a:solidFill>
                </a:rPr>
                <a:t>: DB, Database Management System (DBMS), DB application system, DB system.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7C946A-1124-5C9A-FCDA-337B0D88CB6E}"/>
              </a:ext>
            </a:extLst>
          </p:cNvPr>
          <p:cNvGrpSpPr/>
          <p:nvPr/>
        </p:nvGrpSpPr>
        <p:grpSpPr>
          <a:xfrm>
            <a:off x="551645" y="4330736"/>
            <a:ext cx="8117798" cy="623822"/>
            <a:chOff x="531658" y="2405747"/>
            <a:chExt cx="10823730" cy="831763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70EA452-E984-6F24-0C71-96FD331BF962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Text Placeholder 22">
              <a:extLst>
                <a:ext uri="{FF2B5EF4-FFF2-40B4-BE49-F238E27FC236}">
                  <a16:creationId xmlns:a16="http://schemas.microsoft.com/office/drawing/2014/main" id="{4DB3C0A5-4666-F0C1-FC3F-BAD05E7E35A8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51F453-C9ED-7148-FA7B-213C2A2B0E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Personnel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/>
                  </a:solidFill>
                </a:rPr>
                <a:t>involved in the DBMS environment.</a:t>
              </a:r>
              <a:endParaRPr lang="en-US" altLang="ko-KR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E64A61-AF64-8C1C-AE68-38AC78A34D82}"/>
              </a:ext>
            </a:extLst>
          </p:cNvPr>
          <p:cNvGrpSpPr/>
          <p:nvPr/>
        </p:nvGrpSpPr>
        <p:grpSpPr>
          <a:xfrm>
            <a:off x="535698" y="4995033"/>
            <a:ext cx="8117798" cy="623822"/>
            <a:chOff x="531658" y="2405747"/>
            <a:chExt cx="10823730" cy="831763"/>
          </a:xfrm>
          <a:solidFill>
            <a:srgbClr val="6C1D35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2E08248-E79B-2E05-D3E8-12472C915B91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Text Placeholder 22">
              <a:extLst>
                <a:ext uri="{FF2B5EF4-FFF2-40B4-BE49-F238E27FC236}">
                  <a16:creationId xmlns:a16="http://schemas.microsoft.com/office/drawing/2014/main" id="{9479A75C-6D43-360E-7ADC-66AC01E35117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5ACF9B-94E0-C8EA-A24E-D98A00EB4FFB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Advantages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/>
                  </a:solidFill>
                </a:rPr>
                <a:t>and</a:t>
              </a:r>
              <a:r>
                <a:rPr lang="en-US" dirty="0"/>
                <a:t> </a:t>
              </a:r>
              <a:r>
                <a:rPr lang="en-US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disadvantages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/>
                  </a:solidFill>
                </a:rPr>
                <a:t>of DBMS.</a:t>
              </a:r>
              <a:endParaRPr lang="en-US" altLang="ko-KR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D7A152B-0A88-D956-85D9-1AB520BFF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64EF2D2-05BD-1BBC-F751-0AFDF8D4683E}"/>
              </a:ext>
            </a:extLst>
          </p:cNvPr>
          <p:cNvGrpSpPr/>
          <p:nvPr/>
        </p:nvGrpSpPr>
        <p:grpSpPr>
          <a:xfrm>
            <a:off x="544097" y="5656529"/>
            <a:ext cx="8117798" cy="623822"/>
            <a:chOff x="531658" y="2405747"/>
            <a:chExt cx="10823730" cy="83176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29CC91F-19B3-F05B-1F50-2318EDB6BC5C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Text Placeholder 22">
              <a:extLst>
                <a:ext uri="{FF2B5EF4-FFF2-40B4-BE49-F238E27FC236}">
                  <a16:creationId xmlns:a16="http://schemas.microsoft.com/office/drawing/2014/main" id="{1DF52BD0-3473-3760-914F-33C34724AB49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0B31D0-EF9E-F5D9-875C-CB1384767C69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chemeClr val="bg1"/>
                  </a:solidFill>
                </a:rPr>
                <a:t>Three-level </a:t>
              </a:r>
              <a:r>
                <a:rPr lang="en-US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ANSI-SPARC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/>
                  </a:solidFill>
                </a:rPr>
                <a:t>architecture.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44" y="1937079"/>
            <a:ext cx="4502838" cy="334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 descr="https://encrypted-tbn0.gstatic.com/images?q=tbn:ANd9GcQWmdaYOyV6DGpXhkTkchaqsJ6vuKElrmSy6DPSIkFou--1lxf_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1773" y="2055821"/>
            <a:ext cx="4306683" cy="322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1350124" y="1576699"/>
            <a:ext cx="2033677" cy="28774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 computer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858275" y="1576698"/>
            <a:ext cx="2033677" cy="28774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After computer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idx="1"/>
          </p:nvPr>
        </p:nvSpPr>
        <p:spPr>
          <a:xfrm>
            <a:off x="628650" y="1646239"/>
            <a:ext cx="2301927" cy="4274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Database is now such an integral part of our day-to-day life that often we are not aware we are using one.</a:t>
            </a:r>
            <a:endParaRPr sz="2400"/>
          </a:p>
        </p:txBody>
      </p:sp>
      <p:sp>
        <p:nvSpPr>
          <p:cNvPr id="116" name="Google Shape;116;p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0577" y="1684138"/>
            <a:ext cx="6095413" cy="423697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7574952" y="1418641"/>
            <a:ext cx="145103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Coronel, 2019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of the terminologies in this topic: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963899" y="2207635"/>
          <a:ext cx="7216200" cy="2936290"/>
        </p:xfrm>
        <a:graphic>
          <a:graphicData uri="http://schemas.openxmlformats.org/drawingml/2006/table">
            <a:tbl>
              <a:tblPr firstRow="1" bandRow="1">
                <a:noFill/>
                <a:tableStyleId>{533CCBDD-E0BC-4259-A1C9-309ED4B31BAB}</a:tableStyleId>
              </a:tblPr>
              <a:tblGrid>
                <a:gridCol w="26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Terms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Database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collection of related data.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Database Management System (DBMS)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The software that manages &amp; controls access to the database.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Database application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program that interacts with the database at some point in its execution.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Database system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collection of application programs that interact with the database along with the DBMS and database itself.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File-based System</a:t>
            </a:r>
            <a:endParaRPr/>
          </a:p>
        </p:txBody>
      </p:sp>
      <p:sp>
        <p:nvSpPr>
          <p:cNvPr id="133" name="Google Shape;133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early attempt to computerize the manual filing system.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Definition: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>
                <a:solidFill>
                  <a:srgbClr val="0070C0"/>
                </a:solidFill>
              </a:rPr>
              <a:t>Collection of application programs that perform services for the end users (e.g.: reports). Each program </a:t>
            </a:r>
            <a:r>
              <a:rPr lang="en-US" u="sng">
                <a:solidFill>
                  <a:srgbClr val="0070C0"/>
                </a:solidFill>
              </a:rPr>
              <a:t>defines and manages its own data</a:t>
            </a:r>
            <a:r>
              <a:rPr lang="en-US">
                <a:solidFill>
                  <a:srgbClr val="0070C0"/>
                </a:solidFill>
              </a:rPr>
              <a:t>.</a:t>
            </a:r>
            <a:endParaRPr>
              <a:solidFill>
                <a:srgbClr val="0070C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Works well while the number of items to be stored is small. However, it breaks down when we need to cross-reference or process the information in the files.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File-based Processing</a:t>
            </a:r>
            <a:endParaRPr/>
          </a:p>
        </p:txBody>
      </p:sp>
      <p:pic>
        <p:nvPicPr>
          <p:cNvPr id="143" name="Google Shape;143;p7" descr="A screenshot of a cell phone&#10;&#10;Description automatically generated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397287"/>
            <a:ext cx="8090418" cy="476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File-based Processing</a:t>
            </a:r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Figure shows each department </a:t>
            </a: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accessing their own files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through application </a:t>
            </a: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programs written specially for them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Each set of departmental application programs handles data entry, file maintenance, and the generation of a fixed set of specific reports.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physical structure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storage of the data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files and records are </a:t>
            </a: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defined in the application code </a:t>
            </a:r>
            <a:endParaRPr u="sng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of File-based Approach</a:t>
            </a:r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Separation and isolation of data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Each program maintains its own set of data.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Users of one program may be unaware of potentially useful data held by other programs.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Duplication of data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Same data is held by different programs.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Wasted space and potentially different values and/or different formats for the same item.</a:t>
            </a:r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of File-based Approach</a:t>
            </a:r>
            <a:endParaRPr/>
          </a:p>
        </p:txBody>
      </p:sp>
      <p:sp>
        <p:nvSpPr>
          <p:cNvPr id="165" name="Google Shape;165;p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Data dependence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File structure (for data file) is defined in the program code.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Changes to an existing structure are difficult to make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Incompatible file formats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Programs are written in different languages, and so cannot easily access each other’s files.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Fixed Queries/Proliferation of application programs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Programs are written to satisfy specific functions.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Any new requirement needs a new program.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Approach</a:t>
            </a: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limitations of the file-based approach can be attributed to 2 factors: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Definition of data was embedded in application programs, rather than being stored separately and independently.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control over access and manipulation of data beyond that imposed by application programs.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Result, a new approach was required:-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database and Database Management System (DBMS).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Contrasting File-based Approach and Database Approach</a:t>
            </a:r>
            <a:endParaRPr/>
          </a:p>
        </p:txBody>
      </p:sp>
      <p:pic>
        <p:nvPicPr>
          <p:cNvPr id="181" name="Google Shape;181;p1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778451" y="1825625"/>
            <a:ext cx="5587097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4" name="Google Shape;184;p12"/>
          <p:cNvSpPr txBox="1"/>
          <p:nvPr/>
        </p:nvSpPr>
        <p:spPr>
          <a:xfrm>
            <a:off x="6138407" y="1317609"/>
            <a:ext cx="145103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Coronel, 2019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2545977" y="2037975"/>
            <a:ext cx="5402730" cy="296433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3173506" y="2462306"/>
            <a:ext cx="776941" cy="5677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3173506" y="3747503"/>
            <a:ext cx="776941" cy="5677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 of DB System</a:t>
            </a:r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96" name="Google Shape;196;p13" descr="Use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763" y="2240639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3" descr="Use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763" y="3527495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3" descr="Web desig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3788" y="2240639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3" descr="Web desig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3788" y="3527495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3" descr="Databa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8385" y="2853975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 descr="Serv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797" y="2853975"/>
            <a:ext cx="1007782" cy="10077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/>
          <p:nvPr/>
        </p:nvSpPr>
        <p:spPr>
          <a:xfrm>
            <a:off x="6030259" y="1729721"/>
            <a:ext cx="1918447" cy="30825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system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2734281" y="4515755"/>
            <a:ext cx="1632710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 Applications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2734281" y="2169048"/>
            <a:ext cx="1632710" cy="23432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4953797" y="3924200"/>
            <a:ext cx="1007782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6548385" y="3924200"/>
            <a:ext cx="1007782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3"/>
          <p:cNvCxnSpPr>
            <a:stCxn id="198" idx="3"/>
          </p:cNvCxnSpPr>
          <p:nvPr/>
        </p:nvCxnSpPr>
        <p:spPr>
          <a:xfrm>
            <a:off x="4071570" y="2744530"/>
            <a:ext cx="917700" cy="463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8" name="Google Shape;208;p13"/>
          <p:cNvCxnSpPr>
            <a:stCxn id="199" idx="3"/>
          </p:cNvCxnSpPr>
          <p:nvPr/>
        </p:nvCxnSpPr>
        <p:spPr>
          <a:xfrm rot="10800000" flipH="1">
            <a:off x="4071570" y="3520186"/>
            <a:ext cx="936600" cy="511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9" name="Google Shape;209;p13"/>
          <p:cNvCxnSpPr/>
          <p:nvPr/>
        </p:nvCxnSpPr>
        <p:spPr>
          <a:xfrm>
            <a:off x="5961579" y="3208463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10" name="Google Shape;210;p13"/>
          <p:cNvCxnSpPr/>
          <p:nvPr/>
        </p:nvCxnSpPr>
        <p:spPr>
          <a:xfrm>
            <a:off x="5961579" y="3522227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11" name="Google Shape;211;p13"/>
          <p:cNvCxnSpPr/>
          <p:nvPr/>
        </p:nvCxnSpPr>
        <p:spPr>
          <a:xfrm>
            <a:off x="2283062" y="2763216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12" name="Google Shape;212;p13"/>
          <p:cNvCxnSpPr/>
          <p:nvPr/>
        </p:nvCxnSpPr>
        <p:spPr>
          <a:xfrm>
            <a:off x="2323428" y="4092575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13" name="Google Shape;213;p13"/>
          <p:cNvSpPr txBox="1"/>
          <p:nvPr/>
        </p:nvSpPr>
        <p:spPr>
          <a:xfrm>
            <a:off x="1097763" y="4535277"/>
            <a:ext cx="1007782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Database</a:t>
            </a:r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Definition: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2000">
                <a:solidFill>
                  <a:srgbClr val="0070C0"/>
                </a:solidFill>
              </a:rPr>
              <a:t>Shared collection of logically related data (and a description of this data), designed to meet the information needs of an organization.</a:t>
            </a:r>
            <a:endParaRPr sz="2000">
              <a:solidFill>
                <a:srgbClr val="0070C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database is also defined as a self-describing collection of integrated records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description of the data is known as the system catalogue (metadata) to enable program–data independence.</a:t>
            </a:r>
            <a:endParaRPr sz="2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definition of data is separated from the application program.</a:t>
            </a:r>
            <a:endParaRPr sz="2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users of an object only see the external definition and unaware of how the object is defined and how it functioned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Logically related data comprises entities, attributes, and relationships of an organization’s information.</a:t>
            </a:r>
            <a:endParaRPr sz="24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22" name="Google Shape;222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Management System (DBMS)</a:t>
            </a:r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DBMS is the software that interacts with the user’s application programs and the database 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Definition: </a:t>
            </a:r>
            <a:r>
              <a:rPr lang="en-US" sz="2400">
                <a:solidFill>
                  <a:srgbClr val="0070C0"/>
                </a:solidFill>
              </a:rPr>
              <a:t>A software system that enables users to define, create, and maintain the database and that provides controlled access to this database.</a:t>
            </a:r>
            <a:endParaRPr sz="2400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Define 🡪 using Data Definition Language (DDL)</a:t>
            </a:r>
            <a:endParaRPr sz="2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Create 🡪 insert, update, delete &amp; retrieve data using Data Manipulation Language (DML)</a:t>
            </a:r>
            <a:endParaRPr sz="2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Controlled accessed 🡪 security, integrity, concurrency control, recovery &amp; user-accessible catalog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Example of  DBMS – Microsoft Access, Microsoft SQL Server, Oracle, Sybase, MongoDB, CouchDB and etc.</a:t>
            </a:r>
            <a:endParaRPr sz="24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30" name="Google Shape;230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Management System (DBMS)</a:t>
            </a:r>
            <a:endParaRPr/>
          </a:p>
        </p:txBody>
      </p:sp>
      <p:sp>
        <p:nvSpPr>
          <p:cNvPr id="236" name="Google Shape;236;p1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Data definition language (DDL).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Permits specification of data types, structures and any data constraints.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All specifications are stored in the database.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Data manipulation language (DML).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General enquiry facility (query language) of the data.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Using Structured Query Language (SQL) to produce required information.-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Application Programs</a:t>
            </a:r>
            <a:endParaRPr/>
          </a:p>
        </p:txBody>
      </p:sp>
      <p:sp>
        <p:nvSpPr>
          <p:cNvPr id="244" name="Google Shape;244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Definition of (Database) Application Program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>
                <a:solidFill>
                  <a:srgbClr val="0070C0"/>
                </a:solidFill>
              </a:rPr>
              <a:t>A computer program that interacts with the database by issuing an appropriate request (typically an SQL statement) to the DBMS</a:t>
            </a:r>
            <a:endParaRPr>
              <a:solidFill>
                <a:srgbClr val="0070C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Users interact with the database through several application programs (used to create &amp; maintain the database &amp; to generate information) 🡪 written in some programming language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46" name="Google Shape;246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Application Programs</a:t>
            </a:r>
            <a:endParaRPr/>
          </a:p>
        </p:txBody>
      </p:sp>
      <p:pic>
        <p:nvPicPr>
          <p:cNvPr id="252" name="Google Shape;252;p18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9588" y="1509713"/>
            <a:ext cx="8544824" cy="45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4362449" y="4405800"/>
            <a:ext cx="1632710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 Applications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2225294" y="2037029"/>
            <a:ext cx="2137155" cy="27073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Application Programs</a:t>
            </a:r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Figure shows each department using their application programs to access the database through the DBMS.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Each set of departmental application programs handles data entry, file maintenance, and the generation of a fixed set of specific reports.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physical structure &amp; storage of the data are now managed by the DBMS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view mechanism.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Provides users with only the data they want or need to use.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 of DBMS Environment</a:t>
            </a:r>
            <a:endParaRPr/>
          </a:p>
        </p:txBody>
      </p:sp>
      <p:pic>
        <p:nvPicPr>
          <p:cNvPr id="270" name="Google Shape;270;p20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628650" y="3097120"/>
            <a:ext cx="7886700" cy="180834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Roles in the Database Environment</a:t>
            </a:r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Data Administrator (DA)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responsible for the </a:t>
            </a:r>
            <a:r>
              <a:rPr lang="en-US" b="1"/>
              <a:t>management of the data resource</a:t>
            </a:r>
            <a:endParaRPr b="1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Database planning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Development and maintenance of standards, policies, procedures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Conceptual/logical database design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Database Administrator (DBA)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responsible for the </a:t>
            </a:r>
            <a:r>
              <a:rPr lang="en-US" b="1"/>
              <a:t>physical realization </a:t>
            </a:r>
            <a:r>
              <a:rPr lang="en-US"/>
              <a:t>of the database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Physical database design and implementation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Security &amp; integrity control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Maintenance of operational control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Ensuring satisfactory performance of applications for users</a:t>
            </a:r>
            <a:endParaRPr/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Roles in the Database Environment</a:t>
            </a:r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Database Designers (Logical and Physical) 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Logical</a:t>
            </a:r>
            <a:r>
              <a:rPr lang="en-US"/>
              <a:t> : is concerned with identifying the data, the relationships between the data, &amp; the constraint on the data that is to be stored in the database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Physical</a:t>
            </a:r>
            <a:r>
              <a:rPr lang="en-US"/>
              <a:t> : decides how the logical database design is to be physically realized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Application Programmers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build the application programs</a:t>
            </a:r>
            <a:r>
              <a:rPr lang="en-US"/>
              <a:t> that provide the required functionality for the end-users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End Users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naive</a:t>
            </a:r>
            <a:r>
              <a:rPr lang="en-US"/>
              <a:t> and </a:t>
            </a:r>
            <a:r>
              <a:rPr lang="en-US" b="1"/>
              <a:t>sophisticated</a:t>
            </a:r>
            <a:endParaRPr b="1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</p:txBody>
      </p:sp>
      <p:sp>
        <p:nvSpPr>
          <p:cNvPr id="287" name="Google Shape;287;p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48495" y="688964"/>
            <a:ext cx="8821335" cy="369332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File-based Approach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149587" y="2747843"/>
            <a:ext cx="8821335" cy="369332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Database Approach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148495" y="1093943"/>
            <a:ext cx="8821334" cy="16004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31775" marR="0" lvl="0" indent="-231775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Arial Narrow"/>
                <a:ea typeface="Arial Narrow"/>
                <a:cs typeface="Arial Narrow"/>
                <a:sym typeface="Arial Narrow"/>
              </a:rPr>
              <a:t>Limitation</a:t>
            </a:r>
            <a:r>
              <a:rPr lang="en-US" sz="1800" b="1">
                <a:solidFill>
                  <a:srgbClr val="E2A22F"/>
                </a:solidFill>
                <a:latin typeface="Arial Narrow"/>
                <a:ea typeface="Arial Narrow"/>
                <a:cs typeface="Arial Narrow"/>
                <a:sym typeface="Arial Narrow"/>
              </a:rPr>
              <a:t> of File Based Approach :</a:t>
            </a:r>
            <a:endParaRPr sz="1800" b="1">
              <a:solidFill>
                <a:srgbClr val="E2A22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Separation and isolation of data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Duplication of data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Data dependence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Incompatible file formats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Fixed Queries/Proliferation of application programs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148494" y="3143359"/>
            <a:ext cx="4525105" cy="28315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31775" marR="0" lvl="0" indent="-231775" algn="ctr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B050"/>
                </a:solidFill>
                <a:latin typeface="Arial Narrow"/>
                <a:ea typeface="Arial Narrow"/>
                <a:cs typeface="Arial Narrow"/>
                <a:sym typeface="Arial Narrow"/>
              </a:rPr>
              <a:t>Advantages</a:t>
            </a:r>
            <a:r>
              <a:rPr lang="en-US" sz="1800" b="1">
                <a:solidFill>
                  <a:srgbClr val="E2A22F"/>
                </a:solidFill>
                <a:latin typeface="Arial Narrow"/>
                <a:ea typeface="Arial Narrow"/>
                <a:cs typeface="Arial Narrow"/>
                <a:sym typeface="Arial Narrow"/>
              </a:rPr>
              <a:t> of Database Approach :</a:t>
            </a:r>
            <a:endParaRPr sz="1800" b="1">
              <a:solidFill>
                <a:srgbClr val="E2A22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Control of data redundancy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Data consistency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More information from the same amount of data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Sharing of data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Improved data integrity &amp; security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Improved data accessibility and responsiveness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Increased productivity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Improved maintenance through data independence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Increased concurrency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Improved backup and recovery services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4780077" y="3143359"/>
            <a:ext cx="4189752" cy="209288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31775" marR="0" lvl="0" indent="-231775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Arial Narrow"/>
                <a:ea typeface="Arial Narrow"/>
                <a:cs typeface="Arial Narrow"/>
                <a:sym typeface="Arial Narrow"/>
              </a:rPr>
              <a:t>Disadvantage</a:t>
            </a:r>
            <a:r>
              <a:rPr lang="en-US" sz="1800" b="1">
                <a:solidFill>
                  <a:srgbClr val="E2A22F"/>
                </a:solidFill>
                <a:latin typeface="Arial Narrow"/>
                <a:ea typeface="Arial Narrow"/>
                <a:cs typeface="Arial Narrow"/>
                <a:sym typeface="Arial Narrow"/>
              </a:rPr>
              <a:t> of Database Approach :</a:t>
            </a:r>
            <a:endParaRPr sz="1800" b="1">
              <a:solidFill>
                <a:srgbClr val="E2A22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Complexity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Size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Cost of DBMSs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Additional hardware costs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Cost of conversion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Performance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Greater impact of a failure</a:t>
            </a:r>
            <a:endParaRPr sz="16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Three-Level Architecture</a:t>
            </a:r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DBMS are built based on the </a:t>
            </a:r>
            <a:r>
              <a:rPr lang="en-US" b="1">
                <a:solidFill>
                  <a:srgbClr val="0070C0"/>
                </a:solidFill>
              </a:rPr>
              <a:t>3-Level Architecture</a:t>
            </a:r>
            <a:endParaRPr b="1">
              <a:solidFill>
                <a:srgbClr val="0070C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users should be able to </a:t>
            </a:r>
            <a:r>
              <a:rPr lang="en-US" b="1">
                <a:solidFill>
                  <a:srgbClr val="0070C0"/>
                </a:solidFill>
              </a:rPr>
              <a:t>access same data</a:t>
            </a:r>
            <a:r>
              <a:rPr lang="en-US"/>
              <a:t>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lang="en-US" b="1">
                <a:solidFill>
                  <a:srgbClr val="0070C0"/>
                </a:solidFill>
              </a:rPr>
              <a:t>user’s view </a:t>
            </a:r>
            <a:r>
              <a:rPr lang="en-US"/>
              <a:t>is immune to changes made in other views.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Users should not need to know physical database storage details.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07" name="Google Shape;307;p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Three-Level Architecture</a:t>
            </a:r>
            <a:endParaRPr/>
          </a:p>
        </p:txBody>
      </p:sp>
      <p:sp>
        <p:nvSpPr>
          <p:cNvPr id="313" name="Google Shape;313;p2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DBA should be able to change database storage structures without affecting the users’ views.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Internal structure of database should be unaffected by changes to physical aspects of storage.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DBA should be able to change conceptual structure of database without affecting all users.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ANSI-SPARC Three-Level Architecture</a:t>
            </a:r>
            <a:endParaRPr/>
          </a:p>
        </p:txBody>
      </p:sp>
      <p:pic>
        <p:nvPicPr>
          <p:cNvPr id="323" name="Google Shape;323;p26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4934" y="1509713"/>
            <a:ext cx="6254131" cy="476567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ANSI-SPARC Three-Level Architecture</a:t>
            </a:r>
            <a:endParaRPr/>
          </a:p>
        </p:txBody>
      </p:sp>
      <p:sp>
        <p:nvSpPr>
          <p:cNvPr id="329" name="Google Shape;329;p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External Level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Users’ views of the database.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Describes that part of database that is relevant to a particular user.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Conceptual Level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Community view of the database.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Describes what data is stored in database and relationships among the data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. 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1" name="Google Shape;331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ANSI-SPARC Three-Level Architecture</a:t>
            </a:r>
            <a:endParaRPr/>
          </a:p>
        </p:txBody>
      </p:sp>
      <p:sp>
        <p:nvSpPr>
          <p:cNvPr id="337" name="Google Shape;337;p2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Internal Level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Physical representation of the database on the computer.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Describes how the data is stored in the database.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9" name="Google Shape;339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Differences between the three levels</a:t>
            </a:r>
            <a:endParaRPr/>
          </a:p>
        </p:txBody>
      </p:sp>
      <p:pic>
        <p:nvPicPr>
          <p:cNvPr id="347" name="Google Shape;347;p29" descr="C02NF0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7407" y="1509713"/>
            <a:ext cx="8289186" cy="456201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Independence and the ANSI-SPARC Three-Level Architecture</a:t>
            </a:r>
            <a:endParaRPr/>
          </a:p>
        </p:txBody>
      </p:sp>
      <p:pic>
        <p:nvPicPr>
          <p:cNvPr id="355" name="Google Shape;355;p30" descr="C02NF03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628650" y="2096308"/>
            <a:ext cx="7886700" cy="380997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Independence</a:t>
            </a:r>
            <a:endParaRPr/>
          </a:p>
        </p:txBody>
      </p:sp>
      <p:sp>
        <p:nvSpPr>
          <p:cNvPr id="361" name="Google Shape;361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Referring to mapping between external, conceptual &amp; internal levels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Logical Data Independence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>
                <a:solidFill>
                  <a:srgbClr val="0070C0"/>
                </a:solidFill>
              </a:rPr>
              <a:t>The immunity of external schemas to changes in conceptual schema.</a:t>
            </a:r>
            <a:endParaRPr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Conceptual schema changes (e.g. addition/ removal of entities).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Should not require changes to external schema or rewrites of application programs.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Independence</a:t>
            </a:r>
            <a:endParaRPr/>
          </a:p>
        </p:txBody>
      </p:sp>
      <p:sp>
        <p:nvSpPr>
          <p:cNvPr id="369" name="Google Shape;369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Physical Data Independence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>
                <a:solidFill>
                  <a:srgbClr val="0070C0"/>
                </a:solidFill>
              </a:rPr>
              <a:t>The immunity of conceptual schema to changes in the internal schema.</a:t>
            </a:r>
            <a:endParaRPr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Internal schema changes (e.g. using different file organizations, storage structures/ devices).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Should not require change to conceptual or external schemas.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71" name="Google Shape;371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Importance of databases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Database approach VS file-based approach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Important terms in database fields 	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Database, database applications, database systems, DBMS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Database architectures – ANSI-SPARC levels and associations with data independence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79" name="Google Shape;379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34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Slide Template DB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Slide Template DB</Template>
  <TotalTime>8</TotalTime>
  <Words>1573</Words>
  <Application>Microsoft Office PowerPoint</Application>
  <PresentationFormat>On-screen Show (4:3)</PresentationFormat>
  <Paragraphs>228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Aptos</vt:lpstr>
      <vt:lpstr>Helvetica</vt:lpstr>
      <vt:lpstr>Arial Narrow</vt:lpstr>
      <vt:lpstr>Montserrat Semi</vt:lpstr>
      <vt:lpstr>Verdana</vt:lpstr>
      <vt:lpstr>Lecture Slide Template DB</vt:lpstr>
      <vt:lpstr>PowerPoint Presentation</vt:lpstr>
      <vt:lpstr>LECTURE LEARNING OUTCOME</vt:lpstr>
      <vt:lpstr>PowerPoint Presentation</vt:lpstr>
      <vt:lpstr>Introduction</vt:lpstr>
      <vt:lpstr>Introduction</vt:lpstr>
      <vt:lpstr>Traditional File-based System</vt:lpstr>
      <vt:lpstr>File-based Processing</vt:lpstr>
      <vt:lpstr>File-based Processing</vt:lpstr>
      <vt:lpstr>Limitations of File-based Approach</vt:lpstr>
      <vt:lpstr>Limitations of File-based Approach</vt:lpstr>
      <vt:lpstr>Database Approach</vt:lpstr>
      <vt:lpstr>Contrasting File-based Approach and Database Approach</vt:lpstr>
      <vt:lpstr>Overview of DB System</vt:lpstr>
      <vt:lpstr>The Database</vt:lpstr>
      <vt:lpstr>Database Management System (DBMS)</vt:lpstr>
      <vt:lpstr>Database Management System (DBMS)</vt:lpstr>
      <vt:lpstr>Database Application Programs</vt:lpstr>
      <vt:lpstr>Database Application Programs</vt:lpstr>
      <vt:lpstr>Database Application Programs</vt:lpstr>
      <vt:lpstr>Components of DBMS Environment</vt:lpstr>
      <vt:lpstr>Roles in the Database Environment</vt:lpstr>
      <vt:lpstr>Roles in the Database Environment</vt:lpstr>
      <vt:lpstr>PowerPoint Presentation</vt:lpstr>
      <vt:lpstr>Three-Level Architecture</vt:lpstr>
      <vt:lpstr>Three-Level Architecture</vt:lpstr>
      <vt:lpstr>ANSI-SPARC Three-Level Architecture</vt:lpstr>
      <vt:lpstr>ANSI-SPARC Three-Level Architecture</vt:lpstr>
      <vt:lpstr>ANSI-SPARC Three-Level Architecture</vt:lpstr>
      <vt:lpstr>Differences between the three levels</vt:lpstr>
      <vt:lpstr>Data Independence and the ANSI-SPARC Three-Level Architecture</vt:lpstr>
      <vt:lpstr>Data Independence</vt:lpstr>
      <vt:lpstr>Data Independence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acidfed</dc:creator>
  <cp:lastModifiedBy>NIES HUI WEN</cp:lastModifiedBy>
  <cp:revision>1</cp:revision>
  <dcterms:created xsi:type="dcterms:W3CDTF">2019-01-07T08:53:00Z</dcterms:created>
  <dcterms:modified xsi:type="dcterms:W3CDTF">2024-09-30T06:26:11Z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