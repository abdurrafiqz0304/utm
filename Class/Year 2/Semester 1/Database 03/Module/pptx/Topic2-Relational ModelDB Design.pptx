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76"/>
  </p:notesMasterIdLst>
  <p:handoutMasterIdLst>
    <p:handoutMasterId r:id="rId77"/>
  </p:handoutMasterIdLst>
  <p:sldIdLst>
    <p:sldId id="315" r:id="rId2"/>
    <p:sldId id="316" r:id="rId3"/>
    <p:sldId id="339" r:id="rId4"/>
    <p:sldId id="31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3" r:id="rId65"/>
    <p:sldId id="354" r:id="rId66"/>
    <p:sldId id="355" r:id="rId67"/>
    <p:sldId id="356" r:id="rId68"/>
    <p:sldId id="357" r:id="rId69"/>
    <p:sldId id="358" r:id="rId70"/>
    <p:sldId id="359" r:id="rId71"/>
    <p:sldId id="360" r:id="rId72"/>
    <p:sldId id="361" r:id="rId73"/>
    <p:sldId id="362" r:id="rId74"/>
    <p:sldId id="313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j2pmATi8M2QCMUAry1LvvF0nWP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C84F6-07C3-40F0-9FC1-059F8BFAEA77}" v="61" dt="2024-09-30T13:46:09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5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81" Type="http://customschemas.google.com/relationships/presentationmetadata" Target="metadata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S HUI WEN" userId="3541b9e0-606d-4c51-a83e-60dbee75d3cd" providerId="ADAL" clId="{B60C84F6-07C3-40F0-9FC1-059F8BFAEA77}"/>
    <pc:docChg chg="undo custSel addSld delSld modSld">
      <pc:chgData name="NIES HUI WEN" userId="3541b9e0-606d-4c51-a83e-60dbee75d3cd" providerId="ADAL" clId="{B60C84F6-07C3-40F0-9FC1-059F8BFAEA77}" dt="2024-09-30T13:46:27.356" v="383" actId="47"/>
      <pc:docMkLst>
        <pc:docMk/>
      </pc:docMkLst>
      <pc:sldChg chg="modSp del">
        <pc:chgData name="NIES HUI WEN" userId="3541b9e0-606d-4c51-a83e-60dbee75d3cd" providerId="ADAL" clId="{B60C84F6-07C3-40F0-9FC1-059F8BFAEA77}" dt="2024-09-30T06:16:26.229" v="39" actId="47"/>
        <pc:sldMkLst>
          <pc:docMk/>
          <pc:sldMk cId="0" sldId="256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6"/>
            <ac:spMk id="8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6"/>
            <ac:spMk id="90" creationId="{00000000-0000-0000-0000-000000000000}"/>
          </ac:spMkLst>
        </pc:spChg>
      </pc:sldChg>
      <pc:sldChg chg="modSp del mod">
        <pc:chgData name="NIES HUI WEN" userId="3541b9e0-606d-4c51-a83e-60dbee75d3cd" providerId="ADAL" clId="{B60C84F6-07C3-40F0-9FC1-059F8BFAEA77}" dt="2024-09-30T06:32:03.539" v="82" actId="47"/>
        <pc:sldMkLst>
          <pc:docMk/>
          <pc:sldMk cId="0" sldId="257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7"/>
            <ac:spMk id="9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7"/>
            <ac:spMk id="9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7"/>
            <ac:spMk id="9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8:39.776" v="47" actId="14100"/>
          <ac:spMkLst>
            <pc:docMk/>
            <pc:sldMk cId="0" sldId="257"/>
            <ac:spMk id="98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58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8"/>
            <ac:spMk id="105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59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9"/>
            <ac:spMk id="12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9"/>
            <ac:spMk id="12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9"/>
            <ac:spMk id="12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9"/>
            <ac:spMk id="12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59"/>
            <ac:spMk id="127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0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0"/>
            <ac:spMk id="13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0"/>
            <ac:spMk id="13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0"/>
            <ac:spMk id="135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1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1"/>
            <ac:spMk id="14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1"/>
            <ac:spMk id="143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2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2"/>
            <ac:spMk id="15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2"/>
            <ac:spMk id="15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2"/>
            <ac:spMk id="153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3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3"/>
            <ac:spMk id="15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3"/>
            <ac:spMk id="16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3"/>
            <ac:spMk id="161" creationId="{00000000-0000-0000-0000-000000000000}"/>
          </ac:spMkLst>
        </pc:spChg>
        <pc:picChg chg="mod">
          <ac:chgData name="NIES HUI WEN" userId="3541b9e0-606d-4c51-a83e-60dbee75d3cd" providerId="ADAL" clId="{B60C84F6-07C3-40F0-9FC1-059F8BFAEA77}" dt="2024-09-30T06:14:39.627" v="0"/>
          <ac:picMkLst>
            <pc:docMk/>
            <pc:sldMk cId="0" sldId="263"/>
            <ac:picMk id="159" creationId="{00000000-0000-0000-0000-000000000000}"/>
          </ac:picMkLst>
        </pc:picChg>
      </pc:sldChg>
      <pc:sldChg chg="addSp delSp modSp mod setBg">
        <pc:chgData name="NIES HUI WEN" userId="3541b9e0-606d-4c51-a83e-60dbee75d3cd" providerId="ADAL" clId="{B60C84F6-07C3-40F0-9FC1-059F8BFAEA77}" dt="2024-09-30T13:23:28.995" v="215" actId="403"/>
        <pc:sldMkLst>
          <pc:docMk/>
          <pc:sldMk cId="0" sldId="264"/>
        </pc:sldMkLst>
        <pc:spChg chg="add del mod">
          <ac:chgData name="NIES HUI WEN" userId="3541b9e0-606d-4c51-a83e-60dbee75d3cd" providerId="ADAL" clId="{B60C84F6-07C3-40F0-9FC1-059F8BFAEA77}" dt="2024-09-30T13:19:12.467" v="175" actId="478"/>
          <ac:spMkLst>
            <pc:docMk/>
            <pc:sldMk cId="0" sldId="264"/>
            <ac:spMk id="5" creationId="{92D6EA54-4DD9-ECFB-EFBE-AADFC7284EEC}"/>
          </ac:spMkLst>
        </pc:spChg>
        <pc:spChg chg="add mod">
          <ac:chgData name="NIES HUI WEN" userId="3541b9e0-606d-4c51-a83e-60dbee75d3cd" providerId="ADAL" clId="{B60C84F6-07C3-40F0-9FC1-059F8BFAEA77}" dt="2024-09-30T13:23:28.995" v="215" actId="403"/>
          <ac:spMkLst>
            <pc:docMk/>
            <pc:sldMk cId="0" sldId="264"/>
            <ac:spMk id="8" creationId="{0B6B995A-073D-BF64-0D5F-8DC2FA5BC44C}"/>
          </ac:spMkLst>
        </pc:spChg>
        <pc:spChg chg="del mod">
          <ac:chgData name="NIES HUI WEN" userId="3541b9e0-606d-4c51-a83e-60dbee75d3cd" providerId="ADAL" clId="{B60C84F6-07C3-40F0-9FC1-059F8BFAEA77}" dt="2024-09-30T13:19:09.312" v="174" actId="478"/>
          <ac:spMkLst>
            <pc:docMk/>
            <pc:sldMk cId="0" sldId="264"/>
            <ac:spMk id="16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4"/>
            <ac:spMk id="16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4"/>
            <ac:spMk id="16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4"/>
            <ac:spMk id="170" creationId="{00000000-0000-0000-0000-000000000000}"/>
          </ac:spMkLst>
        </pc:spChg>
        <pc:picChg chg="add del mod">
          <ac:chgData name="NIES HUI WEN" userId="3541b9e0-606d-4c51-a83e-60dbee75d3cd" providerId="ADAL" clId="{B60C84F6-07C3-40F0-9FC1-059F8BFAEA77}" dt="2024-09-30T13:22:08.301" v="207" actId="478"/>
          <ac:picMkLst>
            <pc:docMk/>
            <pc:sldMk cId="0" sldId="264"/>
            <ac:picMk id="3" creationId="{C6B65AD8-7943-2204-72A4-929E7AC4CA3A}"/>
          </ac:picMkLst>
        </pc:picChg>
        <pc:picChg chg="add mod">
          <ac:chgData name="NIES HUI WEN" userId="3541b9e0-606d-4c51-a83e-60dbee75d3cd" providerId="ADAL" clId="{B60C84F6-07C3-40F0-9FC1-059F8BFAEA77}" dt="2024-09-30T13:22:41.212" v="209" actId="26606"/>
          <ac:picMkLst>
            <pc:docMk/>
            <pc:sldMk cId="0" sldId="264"/>
            <ac:picMk id="7" creationId="{1F798209-CFB2-6BDD-8700-51070D5688E9}"/>
          </ac:picMkLst>
        </pc:picChg>
      </pc:sldChg>
      <pc:sldChg chg="modSp mod">
        <pc:chgData name="NIES HUI WEN" userId="3541b9e0-606d-4c51-a83e-60dbee75d3cd" providerId="ADAL" clId="{B60C84F6-07C3-40F0-9FC1-059F8BFAEA77}" dt="2024-09-30T13:27:02.399" v="250" actId="403"/>
        <pc:sldMkLst>
          <pc:docMk/>
          <pc:sldMk cId="0" sldId="265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5"/>
            <ac:spMk id="17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27:02.399" v="250" actId="403"/>
          <ac:spMkLst>
            <pc:docMk/>
            <pc:sldMk cId="0" sldId="265"/>
            <ac:spMk id="17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5"/>
            <ac:spMk id="17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5"/>
            <ac:spMk id="178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6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6"/>
            <ac:spMk id="18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6"/>
            <ac:spMk id="18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6"/>
            <ac:spMk id="186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67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7"/>
            <ac:spMk id="19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7"/>
            <ac:spMk id="19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7"/>
            <ac:spMk id="197" creationId="{00000000-0000-0000-0000-000000000000}"/>
          </ac:spMkLst>
        </pc:spChg>
      </pc:sldChg>
      <pc:sldChg chg="addSp delSp modSp mod">
        <pc:chgData name="NIES HUI WEN" userId="3541b9e0-606d-4c51-a83e-60dbee75d3cd" providerId="ADAL" clId="{B60C84F6-07C3-40F0-9FC1-059F8BFAEA77}" dt="2024-09-30T13:24:30.664" v="238" actId="122"/>
        <pc:sldMkLst>
          <pc:docMk/>
          <pc:sldMk cId="0" sldId="268"/>
        </pc:sldMkLst>
        <pc:spChg chg="add del mod">
          <ac:chgData name="NIES HUI WEN" userId="3541b9e0-606d-4c51-a83e-60dbee75d3cd" providerId="ADAL" clId="{B60C84F6-07C3-40F0-9FC1-059F8BFAEA77}" dt="2024-09-30T13:23:54.904" v="217" actId="478"/>
          <ac:spMkLst>
            <pc:docMk/>
            <pc:sldMk cId="0" sldId="268"/>
            <ac:spMk id="3" creationId="{6E5DC776-F717-1D84-0ACB-69A8A323DE8A}"/>
          </ac:spMkLst>
        </pc:spChg>
        <pc:spChg chg="add mod">
          <ac:chgData name="NIES HUI WEN" userId="3541b9e0-606d-4c51-a83e-60dbee75d3cd" providerId="ADAL" clId="{B60C84F6-07C3-40F0-9FC1-059F8BFAEA77}" dt="2024-09-30T13:24:30.664" v="238" actId="122"/>
          <ac:spMkLst>
            <pc:docMk/>
            <pc:sldMk cId="0" sldId="268"/>
            <ac:spMk id="5" creationId="{0D025C8E-653C-018C-F0ED-D2725578CC64}"/>
          </ac:spMkLst>
        </pc:spChg>
        <pc:spChg chg="del">
          <ac:chgData name="NIES HUI WEN" userId="3541b9e0-606d-4c51-a83e-60dbee75d3cd" providerId="ADAL" clId="{B60C84F6-07C3-40F0-9FC1-059F8BFAEA77}" dt="2024-09-30T13:23:52.995" v="216" actId="478"/>
          <ac:spMkLst>
            <pc:docMk/>
            <pc:sldMk cId="0" sldId="268"/>
            <ac:spMk id="20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8"/>
            <ac:spMk id="20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8"/>
            <ac:spMk id="20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8"/>
            <ac:spMk id="205" creationId="{00000000-0000-0000-0000-000000000000}"/>
          </ac:spMkLst>
        </pc:spChg>
        <pc:picChg chg="add mod">
          <ac:chgData name="NIES HUI WEN" userId="3541b9e0-606d-4c51-a83e-60dbee75d3cd" providerId="ADAL" clId="{B60C84F6-07C3-40F0-9FC1-059F8BFAEA77}" dt="2024-09-30T13:23:55.716" v="218"/>
          <ac:picMkLst>
            <pc:docMk/>
            <pc:sldMk cId="0" sldId="268"/>
            <ac:picMk id="4" creationId="{3D433E93-463B-4D5B-17E0-23706E318153}"/>
          </ac:picMkLst>
        </pc:picChg>
      </pc:sldChg>
      <pc:sldChg chg="modSp mod">
        <pc:chgData name="NIES HUI WEN" userId="3541b9e0-606d-4c51-a83e-60dbee75d3cd" providerId="ADAL" clId="{B60C84F6-07C3-40F0-9FC1-059F8BFAEA77}" dt="2024-09-30T13:27:22.932" v="252" actId="403"/>
        <pc:sldMkLst>
          <pc:docMk/>
          <pc:sldMk cId="0" sldId="269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9"/>
            <ac:spMk id="21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27:22.932" v="252" actId="403"/>
          <ac:spMkLst>
            <pc:docMk/>
            <pc:sldMk cId="0" sldId="269"/>
            <ac:spMk id="21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9"/>
            <ac:spMk id="21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69"/>
            <ac:spMk id="213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27:30.532" v="253" actId="403"/>
        <pc:sldMkLst>
          <pc:docMk/>
          <pc:sldMk cId="0" sldId="270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0"/>
            <ac:spMk id="21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27:30.532" v="253" actId="403"/>
          <ac:spMkLst>
            <pc:docMk/>
            <pc:sldMk cId="0" sldId="270"/>
            <ac:spMk id="21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0"/>
            <ac:spMk id="22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0"/>
            <ac:spMk id="221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0:41.634" v="263" actId="20577"/>
        <pc:sldMkLst>
          <pc:docMk/>
          <pc:sldMk cId="0" sldId="271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1"/>
            <ac:spMk id="22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0:41.634" v="263" actId="20577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1"/>
            <ac:spMk id="22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1"/>
            <ac:spMk id="229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0:51.952" v="266" actId="1076"/>
        <pc:sldMkLst>
          <pc:docMk/>
          <pc:sldMk cId="0" sldId="272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2"/>
            <ac:spMk id="23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2"/>
            <ac:spMk id="23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2"/>
            <ac:spMk id="23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2"/>
            <ac:spMk id="238" creationId="{00000000-0000-0000-0000-000000000000}"/>
          </ac:spMkLst>
        </pc:spChg>
        <pc:picChg chg="mod">
          <ac:chgData name="NIES HUI WEN" userId="3541b9e0-606d-4c51-a83e-60dbee75d3cd" providerId="ADAL" clId="{B60C84F6-07C3-40F0-9FC1-059F8BFAEA77}" dt="2024-09-30T13:30:51.952" v="266" actId="1076"/>
          <ac:picMkLst>
            <pc:docMk/>
            <pc:sldMk cId="0" sldId="272"/>
            <ac:picMk id="239" creationId="{00000000-0000-0000-0000-000000000000}"/>
          </ac:picMkLst>
        </pc:pic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73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3"/>
            <ac:spMk id="24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3"/>
            <ac:spMk id="24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3"/>
            <ac:spMk id="247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1:54.870" v="275" actId="403"/>
        <pc:sldMkLst>
          <pc:docMk/>
          <pc:sldMk cId="0" sldId="274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4"/>
            <ac:spMk id="25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1:54.870" v="275" actId="403"/>
          <ac:spMkLst>
            <pc:docMk/>
            <pc:sldMk cId="0" sldId="274"/>
            <ac:spMk id="25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4"/>
            <ac:spMk id="25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4"/>
            <ac:spMk id="255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75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5"/>
            <ac:spMk id="26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5"/>
            <ac:spMk id="26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5"/>
            <ac:spMk id="26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5"/>
            <ac:spMk id="263" creationId="{00000000-0000-0000-0000-000000000000}"/>
          </ac:spMkLst>
        </pc:spChg>
      </pc:sldChg>
      <pc:sldChg chg="modSp del">
        <pc:chgData name="NIES HUI WEN" userId="3541b9e0-606d-4c51-a83e-60dbee75d3cd" providerId="ADAL" clId="{B60C84F6-07C3-40F0-9FC1-059F8BFAEA77}" dt="2024-09-30T13:24:43.614" v="239" actId="47"/>
        <pc:sldMkLst>
          <pc:docMk/>
          <pc:sldMk cId="0" sldId="276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6"/>
            <ac:spMk id="26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6"/>
            <ac:spMk id="27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6"/>
            <ac:spMk id="271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2:57.230" v="284" actId="14"/>
        <pc:sldMkLst>
          <pc:docMk/>
          <pc:sldMk cId="0" sldId="277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7"/>
            <ac:spMk id="27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2:57.230" v="284" actId="14"/>
          <ac:spMkLst>
            <pc:docMk/>
            <pc:sldMk cId="0" sldId="277"/>
            <ac:spMk id="27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7"/>
            <ac:spMk id="27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7"/>
            <ac:spMk id="279" creationId="{00000000-0000-0000-0000-000000000000}"/>
          </ac:spMkLst>
        </pc:spChg>
      </pc:sldChg>
      <pc:sldChg chg="delSp modSp mod">
        <pc:chgData name="NIES HUI WEN" userId="3541b9e0-606d-4c51-a83e-60dbee75d3cd" providerId="ADAL" clId="{B60C84F6-07C3-40F0-9FC1-059F8BFAEA77}" dt="2024-09-30T13:36:30.686" v="346" actId="207"/>
        <pc:sldMkLst>
          <pc:docMk/>
          <pc:sldMk cId="0" sldId="278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8"/>
            <ac:spMk id="28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8"/>
            <ac:spMk id="28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8"/>
            <ac:spMk id="28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30.686" v="346" actId="207"/>
          <ac:spMkLst>
            <pc:docMk/>
            <pc:sldMk cId="0" sldId="278"/>
            <ac:spMk id="288" creationId="{00000000-0000-0000-0000-000000000000}"/>
          </ac:spMkLst>
        </pc:spChg>
        <pc:spChg chg="del">
          <ac:chgData name="NIES HUI WEN" userId="3541b9e0-606d-4c51-a83e-60dbee75d3cd" providerId="ADAL" clId="{B60C84F6-07C3-40F0-9FC1-059F8BFAEA77}" dt="2024-09-30T13:34:31.015" v="292" actId="478"/>
          <ac:spMkLst>
            <pc:docMk/>
            <pc:sldMk cId="0" sldId="278"/>
            <ac:spMk id="28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30.686" v="346" actId="207"/>
          <ac:spMkLst>
            <pc:docMk/>
            <pc:sldMk cId="0" sldId="278"/>
            <ac:spMk id="290" creationId="{00000000-0000-0000-0000-000000000000}"/>
          </ac:spMkLst>
        </pc:spChg>
        <pc:spChg chg="del">
          <ac:chgData name="NIES HUI WEN" userId="3541b9e0-606d-4c51-a83e-60dbee75d3cd" providerId="ADAL" clId="{B60C84F6-07C3-40F0-9FC1-059F8BFAEA77}" dt="2024-09-30T13:34:28.234" v="291" actId="478"/>
          <ac:spMkLst>
            <pc:docMk/>
            <pc:sldMk cId="0" sldId="278"/>
            <ac:spMk id="29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30.686" v="346" actId="207"/>
          <ac:spMkLst>
            <pc:docMk/>
            <pc:sldMk cId="0" sldId="278"/>
            <ac:spMk id="292" creationId="{00000000-0000-0000-0000-000000000000}"/>
          </ac:spMkLst>
        </pc:spChg>
        <pc:spChg chg="del">
          <ac:chgData name="NIES HUI WEN" userId="3541b9e0-606d-4c51-a83e-60dbee75d3cd" providerId="ADAL" clId="{B60C84F6-07C3-40F0-9FC1-059F8BFAEA77}" dt="2024-09-30T13:34:25.103" v="290" actId="478"/>
          <ac:spMkLst>
            <pc:docMk/>
            <pc:sldMk cId="0" sldId="278"/>
            <ac:spMk id="29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30.686" v="346" actId="207"/>
          <ac:spMkLst>
            <pc:docMk/>
            <pc:sldMk cId="0" sldId="278"/>
            <ac:spMk id="294" creationId="{00000000-0000-0000-0000-000000000000}"/>
          </ac:spMkLst>
        </pc:spChg>
        <pc:spChg chg="del">
          <ac:chgData name="NIES HUI WEN" userId="3541b9e0-606d-4c51-a83e-60dbee75d3cd" providerId="ADAL" clId="{B60C84F6-07C3-40F0-9FC1-059F8BFAEA77}" dt="2024-09-30T13:34:21.382" v="289" actId="478"/>
          <ac:spMkLst>
            <pc:docMk/>
            <pc:sldMk cId="0" sldId="278"/>
            <ac:spMk id="29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30.686" v="346" actId="207"/>
          <ac:spMkLst>
            <pc:docMk/>
            <pc:sldMk cId="0" sldId="278"/>
            <ac:spMk id="296" creationId="{00000000-0000-0000-0000-000000000000}"/>
          </ac:spMkLst>
        </pc:spChg>
        <pc:grpChg chg="mod">
          <ac:chgData name="NIES HUI WEN" userId="3541b9e0-606d-4c51-a83e-60dbee75d3cd" providerId="ADAL" clId="{B60C84F6-07C3-40F0-9FC1-059F8BFAEA77}" dt="2024-09-30T13:36:30.686" v="346" actId="207"/>
          <ac:grpSpMkLst>
            <pc:docMk/>
            <pc:sldMk cId="0" sldId="278"/>
            <ac:grpSpMk id="287" creationId="{00000000-0000-0000-0000-000000000000}"/>
          </ac:grpSpMkLst>
        </pc:grpChg>
      </pc:sldChg>
      <pc:sldChg chg="modSp mod">
        <pc:chgData name="NIES HUI WEN" userId="3541b9e0-606d-4c51-a83e-60dbee75d3cd" providerId="ADAL" clId="{B60C84F6-07C3-40F0-9FC1-059F8BFAEA77}" dt="2024-09-30T13:36:40.600" v="348" actId="403"/>
        <pc:sldMkLst>
          <pc:docMk/>
          <pc:sldMk cId="0" sldId="279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9"/>
            <ac:spMk id="30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40.600" v="348" actId="403"/>
          <ac:spMkLst>
            <pc:docMk/>
            <pc:sldMk cId="0" sldId="279"/>
            <ac:spMk id="30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9"/>
            <ac:spMk id="30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79"/>
            <ac:spMk id="304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6:46.889" v="351" actId="20577"/>
        <pc:sldMkLst>
          <pc:docMk/>
          <pc:sldMk cId="0" sldId="280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0"/>
            <ac:spMk id="30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6:46.889" v="351" actId="20577"/>
          <ac:spMkLst>
            <pc:docMk/>
            <pc:sldMk cId="0" sldId="280"/>
            <ac:spMk id="310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0"/>
            <ac:spMk id="31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0"/>
            <ac:spMk id="312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7:40.462" v="361" actId="404"/>
        <pc:sldMkLst>
          <pc:docMk/>
          <pc:sldMk cId="0" sldId="281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1"/>
            <ac:spMk id="31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7:40.462" v="361" actId="404"/>
          <ac:spMkLst>
            <pc:docMk/>
            <pc:sldMk cId="0" sldId="281"/>
            <ac:spMk id="31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1"/>
            <ac:spMk id="31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1"/>
            <ac:spMk id="320" creationId="{00000000-0000-0000-0000-000000000000}"/>
          </ac:spMkLst>
        </pc:spChg>
      </pc:sldChg>
      <pc:sldChg chg="modSp mod">
        <pc:chgData name="NIES HUI WEN" userId="3541b9e0-606d-4c51-a83e-60dbee75d3cd" providerId="ADAL" clId="{B60C84F6-07C3-40F0-9FC1-059F8BFAEA77}" dt="2024-09-30T13:37:53.156" v="364" actId="20577"/>
        <pc:sldMkLst>
          <pc:docMk/>
          <pc:sldMk cId="0" sldId="282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2"/>
            <ac:spMk id="32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37:53.156" v="364" actId="20577"/>
          <ac:spMkLst>
            <pc:docMk/>
            <pc:sldMk cId="0" sldId="282"/>
            <ac:spMk id="326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2"/>
            <ac:spMk id="32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2"/>
            <ac:spMk id="328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83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3"/>
            <ac:spMk id="33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3"/>
            <ac:spMk id="334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3"/>
            <ac:spMk id="335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3"/>
            <ac:spMk id="336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84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4"/>
            <ac:spMk id="34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4"/>
            <ac:spMk id="342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4"/>
            <ac:spMk id="34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4"/>
            <ac:spMk id="344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85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5"/>
            <ac:spMk id="34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5"/>
            <ac:spMk id="351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5"/>
            <ac:spMk id="352" creationId="{00000000-0000-0000-0000-000000000000}"/>
          </ac:spMkLst>
        </pc:spChg>
      </pc:sldChg>
      <pc:sldChg chg="modSp">
        <pc:chgData name="NIES HUI WEN" userId="3541b9e0-606d-4c51-a83e-60dbee75d3cd" providerId="ADAL" clId="{B60C84F6-07C3-40F0-9FC1-059F8BFAEA77}" dt="2024-09-30T06:14:39.627" v="0"/>
        <pc:sldMkLst>
          <pc:docMk/>
          <pc:sldMk cId="0" sldId="286"/>
        </pc:sldMkLst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6"/>
            <ac:spMk id="357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6"/>
            <ac:spMk id="358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6"/>
            <ac:spMk id="359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06:14:39.627" v="0"/>
          <ac:spMkLst>
            <pc:docMk/>
            <pc:sldMk cId="0" sldId="286"/>
            <ac:spMk id="360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9:24.826" v="158"/>
        <pc:sldMkLst>
          <pc:docMk/>
          <pc:sldMk cId="1502775014" sldId="313"/>
        </pc:sldMkLst>
      </pc:sldChg>
      <pc:sldChg chg="modSp add mod">
        <pc:chgData name="NIES HUI WEN" userId="3541b9e0-606d-4c51-a83e-60dbee75d3cd" providerId="ADAL" clId="{B60C84F6-07C3-40F0-9FC1-059F8BFAEA77}" dt="2024-09-30T06:16:22.344" v="38" actId="1036"/>
        <pc:sldMkLst>
          <pc:docMk/>
          <pc:sldMk cId="1793746909" sldId="315"/>
        </pc:sldMkLst>
        <pc:spChg chg="mod">
          <ac:chgData name="NIES HUI WEN" userId="3541b9e0-606d-4c51-a83e-60dbee75d3cd" providerId="ADAL" clId="{B60C84F6-07C3-40F0-9FC1-059F8BFAEA77}" dt="2024-09-30T06:16:22.344" v="38" actId="1036"/>
          <ac:spMkLst>
            <pc:docMk/>
            <pc:sldMk cId="1793746909" sldId="315"/>
            <ac:spMk id="3" creationId="{FC72DD83-1D7D-D9BF-F0F3-053EE3201597}"/>
          </ac:spMkLst>
        </pc:spChg>
        <pc:spChg chg="mod">
          <ac:chgData name="NIES HUI WEN" userId="3541b9e0-606d-4c51-a83e-60dbee75d3cd" providerId="ADAL" clId="{B60C84F6-07C3-40F0-9FC1-059F8BFAEA77}" dt="2024-09-30T06:15:52.067" v="9" actId="20577"/>
          <ac:spMkLst>
            <pc:docMk/>
            <pc:sldMk cId="1793746909" sldId="315"/>
            <ac:spMk id="4" creationId="{8DAD0E23-96B9-5B33-C4F6-4DBCE5F54F96}"/>
          </ac:spMkLst>
        </pc:spChg>
        <pc:picChg chg="mod">
          <ac:chgData name="NIES HUI WEN" userId="3541b9e0-606d-4c51-a83e-60dbee75d3cd" providerId="ADAL" clId="{B60C84F6-07C3-40F0-9FC1-059F8BFAEA77}" dt="2024-09-30T06:16:22.344" v="38" actId="1036"/>
          <ac:picMkLst>
            <pc:docMk/>
            <pc:sldMk cId="1793746909" sldId="315"/>
            <ac:picMk id="2" creationId="{0DAB95FE-9FB6-3175-C6AD-6B6A256E7A5A}"/>
          </ac:picMkLst>
        </pc:picChg>
      </pc:sldChg>
      <pc:sldChg chg="modSp add mod">
        <pc:chgData name="NIES HUI WEN" userId="3541b9e0-606d-4c51-a83e-60dbee75d3cd" providerId="ADAL" clId="{B60C84F6-07C3-40F0-9FC1-059F8BFAEA77}" dt="2024-09-30T06:30:40.543" v="65" actId="207"/>
        <pc:sldMkLst>
          <pc:docMk/>
          <pc:sldMk cId="793206217" sldId="316"/>
        </pc:sldMkLst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8" creationId="{129CC91F-19B3-F05B-1F50-2318EDB6BC5C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9" creationId="{C1F245CD-7264-D27E-FACB-A8B4DD06F1D6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0" creationId="{1DF52BD0-3473-3760-914F-33C34724AB49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1" creationId="{5E0B31D0-EF9E-F5D9-875C-CB1384767C69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2" creationId="{344AC4C7-0CB4-FF63-FCB9-63FEE6F22477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3" creationId="{2F0FB714-3007-23C8-9764-E8C7159E2C4E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4" creationId="{1C8EDED6-5A04-187B-A687-9F2524E0180E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5" creationId="{06D76F8F-9451-9946-9AC6-6A4DC9337D85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6" creationId="{929E73F1-1DD6-8DC9-0B8E-AD1B04B34741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19" creationId="{21CCCF47-DA2B-EE2D-1175-8353E84752A4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22" creationId="{8568B624-1F62-97ED-C328-D9F20C650282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23" creationId="{32C9E1B7-E84D-CFFF-E5B9-40004CBFE476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26" creationId="{770EA452-E984-6F24-0C71-96FD331BF962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27" creationId="{4DB3C0A5-4666-F0C1-FC3F-BAD05E7E35A8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28" creationId="{B251F453-C9ED-7148-FA7B-213C2A2B0E76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30" creationId="{52E08248-E79B-2E05-D3E8-12472C915B91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31" creationId="{9479A75C-6D43-360E-7ADC-66AC01E35117}"/>
          </ac:spMkLst>
        </pc:spChg>
        <pc:spChg chg="mod">
          <ac:chgData name="NIES HUI WEN" userId="3541b9e0-606d-4c51-a83e-60dbee75d3cd" providerId="ADAL" clId="{B60C84F6-07C3-40F0-9FC1-059F8BFAEA77}" dt="2024-09-30T06:30:40.543" v="65" actId="207"/>
          <ac:spMkLst>
            <pc:docMk/>
            <pc:sldMk cId="793206217" sldId="316"/>
            <ac:spMk id="32" creationId="{CA5ACF9B-94E0-C8EA-A24E-D98A00EB4FFB}"/>
          </ac:spMkLst>
        </pc:spChg>
      </pc:sldChg>
      <pc:sldChg chg="delSp modSp add del mod">
        <pc:chgData name="NIES HUI WEN" userId="3541b9e0-606d-4c51-a83e-60dbee75d3cd" providerId="ADAL" clId="{B60C84F6-07C3-40F0-9FC1-059F8BFAEA77}" dt="2024-09-30T06:57:08.741" v="129" actId="47"/>
        <pc:sldMkLst>
          <pc:docMk/>
          <pc:sldMk cId="2530421721" sldId="317"/>
        </pc:sldMkLst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9" creationId="{C1F245CD-7264-D27E-FACB-A8B4DD06F1D6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2" creationId="{344AC4C7-0CB4-FF63-FCB9-63FEE6F22477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3" creationId="{2F0FB714-3007-23C8-9764-E8C7159E2C4E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4" creationId="{1C8EDED6-5A04-187B-A687-9F2524E0180E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5" creationId="{06D76F8F-9451-9946-9AC6-6A4DC9337D85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6" creationId="{929E73F1-1DD6-8DC9-0B8E-AD1B04B34741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19" creationId="{21CCCF47-DA2B-EE2D-1175-8353E84752A4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22" creationId="{8568B624-1F62-97ED-C328-D9F20C650282}"/>
          </ac:spMkLst>
        </pc:spChg>
        <pc:spChg chg="mod">
          <ac:chgData name="NIES HUI WEN" userId="3541b9e0-606d-4c51-a83e-60dbee75d3cd" providerId="ADAL" clId="{B60C84F6-07C3-40F0-9FC1-059F8BFAEA77}" dt="2024-09-30T06:31:48.518" v="77" actId="20577"/>
          <ac:spMkLst>
            <pc:docMk/>
            <pc:sldMk cId="2530421721" sldId="317"/>
            <ac:spMk id="23" creationId="{32C9E1B7-E84D-CFFF-E5B9-40004CBFE476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26" creationId="{770EA452-E984-6F24-0C71-96FD331BF962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27" creationId="{4DB3C0A5-4666-F0C1-FC3F-BAD05E7E35A8}"/>
          </ac:spMkLst>
        </pc:spChg>
        <pc:spChg chg="mod">
          <ac:chgData name="NIES HUI WEN" userId="3541b9e0-606d-4c51-a83e-60dbee75d3cd" providerId="ADAL" clId="{B60C84F6-07C3-40F0-9FC1-059F8BFAEA77}" dt="2024-09-30T06:31:51.415" v="79" actId="20577"/>
          <ac:spMkLst>
            <pc:docMk/>
            <pc:sldMk cId="2530421721" sldId="317"/>
            <ac:spMk id="28" creationId="{B251F453-C9ED-7148-FA7B-213C2A2B0E76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30" creationId="{52E08248-E79B-2E05-D3E8-12472C915B91}"/>
          </ac:spMkLst>
        </pc:spChg>
        <pc:spChg chg="mod">
          <ac:chgData name="NIES HUI WEN" userId="3541b9e0-606d-4c51-a83e-60dbee75d3cd" providerId="ADAL" clId="{B60C84F6-07C3-40F0-9FC1-059F8BFAEA77}" dt="2024-09-30T06:31:41.285" v="75" actId="207"/>
          <ac:spMkLst>
            <pc:docMk/>
            <pc:sldMk cId="2530421721" sldId="317"/>
            <ac:spMk id="31" creationId="{9479A75C-6D43-360E-7ADC-66AC01E35117}"/>
          </ac:spMkLst>
        </pc:spChg>
        <pc:spChg chg="mod">
          <ac:chgData name="NIES HUI WEN" userId="3541b9e0-606d-4c51-a83e-60dbee75d3cd" providerId="ADAL" clId="{B60C84F6-07C3-40F0-9FC1-059F8BFAEA77}" dt="2024-09-30T06:31:54.448" v="81" actId="20577"/>
          <ac:spMkLst>
            <pc:docMk/>
            <pc:sldMk cId="2530421721" sldId="317"/>
            <ac:spMk id="32" creationId="{CA5ACF9B-94E0-C8EA-A24E-D98A00EB4FFB}"/>
          </ac:spMkLst>
        </pc:spChg>
        <pc:grpChg chg="del">
          <ac:chgData name="NIES HUI WEN" userId="3541b9e0-606d-4c51-a83e-60dbee75d3cd" providerId="ADAL" clId="{B60C84F6-07C3-40F0-9FC1-059F8BFAEA77}" dt="2024-09-30T06:31:07.460" v="71" actId="478"/>
          <ac:grpSpMkLst>
            <pc:docMk/>
            <pc:sldMk cId="2530421721" sldId="317"/>
            <ac:grpSpMk id="5" creationId="{764EF2D2-05BD-1BBC-F751-0AFDF8D4683E}"/>
          </ac:grpSpMkLst>
        </pc:grpChg>
      </pc:sldChg>
      <pc:sldChg chg="addSp delSp modSp add mod">
        <pc:chgData name="NIES HUI WEN" userId="3541b9e0-606d-4c51-a83e-60dbee75d3cd" providerId="ADAL" clId="{B60C84F6-07C3-40F0-9FC1-059F8BFAEA77}" dt="2024-09-30T06:58:37.659" v="155"/>
        <pc:sldMkLst>
          <pc:docMk/>
          <pc:sldMk cId="2699332576" sldId="318"/>
        </pc:sldMkLst>
        <pc:spChg chg="mod">
          <ac:chgData name="NIES HUI WEN" userId="3541b9e0-606d-4c51-a83e-60dbee75d3cd" providerId="ADAL" clId="{B60C84F6-07C3-40F0-9FC1-059F8BFAEA77}" dt="2024-09-30T06:52:45.986" v="96" actId="403"/>
          <ac:spMkLst>
            <pc:docMk/>
            <pc:sldMk cId="2699332576" sldId="318"/>
            <ac:spMk id="10" creationId="{E03A9152-69B0-736A-2CFE-04A297940E6A}"/>
          </ac:spMkLst>
        </pc:spChg>
        <pc:spChg chg="mod">
          <ac:chgData name="NIES HUI WEN" userId="3541b9e0-606d-4c51-a83e-60dbee75d3cd" providerId="ADAL" clId="{B60C84F6-07C3-40F0-9FC1-059F8BFAEA77}" dt="2024-09-30T06:58:37.659" v="155"/>
          <ac:spMkLst>
            <pc:docMk/>
            <pc:sldMk cId="2699332576" sldId="318"/>
            <ac:spMk id="13" creationId="{D55E88C0-D76E-F535-1AE3-70FDB4D296D0}"/>
          </ac:spMkLst>
        </pc:spChg>
        <pc:spChg chg="mod">
          <ac:chgData name="NIES HUI WEN" userId="3541b9e0-606d-4c51-a83e-60dbee75d3cd" providerId="ADAL" clId="{B60C84F6-07C3-40F0-9FC1-059F8BFAEA77}" dt="2024-09-30T06:58:37.659" v="155"/>
          <ac:spMkLst>
            <pc:docMk/>
            <pc:sldMk cId="2699332576" sldId="318"/>
            <ac:spMk id="14" creationId="{39CDFCA1-86A0-8D20-F0F9-2983DFDB5E00}"/>
          </ac:spMkLst>
        </pc:spChg>
        <pc:spChg chg="mod">
          <ac:chgData name="NIES HUI WEN" userId="3541b9e0-606d-4c51-a83e-60dbee75d3cd" providerId="ADAL" clId="{B60C84F6-07C3-40F0-9FC1-059F8BFAEA77}" dt="2024-09-30T06:53:26.770" v="98" actId="207"/>
          <ac:spMkLst>
            <pc:docMk/>
            <pc:sldMk cId="2699332576" sldId="318"/>
            <ac:spMk id="29" creationId="{B6E4D0E0-0363-7D00-9476-926580CC8B81}"/>
          </ac:spMkLst>
        </pc:spChg>
        <pc:spChg chg="mod">
          <ac:chgData name="NIES HUI WEN" userId="3541b9e0-606d-4c51-a83e-60dbee75d3cd" providerId="ADAL" clId="{B60C84F6-07C3-40F0-9FC1-059F8BFAEA77}" dt="2024-09-30T06:53:26.770" v="98" actId="207"/>
          <ac:spMkLst>
            <pc:docMk/>
            <pc:sldMk cId="2699332576" sldId="318"/>
            <ac:spMk id="30" creationId="{1533923C-0FE2-D0D7-D3D2-546A2398E56F}"/>
          </ac:spMkLst>
        </pc:spChg>
        <pc:spChg chg="del">
          <ac:chgData name="NIES HUI WEN" userId="3541b9e0-606d-4c51-a83e-60dbee75d3cd" providerId="ADAL" clId="{B60C84F6-07C3-40F0-9FC1-059F8BFAEA77}" dt="2024-09-30T06:32:28.827" v="84" actId="478"/>
          <ac:spMkLst>
            <pc:docMk/>
            <pc:sldMk cId="2699332576" sldId="318"/>
            <ac:spMk id="33" creationId="{9E4484E9-F589-F0D0-E711-BD1AD2477BB3}"/>
          </ac:spMkLst>
        </pc:spChg>
        <pc:spChg chg="del">
          <ac:chgData name="NIES HUI WEN" userId="3541b9e0-606d-4c51-a83e-60dbee75d3cd" providerId="ADAL" clId="{B60C84F6-07C3-40F0-9FC1-059F8BFAEA77}" dt="2024-09-30T06:32:28.827" v="84" actId="478"/>
          <ac:spMkLst>
            <pc:docMk/>
            <pc:sldMk cId="2699332576" sldId="318"/>
            <ac:spMk id="34" creationId="{F08DE2FE-EE81-76C5-D3F5-E4AFA05286F0}"/>
          </ac:spMkLst>
        </pc:spChg>
        <pc:grpChg chg="del">
          <ac:chgData name="NIES HUI WEN" userId="3541b9e0-606d-4c51-a83e-60dbee75d3cd" providerId="ADAL" clId="{B60C84F6-07C3-40F0-9FC1-059F8BFAEA77}" dt="2024-09-30T06:32:28.827" v="84" actId="478"/>
          <ac:grpSpMkLst>
            <pc:docMk/>
            <pc:sldMk cId="2699332576" sldId="318"/>
            <ac:grpSpMk id="2" creationId="{E31933D3-F573-B1DE-109A-841063E04740}"/>
          </ac:grpSpMkLst>
        </pc:grpChg>
        <pc:grpChg chg="del">
          <ac:chgData name="NIES HUI WEN" userId="3541b9e0-606d-4c51-a83e-60dbee75d3cd" providerId="ADAL" clId="{B60C84F6-07C3-40F0-9FC1-059F8BFAEA77}" dt="2024-09-30T06:32:28.827" v="84" actId="478"/>
          <ac:grpSpMkLst>
            <pc:docMk/>
            <pc:sldMk cId="2699332576" sldId="318"/>
            <ac:grpSpMk id="6" creationId="{7DA178B5-9907-BB89-7B61-67BB8D645FB2}"/>
          </ac:grpSpMkLst>
        </pc:grpChg>
        <pc:grpChg chg="add mod">
          <ac:chgData name="NIES HUI WEN" userId="3541b9e0-606d-4c51-a83e-60dbee75d3cd" providerId="ADAL" clId="{B60C84F6-07C3-40F0-9FC1-059F8BFAEA77}" dt="2024-09-30T06:58:37.659" v="155"/>
          <ac:grpSpMkLst>
            <pc:docMk/>
            <pc:sldMk cId="2699332576" sldId="318"/>
            <ac:grpSpMk id="12" creationId="{34F77F39-E76D-BC5A-65D7-E332EC066CAE}"/>
          </ac:grpSpMkLst>
        </pc:grpChg>
        <pc:grpChg chg="del">
          <ac:chgData name="NIES HUI WEN" userId="3541b9e0-606d-4c51-a83e-60dbee75d3cd" providerId="ADAL" clId="{B60C84F6-07C3-40F0-9FC1-059F8BFAEA77}" dt="2024-09-30T06:32:28.827" v="84" actId="478"/>
          <ac:grpSpMkLst>
            <pc:docMk/>
            <pc:sldMk cId="2699332576" sldId="318"/>
            <ac:grpSpMk id="36" creationId="{E9613243-C4DA-5CC5-7318-211CCB5D3BA1}"/>
          </ac:grpSpMkLst>
        </pc:grpChg>
      </pc:sldChg>
      <pc:sldChg chg="addSp modSp add mod">
        <pc:chgData name="NIES HUI WEN" userId="3541b9e0-606d-4c51-a83e-60dbee75d3cd" providerId="ADAL" clId="{B60C84F6-07C3-40F0-9FC1-059F8BFAEA77}" dt="2024-09-30T13:39:26.682" v="366" actId="1076"/>
        <pc:sldMkLst>
          <pc:docMk/>
          <pc:sldMk cId="486938554" sldId="319"/>
        </pc:sldMkLst>
        <pc:spChg chg="mod">
          <ac:chgData name="NIES HUI WEN" userId="3541b9e0-606d-4c51-a83e-60dbee75d3cd" providerId="ADAL" clId="{B60C84F6-07C3-40F0-9FC1-059F8BFAEA77}" dt="2024-09-30T06:58:29.286" v="154" actId="207"/>
          <ac:spMkLst>
            <pc:docMk/>
            <pc:sldMk cId="486938554" sldId="319"/>
            <ac:spMk id="3" creationId="{CC65F1C1-5D31-EC9C-131D-369484E1B01E}"/>
          </ac:spMkLst>
        </pc:spChg>
        <pc:spChg chg="mod">
          <ac:chgData name="NIES HUI WEN" userId="3541b9e0-606d-4c51-a83e-60dbee75d3cd" providerId="ADAL" clId="{B60C84F6-07C3-40F0-9FC1-059F8BFAEA77}" dt="2024-09-30T06:58:29.286" v="154" actId="207"/>
          <ac:spMkLst>
            <pc:docMk/>
            <pc:sldMk cId="486938554" sldId="319"/>
            <ac:spMk id="5" creationId="{C1203D26-2B9F-581B-B5C5-17689041BAA7}"/>
          </ac:spMkLst>
        </pc:spChg>
        <pc:spChg chg="mod">
          <ac:chgData name="NIES HUI WEN" userId="3541b9e0-606d-4c51-a83e-60dbee75d3cd" providerId="ADAL" clId="{B60C84F6-07C3-40F0-9FC1-059F8BFAEA77}" dt="2024-09-30T06:53:36.683" v="99" actId="207"/>
          <ac:spMkLst>
            <pc:docMk/>
            <pc:sldMk cId="486938554" sldId="319"/>
            <ac:spMk id="8" creationId="{C25BDAC7-AF3F-67DF-4F18-78B7C660723C}"/>
          </ac:spMkLst>
        </pc:spChg>
        <pc:spChg chg="mod">
          <ac:chgData name="NIES HUI WEN" userId="3541b9e0-606d-4c51-a83e-60dbee75d3cd" providerId="ADAL" clId="{B60C84F6-07C3-40F0-9FC1-059F8BFAEA77}" dt="2024-09-30T06:53:36.683" v="99" actId="207"/>
          <ac:spMkLst>
            <pc:docMk/>
            <pc:sldMk cId="486938554" sldId="319"/>
            <ac:spMk id="10" creationId="{E03A9152-69B0-736A-2CFE-04A297940E6A}"/>
          </ac:spMkLst>
        </pc:spChg>
        <pc:grpChg chg="add mod">
          <ac:chgData name="NIES HUI WEN" userId="3541b9e0-606d-4c51-a83e-60dbee75d3cd" providerId="ADAL" clId="{B60C84F6-07C3-40F0-9FC1-059F8BFAEA77}" dt="2024-09-30T06:58:27.301" v="153"/>
          <ac:grpSpMkLst>
            <pc:docMk/>
            <pc:sldMk cId="486938554" sldId="319"/>
            <ac:grpSpMk id="2" creationId="{ADBA7327-CBAB-D8F2-A726-70D359CF2D27}"/>
          </ac:grpSpMkLst>
        </pc:grpChg>
        <pc:picChg chg="add mod">
          <ac:chgData name="NIES HUI WEN" userId="3541b9e0-606d-4c51-a83e-60dbee75d3cd" providerId="ADAL" clId="{B60C84F6-07C3-40F0-9FC1-059F8BFAEA77}" dt="2024-09-30T13:25:51.573" v="244" actId="1076"/>
          <ac:picMkLst>
            <pc:docMk/>
            <pc:sldMk cId="486938554" sldId="319"/>
            <ac:picMk id="7" creationId="{8B6C1298-58F0-89A2-0FF1-F448665208F7}"/>
          </ac:picMkLst>
        </pc:picChg>
        <pc:picChg chg="add mod">
          <ac:chgData name="NIES HUI WEN" userId="3541b9e0-606d-4c51-a83e-60dbee75d3cd" providerId="ADAL" clId="{B60C84F6-07C3-40F0-9FC1-059F8BFAEA77}" dt="2024-09-30T13:26:21.805" v="247" actId="14100"/>
          <ac:picMkLst>
            <pc:docMk/>
            <pc:sldMk cId="486938554" sldId="319"/>
            <ac:picMk id="12" creationId="{9861E2FB-6262-F9F6-62D5-9F754C80A285}"/>
          </ac:picMkLst>
        </pc:picChg>
        <pc:picChg chg="add mod">
          <ac:chgData name="NIES HUI WEN" userId="3541b9e0-606d-4c51-a83e-60dbee75d3cd" providerId="ADAL" clId="{B60C84F6-07C3-40F0-9FC1-059F8BFAEA77}" dt="2024-09-30T13:39:26.682" v="366" actId="1076"/>
          <ac:picMkLst>
            <pc:docMk/>
            <pc:sldMk cId="486938554" sldId="319"/>
            <ac:picMk id="14" creationId="{72056741-F173-647C-D5CF-9F391345736A}"/>
          </ac:picMkLst>
        </pc:picChg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0"/>
        </pc:sldMkLst>
      </pc:sldChg>
      <pc:sldChg chg="delSp modSp add mod">
        <pc:chgData name="NIES HUI WEN" userId="3541b9e0-606d-4c51-a83e-60dbee75d3cd" providerId="ADAL" clId="{B60C84F6-07C3-40F0-9FC1-059F8BFAEA77}" dt="2024-09-30T13:39:39.913" v="368" actId="478"/>
        <pc:sldMkLst>
          <pc:docMk/>
          <pc:sldMk cId="0" sldId="321"/>
        </pc:sldMkLst>
        <pc:spChg chg="del mod">
          <ac:chgData name="NIES HUI WEN" userId="3541b9e0-606d-4c51-a83e-60dbee75d3cd" providerId="ADAL" clId="{B60C84F6-07C3-40F0-9FC1-059F8BFAEA77}" dt="2024-09-30T13:39:39.913" v="368" actId="478"/>
          <ac:spMkLst>
            <pc:docMk/>
            <pc:sldMk cId="0" sldId="321"/>
            <ac:spMk id="144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2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3"/>
        </pc:sldMkLst>
      </pc:sldChg>
      <pc:sldChg chg="delSp add mod">
        <pc:chgData name="NIES HUI WEN" userId="3541b9e0-606d-4c51-a83e-60dbee75d3cd" providerId="ADAL" clId="{B60C84F6-07C3-40F0-9FC1-059F8BFAEA77}" dt="2024-09-30T13:26:47.188" v="249" actId="478"/>
        <pc:sldMkLst>
          <pc:docMk/>
          <pc:sldMk cId="0" sldId="324"/>
        </pc:sldMkLst>
        <pc:spChg chg="del">
          <ac:chgData name="NIES HUI WEN" userId="3541b9e0-606d-4c51-a83e-60dbee75d3cd" providerId="ADAL" clId="{B60C84F6-07C3-40F0-9FC1-059F8BFAEA77}" dt="2024-09-30T13:26:47.188" v="249" actId="478"/>
          <ac:spMkLst>
            <pc:docMk/>
            <pc:sldMk cId="0" sldId="324"/>
            <ac:spMk id="169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5"/>
        </pc:sldMkLst>
      </pc:sldChg>
      <pc:sldChg chg="delSp add mod">
        <pc:chgData name="NIES HUI WEN" userId="3541b9e0-606d-4c51-a83e-60dbee75d3cd" providerId="ADAL" clId="{B60C84F6-07C3-40F0-9FC1-059F8BFAEA77}" dt="2024-09-30T13:39:46.693" v="369" actId="478"/>
        <pc:sldMkLst>
          <pc:docMk/>
          <pc:sldMk cId="0" sldId="326"/>
        </pc:sldMkLst>
        <pc:spChg chg="del">
          <ac:chgData name="NIES HUI WEN" userId="3541b9e0-606d-4c51-a83e-60dbee75d3cd" providerId="ADAL" clId="{B60C84F6-07C3-40F0-9FC1-059F8BFAEA77}" dt="2024-09-30T13:39:46.693" v="369" actId="478"/>
          <ac:spMkLst>
            <pc:docMk/>
            <pc:sldMk cId="0" sldId="326"/>
            <ac:spMk id="186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7"/>
        </pc:sldMkLst>
      </pc:sldChg>
      <pc:sldChg chg="add del">
        <pc:chgData name="NIES HUI WEN" userId="3541b9e0-606d-4c51-a83e-60dbee75d3cd" providerId="ADAL" clId="{B60C84F6-07C3-40F0-9FC1-059F8BFAEA77}" dt="2024-09-30T13:26:35.684" v="248" actId="47"/>
        <pc:sldMkLst>
          <pc:docMk/>
          <pc:sldMk cId="0" sldId="328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29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0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1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2"/>
        </pc:sldMkLst>
      </pc:sldChg>
      <pc:sldChg chg="delSp add mod">
        <pc:chgData name="NIES HUI WEN" userId="3541b9e0-606d-4c51-a83e-60dbee75d3cd" providerId="ADAL" clId="{B60C84F6-07C3-40F0-9FC1-059F8BFAEA77}" dt="2024-09-30T13:39:54.031" v="370" actId="478"/>
        <pc:sldMkLst>
          <pc:docMk/>
          <pc:sldMk cId="0" sldId="333"/>
        </pc:sldMkLst>
        <pc:spChg chg="del">
          <ac:chgData name="NIES HUI WEN" userId="3541b9e0-606d-4c51-a83e-60dbee75d3cd" providerId="ADAL" clId="{B60C84F6-07C3-40F0-9FC1-059F8BFAEA77}" dt="2024-09-30T13:39:54.031" v="370" actId="478"/>
          <ac:spMkLst>
            <pc:docMk/>
            <pc:sldMk cId="0" sldId="333"/>
            <ac:spMk id="245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4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5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6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7"/>
        </pc:sldMkLst>
      </pc:sldChg>
      <pc:sldChg chg="add">
        <pc:chgData name="NIES HUI WEN" userId="3541b9e0-606d-4c51-a83e-60dbee75d3cd" providerId="ADAL" clId="{B60C84F6-07C3-40F0-9FC1-059F8BFAEA77}" dt="2024-09-30T06:53:54.502" v="100"/>
        <pc:sldMkLst>
          <pc:docMk/>
          <pc:sldMk cId="0" sldId="338"/>
        </pc:sldMkLst>
      </pc:sldChg>
      <pc:sldChg chg="addSp modSp add mod">
        <pc:chgData name="NIES HUI WEN" userId="3541b9e0-606d-4c51-a83e-60dbee75d3cd" providerId="ADAL" clId="{B60C84F6-07C3-40F0-9FC1-059F8BFAEA77}" dt="2024-09-30T06:56:57.951" v="128"/>
        <pc:sldMkLst>
          <pc:docMk/>
          <pc:sldMk cId="2645783489" sldId="339"/>
        </pc:sldMkLst>
        <pc:spChg chg="add mod">
          <ac:chgData name="NIES HUI WEN" userId="3541b9e0-606d-4c51-a83e-60dbee75d3cd" providerId="ADAL" clId="{B60C84F6-07C3-40F0-9FC1-059F8BFAEA77}" dt="2024-09-30T06:56:14.580" v="113" actId="20577"/>
          <ac:spMkLst>
            <pc:docMk/>
            <pc:sldMk cId="2645783489" sldId="339"/>
            <ac:spMk id="3" creationId="{954822D7-F7E7-1937-E37E-D4B4C04D6BE7}"/>
          </ac:spMkLst>
        </pc:spChg>
        <pc:spChg chg="add mod">
          <ac:chgData name="NIES HUI WEN" userId="3541b9e0-606d-4c51-a83e-60dbee75d3cd" providerId="ADAL" clId="{B60C84F6-07C3-40F0-9FC1-059F8BFAEA77}" dt="2024-09-30T06:56:30.016" v="121" actId="20577"/>
          <ac:spMkLst>
            <pc:docMk/>
            <pc:sldMk cId="2645783489" sldId="339"/>
            <ac:spMk id="5" creationId="{6A2C2128-1BCB-8D91-2839-B0A963B1B616}"/>
          </ac:spMkLst>
        </pc:spChg>
        <pc:spChg chg="add mod">
          <ac:chgData name="NIES HUI WEN" userId="3541b9e0-606d-4c51-a83e-60dbee75d3cd" providerId="ADAL" clId="{B60C84F6-07C3-40F0-9FC1-059F8BFAEA77}" dt="2024-09-30T06:56:43.737" v="127" actId="20577"/>
          <ac:spMkLst>
            <pc:docMk/>
            <pc:sldMk cId="2645783489" sldId="339"/>
            <ac:spMk id="8" creationId="{150C071C-B143-263E-5FDB-277B9DD2CFF8}"/>
          </ac:spMkLst>
        </pc:spChg>
        <pc:spChg chg="mod">
          <ac:chgData name="NIES HUI WEN" userId="3541b9e0-606d-4c51-a83e-60dbee75d3cd" providerId="ADAL" clId="{B60C84F6-07C3-40F0-9FC1-059F8BFAEA77}" dt="2024-09-30T06:56:22.652" v="118" actId="1076"/>
          <ac:spMkLst>
            <pc:docMk/>
            <pc:sldMk cId="2645783489" sldId="339"/>
            <ac:spMk id="12" creationId="{344AC4C7-0CB4-FF63-FCB9-63FEE6F22477}"/>
          </ac:spMkLst>
        </pc:spChg>
        <pc:spChg chg="mod">
          <ac:chgData name="NIES HUI WEN" userId="3541b9e0-606d-4c51-a83e-60dbee75d3cd" providerId="ADAL" clId="{B60C84F6-07C3-40F0-9FC1-059F8BFAEA77}" dt="2024-09-30T06:55:28.623" v="106"/>
          <ac:spMkLst>
            <pc:docMk/>
            <pc:sldMk cId="2645783489" sldId="339"/>
            <ac:spMk id="15" creationId="{06D76F8F-9451-9946-9AC6-6A4DC9337D85}"/>
          </ac:spMkLst>
        </pc:spChg>
        <pc:spChg chg="mod">
          <ac:chgData name="NIES HUI WEN" userId="3541b9e0-606d-4c51-a83e-60dbee75d3cd" providerId="ADAL" clId="{B60C84F6-07C3-40F0-9FC1-059F8BFAEA77}" dt="2024-09-30T06:55:55.939" v="108" actId="20577"/>
          <ac:spMkLst>
            <pc:docMk/>
            <pc:sldMk cId="2645783489" sldId="339"/>
            <ac:spMk id="23" creationId="{32C9E1B7-E84D-CFFF-E5B9-40004CBFE476}"/>
          </ac:spMkLst>
        </pc:spChg>
        <pc:spChg chg="mod">
          <ac:chgData name="NIES HUI WEN" userId="3541b9e0-606d-4c51-a83e-60dbee75d3cd" providerId="ADAL" clId="{B60C84F6-07C3-40F0-9FC1-059F8BFAEA77}" dt="2024-09-30T06:56:00.214" v="109"/>
          <ac:spMkLst>
            <pc:docMk/>
            <pc:sldMk cId="2645783489" sldId="339"/>
            <ac:spMk id="28" creationId="{B251F453-C9ED-7148-FA7B-213C2A2B0E76}"/>
          </ac:spMkLst>
        </pc:spChg>
        <pc:spChg chg="mod">
          <ac:chgData name="NIES HUI WEN" userId="3541b9e0-606d-4c51-a83e-60dbee75d3cd" providerId="ADAL" clId="{B60C84F6-07C3-40F0-9FC1-059F8BFAEA77}" dt="2024-09-30T06:56:57.951" v="128"/>
          <ac:spMkLst>
            <pc:docMk/>
            <pc:sldMk cId="2645783489" sldId="339"/>
            <ac:spMk id="32" creationId="{CA5ACF9B-94E0-C8EA-A24E-D98A00EB4FFB}"/>
          </ac:spMkLst>
        </pc:spChg>
        <pc:grpChg chg="mod">
          <ac:chgData name="NIES HUI WEN" userId="3541b9e0-606d-4c51-a83e-60dbee75d3cd" providerId="ADAL" clId="{B60C84F6-07C3-40F0-9FC1-059F8BFAEA77}" dt="2024-09-30T06:56:37.196" v="124" actId="1076"/>
          <ac:grpSpMkLst>
            <pc:docMk/>
            <pc:sldMk cId="2645783489" sldId="339"/>
            <ac:grpSpMk id="18" creationId="{82FB3996-836C-433B-849F-07DE0EB4D6C8}"/>
          </ac:grpSpMkLst>
        </pc:grpChg>
      </pc:sldChg>
      <pc:sldChg chg="addSp modSp add mod">
        <pc:chgData name="NIES HUI WEN" userId="3541b9e0-606d-4c51-a83e-60dbee75d3cd" providerId="ADAL" clId="{B60C84F6-07C3-40F0-9FC1-059F8BFAEA77}" dt="2024-09-30T13:42:09.211" v="377" actId="1076"/>
        <pc:sldMkLst>
          <pc:docMk/>
          <pc:sldMk cId="2229419448" sldId="340"/>
        </pc:sldMkLst>
        <pc:spChg chg="mod">
          <ac:chgData name="NIES HUI WEN" userId="3541b9e0-606d-4c51-a83e-60dbee75d3cd" providerId="ADAL" clId="{B60C84F6-07C3-40F0-9FC1-059F8BFAEA77}" dt="2024-09-30T06:58:13.976" v="152" actId="20577"/>
          <ac:spMkLst>
            <pc:docMk/>
            <pc:sldMk cId="2229419448" sldId="340"/>
            <ac:spMk id="3" creationId="{DF2525C9-D602-58EC-35D7-92F5305127D5}"/>
          </ac:spMkLst>
        </pc:spChg>
        <pc:spChg chg="mod">
          <ac:chgData name="NIES HUI WEN" userId="3541b9e0-606d-4c51-a83e-60dbee75d3cd" providerId="ADAL" clId="{B60C84F6-07C3-40F0-9FC1-059F8BFAEA77}" dt="2024-09-30T06:58:05.233" v="133" actId="20577"/>
          <ac:spMkLst>
            <pc:docMk/>
            <pc:sldMk cId="2229419448" sldId="340"/>
            <ac:spMk id="5" creationId="{64AFDF72-7716-1B0F-937B-D5ED0014D8EA}"/>
          </ac:spMkLst>
        </pc:spChg>
        <pc:spChg chg="mod">
          <ac:chgData name="NIES HUI WEN" userId="3541b9e0-606d-4c51-a83e-60dbee75d3cd" providerId="ADAL" clId="{B60C84F6-07C3-40F0-9FC1-059F8BFAEA77}" dt="2024-09-30T06:58:45.066" v="156" actId="207"/>
          <ac:spMkLst>
            <pc:docMk/>
            <pc:sldMk cId="2229419448" sldId="340"/>
            <ac:spMk id="29" creationId="{B6E4D0E0-0363-7D00-9476-926580CC8B81}"/>
          </ac:spMkLst>
        </pc:spChg>
        <pc:spChg chg="mod">
          <ac:chgData name="NIES HUI WEN" userId="3541b9e0-606d-4c51-a83e-60dbee75d3cd" providerId="ADAL" clId="{B60C84F6-07C3-40F0-9FC1-059F8BFAEA77}" dt="2024-09-30T06:58:45.066" v="156" actId="207"/>
          <ac:spMkLst>
            <pc:docMk/>
            <pc:sldMk cId="2229419448" sldId="340"/>
            <ac:spMk id="30" creationId="{1533923C-0FE2-D0D7-D3D2-546A2398E56F}"/>
          </ac:spMkLst>
        </pc:spChg>
        <pc:grpChg chg="add mod">
          <ac:chgData name="NIES HUI WEN" userId="3541b9e0-606d-4c51-a83e-60dbee75d3cd" providerId="ADAL" clId="{B60C84F6-07C3-40F0-9FC1-059F8BFAEA77}" dt="2024-09-30T06:58:02.980" v="132" actId="1076"/>
          <ac:grpSpMkLst>
            <pc:docMk/>
            <pc:sldMk cId="2229419448" sldId="340"/>
            <ac:grpSpMk id="2" creationId="{B30A9955-E745-7418-D65E-FBF87773908D}"/>
          </ac:grpSpMkLst>
        </pc:grpChg>
        <pc:picChg chg="add mod">
          <ac:chgData name="NIES HUI WEN" userId="3541b9e0-606d-4c51-a83e-60dbee75d3cd" providerId="ADAL" clId="{B60C84F6-07C3-40F0-9FC1-059F8BFAEA77}" dt="2024-09-30T13:42:07.758" v="376" actId="1076"/>
          <ac:picMkLst>
            <pc:docMk/>
            <pc:sldMk cId="2229419448" sldId="340"/>
            <ac:picMk id="7" creationId="{2C57639D-A96A-004F-B083-34DC34D9D65E}"/>
          </ac:picMkLst>
        </pc:picChg>
        <pc:picChg chg="add mod">
          <ac:chgData name="NIES HUI WEN" userId="3541b9e0-606d-4c51-a83e-60dbee75d3cd" providerId="ADAL" clId="{B60C84F6-07C3-40F0-9FC1-059F8BFAEA77}" dt="2024-09-30T13:42:09.211" v="377" actId="1076"/>
          <ac:picMkLst>
            <pc:docMk/>
            <pc:sldMk cId="2229419448" sldId="340"/>
            <ac:picMk id="12" creationId="{E1FE4CE5-D999-D56E-560C-D2D58DC52396}"/>
          </ac:picMkLst>
        </pc:picChg>
      </pc:sldChg>
      <pc:sldChg chg="delSp modSp add mod">
        <pc:chgData name="NIES HUI WEN" userId="3541b9e0-606d-4c51-a83e-60dbee75d3cd" providerId="ADAL" clId="{B60C84F6-07C3-40F0-9FC1-059F8BFAEA77}" dt="2024-09-30T13:40:29.216" v="372" actId="403"/>
        <pc:sldMkLst>
          <pc:docMk/>
          <pc:sldMk cId="0" sldId="341"/>
        </pc:sldMkLst>
        <pc:spChg chg="del">
          <ac:chgData name="NIES HUI WEN" userId="3541b9e0-606d-4c51-a83e-60dbee75d3cd" providerId="ADAL" clId="{B60C84F6-07C3-40F0-9FC1-059F8BFAEA77}" dt="2024-09-30T13:40:25.763" v="371" actId="478"/>
          <ac:spMkLst>
            <pc:docMk/>
            <pc:sldMk cId="0" sldId="341"/>
            <ac:spMk id="103" creationId="{00000000-0000-0000-0000-000000000000}"/>
          </ac:spMkLst>
        </pc:spChg>
        <pc:spChg chg="mod">
          <ac:chgData name="NIES HUI WEN" userId="3541b9e0-606d-4c51-a83e-60dbee75d3cd" providerId="ADAL" clId="{B60C84F6-07C3-40F0-9FC1-059F8BFAEA77}" dt="2024-09-30T13:40:29.216" v="372" actId="403"/>
          <ac:spMkLst>
            <pc:docMk/>
            <pc:sldMk cId="0" sldId="341"/>
            <ac:spMk id="105" creationId="{00000000-0000-0000-0000-000000000000}"/>
          </ac:spMkLst>
        </pc:spChg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2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3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4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5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6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7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8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49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0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1"/>
        </pc:sldMkLst>
      </pc:sldChg>
      <pc:sldChg chg="addSp delSp modSp add del mod">
        <pc:chgData name="NIES HUI WEN" userId="3541b9e0-606d-4c51-a83e-60dbee75d3cd" providerId="ADAL" clId="{B60C84F6-07C3-40F0-9FC1-059F8BFAEA77}" dt="2024-09-30T13:46:27.356" v="383" actId="47"/>
        <pc:sldMkLst>
          <pc:docMk/>
          <pc:sldMk cId="0" sldId="352"/>
        </pc:sldMkLst>
        <pc:spChg chg="add del mod">
          <ac:chgData name="NIES HUI WEN" userId="3541b9e0-606d-4c51-a83e-60dbee75d3cd" providerId="ADAL" clId="{B60C84F6-07C3-40F0-9FC1-059F8BFAEA77}" dt="2024-09-30T13:42:31.159" v="379" actId="478"/>
          <ac:spMkLst>
            <pc:docMk/>
            <pc:sldMk cId="0" sldId="352"/>
            <ac:spMk id="3" creationId="{F5899811-898A-9A37-A68E-77D7F4C8A346}"/>
          </ac:spMkLst>
        </pc:spChg>
        <pc:spChg chg="del">
          <ac:chgData name="NIES HUI WEN" userId="3541b9e0-606d-4c51-a83e-60dbee75d3cd" providerId="ADAL" clId="{B60C84F6-07C3-40F0-9FC1-059F8BFAEA77}" dt="2024-09-30T13:42:29.722" v="378" actId="478"/>
          <ac:spMkLst>
            <pc:docMk/>
            <pc:sldMk cId="0" sldId="352"/>
            <ac:spMk id="231" creationId="{00000000-0000-0000-0000-000000000000}"/>
          </ac:spMkLst>
        </pc:spChg>
        <pc:picChg chg="add mod">
          <ac:chgData name="NIES HUI WEN" userId="3541b9e0-606d-4c51-a83e-60dbee75d3cd" providerId="ADAL" clId="{B60C84F6-07C3-40F0-9FC1-059F8BFAEA77}" dt="2024-09-30T13:46:17.186" v="382" actId="1076"/>
          <ac:picMkLst>
            <pc:docMk/>
            <pc:sldMk cId="0" sldId="352"/>
            <ac:picMk id="5" creationId="{30487EC4-061C-E3AD-2C5B-3FF9AE680917}"/>
          </ac:picMkLst>
        </pc:picChg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3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4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5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6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7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8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59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60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61"/>
        </pc:sldMkLst>
      </pc:sldChg>
      <pc:sldChg chg="add">
        <pc:chgData name="NIES HUI WEN" userId="3541b9e0-606d-4c51-a83e-60dbee75d3cd" providerId="ADAL" clId="{B60C84F6-07C3-40F0-9FC1-059F8BFAEA77}" dt="2024-09-30T06:59:03.988" v="157"/>
        <pc:sldMkLst>
          <pc:docMk/>
          <pc:sldMk cId="0" sldId="3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A7C94-A4D2-2AEB-ED4D-3A6AF505B8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5DE41-01C9-1A46-3C78-799E870113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C9B62-B2CE-40CC-9EA5-F7F8ABF73FE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A918B-2408-328F-0AE7-6A5A66BAD4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A8DB9-610B-AFFA-A6A4-ED27BA3B4F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0F5B0-483B-4B47-A859-CF1165D23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2881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33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2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1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218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547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69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27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90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41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1807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080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6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29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47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5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295775" y="3216670"/>
            <a:ext cx="6258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2 </a:t>
            </a:r>
          </a:p>
          <a:p>
            <a:r>
              <a:rPr lang="en-US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RELATIONAL MODEL AND DATABASE DESIGN</a:t>
            </a:r>
            <a:endParaRPr lang="en-MY" sz="2400" spc="225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248727" y="2524173"/>
            <a:ext cx="822272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822" y="6303876"/>
            <a:ext cx="1602578" cy="120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DD83-1D7D-D9BF-F0F3-053EE3201597}"/>
              </a:ext>
            </a:extLst>
          </p:cNvPr>
          <p:cNvSpPr txBox="1"/>
          <p:nvPr/>
        </p:nvSpPr>
        <p:spPr>
          <a:xfrm>
            <a:off x="604157" y="5932951"/>
            <a:ext cx="8009165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05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Content adapted from </a:t>
            </a:r>
            <a:r>
              <a:rPr lang="en-MY" sz="1050" dirty="0">
                <a:latin typeface="Helvetica" pitchFamily="2" charset="0"/>
              </a:rPr>
              <a:t>Connolly, T., </a:t>
            </a:r>
            <a:r>
              <a:rPr lang="en-MY" sz="1050" dirty="0" err="1">
                <a:latin typeface="Helvetica" pitchFamily="2" charset="0"/>
              </a:rPr>
              <a:t>Begg</a:t>
            </a:r>
            <a:r>
              <a:rPr lang="en-MY" sz="1050" dirty="0">
                <a:latin typeface="Helvetica" pitchFamily="2" charset="0"/>
              </a:rPr>
              <a:t>, C., 2015. Database Systems: A Practical Approach to Design, Implementation, and Management, Global Edition. Pearson Education.</a:t>
            </a:r>
          </a:p>
          <a:p>
            <a:endParaRPr lang="en-GB" sz="1350" dirty="0"/>
          </a:p>
        </p:txBody>
      </p:sp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567123" y="2349187"/>
            <a:ext cx="8117798" cy="623822"/>
            <a:chOff x="531658" y="2405747"/>
            <a:chExt cx="10823730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Terminology of relational model.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567123" y="3007572"/>
            <a:ext cx="8117798" cy="623822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306799" y="3048046"/>
            <a:ext cx="710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How tables are used to represent data.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551645" y="3669242"/>
            <a:ext cx="8117798" cy="623822"/>
            <a:chOff x="531658" y="2405747"/>
            <a:chExt cx="10823730" cy="83176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Properties of database relations.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551645" y="4330736"/>
            <a:ext cx="8117798" cy="623822"/>
            <a:chOff x="531658" y="2405747"/>
            <a:chExt cx="10823730" cy="8317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How to identify candidate, primary, foreign keys.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64A61-AF64-8C1C-AE68-38AC78A34D82}"/>
              </a:ext>
            </a:extLst>
          </p:cNvPr>
          <p:cNvGrpSpPr/>
          <p:nvPr/>
        </p:nvGrpSpPr>
        <p:grpSpPr>
          <a:xfrm>
            <a:off x="535698" y="4995033"/>
            <a:ext cx="8117798" cy="623822"/>
            <a:chOff x="531658" y="2405747"/>
            <a:chExt cx="10823730" cy="831763"/>
          </a:xfrm>
          <a:solidFill>
            <a:srgbClr val="6C1D35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2E08248-E79B-2E05-D3E8-12472C915B91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31" name="Text Placeholder 22">
              <a:extLst>
                <a:ext uri="{FF2B5EF4-FFF2-40B4-BE49-F238E27FC236}">
                  <a16:creationId xmlns:a16="http://schemas.microsoft.com/office/drawing/2014/main" id="{9479A75C-6D43-360E-7ADC-66AC01E35117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5ACF9B-94E0-C8EA-A24E-D98A00EB4FFB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Meaning of entity integrity and referential integrity.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64EF2D2-05BD-1BBC-F751-0AFDF8D4683E}"/>
              </a:ext>
            </a:extLst>
          </p:cNvPr>
          <p:cNvGrpSpPr/>
          <p:nvPr/>
        </p:nvGrpSpPr>
        <p:grpSpPr>
          <a:xfrm>
            <a:off x="544097" y="5656529"/>
            <a:ext cx="8117798" cy="623822"/>
            <a:chOff x="531658" y="2405747"/>
            <a:chExt cx="10823730" cy="83176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29CC91F-19B3-F05B-1F50-2318EDB6BC5C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10" name="Text Placeholder 22">
              <a:extLst>
                <a:ext uri="{FF2B5EF4-FFF2-40B4-BE49-F238E27FC236}">
                  <a16:creationId xmlns:a16="http://schemas.microsoft.com/office/drawing/2014/main" id="{1DF52BD0-3473-3760-914F-33C34724AB49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0B31D0-EF9E-F5D9-875C-CB1384767C69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Purpose and advantages of views.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567123" y="2349188"/>
            <a:ext cx="8117798" cy="686805"/>
            <a:chOff x="531658" y="2405747"/>
            <a:chExt cx="10823730" cy="9157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07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Define and describe the stages of the database system development life cycle.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596034" y="1825799"/>
            <a:ext cx="662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567123" y="3007572"/>
            <a:ext cx="8117798" cy="623822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627459" y="3130231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306799" y="3017050"/>
            <a:ext cx="7101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Define the activities and deliverables in the main phases of database design: conceptual, logical and physical design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551645" y="3669243"/>
            <a:ext cx="8117798" cy="686805"/>
            <a:chOff x="531658" y="2405747"/>
            <a:chExt cx="10823730" cy="91574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altLang="ko-KR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Build a conceptual data model based on information given in a view of the enterprise using ER Modeling.</a:t>
              </a:r>
              <a:endParaRPr lang="en-US" altLang="ko-KR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551645" y="4330737"/>
            <a:ext cx="8117798" cy="686805"/>
            <a:chOff x="531658" y="2405747"/>
            <a:chExt cx="10823730" cy="91574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altLang="ko-KR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Validate result of conceptual model to ensure it is a true and accurate representation of a view of the enterprise.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64A61-AF64-8C1C-AE68-38AC78A34D82}"/>
              </a:ext>
            </a:extLst>
          </p:cNvPr>
          <p:cNvGrpSpPr/>
          <p:nvPr/>
        </p:nvGrpSpPr>
        <p:grpSpPr>
          <a:xfrm>
            <a:off x="535698" y="4995033"/>
            <a:ext cx="8117798" cy="623822"/>
            <a:chOff x="531658" y="2405747"/>
            <a:chExt cx="10823730" cy="831763"/>
          </a:xfrm>
          <a:solidFill>
            <a:srgbClr val="6C1D35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2E08248-E79B-2E05-D3E8-12472C915B91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31" name="Text Placeholder 22">
              <a:extLst>
                <a:ext uri="{FF2B5EF4-FFF2-40B4-BE49-F238E27FC236}">
                  <a16:creationId xmlns:a16="http://schemas.microsoft.com/office/drawing/2014/main" id="{9479A75C-6D43-360E-7ADC-66AC01E35117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altLang="ko-KR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5ACF9B-94E0-C8EA-A24E-D98A00EB4FFB}"/>
                </a:ext>
              </a:extLst>
            </p:cNvPr>
            <p:cNvSpPr txBox="1"/>
            <p:nvPr/>
          </p:nvSpPr>
          <p:spPr>
            <a:xfrm>
              <a:off x="1517893" y="2459712"/>
              <a:ext cx="9469053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Document the process of conceptual database design.</a:t>
              </a:r>
              <a:endParaRPr lang="en-US" altLang="ko-KR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7A152B-0A88-D956-85D9-1AB520BF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954822D7-F7E7-1937-E37E-D4B4C04D6BE7}"/>
              </a:ext>
            </a:extLst>
          </p:cNvPr>
          <p:cNvSpPr txBox="1">
            <a:spLocks/>
          </p:cNvSpPr>
          <p:nvPr/>
        </p:nvSpPr>
        <p:spPr>
          <a:xfrm>
            <a:off x="611981" y="3844130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09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6A2C2128-1BCB-8D91-2839-B0A963B1B616}"/>
              </a:ext>
            </a:extLst>
          </p:cNvPr>
          <p:cNvSpPr txBox="1">
            <a:spLocks/>
          </p:cNvSpPr>
          <p:nvPr/>
        </p:nvSpPr>
        <p:spPr>
          <a:xfrm>
            <a:off x="596034" y="4443293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10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150C071C-B143-263E-5FDB-277B9DD2CFF8}"/>
              </a:ext>
            </a:extLst>
          </p:cNvPr>
          <p:cNvSpPr txBox="1">
            <a:spLocks/>
          </p:cNvSpPr>
          <p:nvPr/>
        </p:nvSpPr>
        <p:spPr>
          <a:xfrm>
            <a:off x="611981" y="5084008"/>
            <a:ext cx="679340" cy="3641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4578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3A9152-69B0-736A-2CFE-04A297940E6A}"/>
              </a:ext>
            </a:extLst>
          </p:cNvPr>
          <p:cNvSpPr txBox="1"/>
          <p:nvPr/>
        </p:nvSpPr>
        <p:spPr>
          <a:xfrm>
            <a:off x="4539264" y="1858011"/>
            <a:ext cx="3380769" cy="400110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THE RELATIONAL MODEL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BDAC7-AF3F-67DF-4F18-78B7C660723C}"/>
              </a:ext>
            </a:extLst>
          </p:cNvPr>
          <p:cNvSpPr txBox="1"/>
          <p:nvPr/>
        </p:nvSpPr>
        <p:spPr>
          <a:xfrm>
            <a:off x="3835514" y="1765679"/>
            <a:ext cx="718572" cy="507831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pPr algn="ctr"/>
            <a:r>
              <a:rPr lang="en-US" altLang="ko-KR" sz="2700" b="1" dirty="0">
                <a:cs typeface="Arial" pitchFamily="34" charset="0"/>
              </a:rPr>
              <a:t>01</a:t>
            </a:r>
            <a:endParaRPr lang="ko-KR" altLang="en-US" sz="2700" b="1" dirty="0"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3835514" y="2304244"/>
            <a:ext cx="4878875" cy="507831"/>
            <a:chOff x="5114018" y="1929326"/>
            <a:chExt cx="6505167" cy="67710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DATABASE DESIGN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r>
                <a:rPr lang="en-US" altLang="ko-KR" sz="27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14" y="5802954"/>
            <a:ext cx="1463448" cy="11013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4F77F39-E76D-BC5A-65D7-E332EC066CAE}"/>
              </a:ext>
            </a:extLst>
          </p:cNvPr>
          <p:cNvGrpSpPr/>
          <p:nvPr/>
        </p:nvGrpSpPr>
        <p:grpSpPr>
          <a:xfrm>
            <a:off x="3835514" y="2921169"/>
            <a:ext cx="4878875" cy="507831"/>
            <a:chOff x="5114018" y="1929326"/>
            <a:chExt cx="6505167" cy="6771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5E88C0-D76E-F535-1AE3-70FDB4D296D0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- CONCEPTUAL DESIGN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CDFCA1-86A0-8D20-F0F9-2983DFDB5E00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endParaRPr lang="ko-KR" altLang="en-US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933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grpSp>
        <p:nvGrpSpPr>
          <p:cNvPr id="106" name="Google Shape;106;p3"/>
          <p:cNvGrpSpPr/>
          <p:nvPr/>
        </p:nvGrpSpPr>
        <p:grpSpPr>
          <a:xfrm>
            <a:off x="840157" y="815359"/>
            <a:ext cx="5862563" cy="3664102"/>
            <a:chOff x="111495" y="0"/>
            <a:chExt cx="5862563" cy="3664102"/>
          </a:xfrm>
        </p:grpSpPr>
        <p:sp>
          <p:nvSpPr>
            <p:cNvPr id="107" name="Google Shape;107;p3"/>
            <p:cNvSpPr/>
            <p:nvPr/>
          </p:nvSpPr>
          <p:spPr>
            <a:xfrm>
              <a:off x="111495" y="0"/>
              <a:ext cx="5862563" cy="366410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solidFill>
              <a:srgbClr val="D4E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56041" y="2528963"/>
              <a:ext cx="152426" cy="152426"/>
            </a:xfrm>
            <a:prstGeom prst="ellipse">
              <a:avLst/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723390" y="2777506"/>
              <a:ext cx="1704152" cy="7142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723390" y="2777506"/>
              <a:ext cx="1704152" cy="7142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75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First generation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(hierarchical, network DBMS) – 1960s</a:t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201499" y="1533060"/>
              <a:ext cx="275540" cy="275540"/>
            </a:xfrm>
            <a:prstGeom prst="ellipse">
              <a:avLst/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181782" y="1894874"/>
              <a:ext cx="1733414" cy="1765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2181782" y="1894874"/>
              <a:ext cx="1733414" cy="1765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00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Second generation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(relational DBMS (RDBMS)) </a:t>
              </a:r>
              <a:b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late 70s</a:t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819567" y="927017"/>
              <a:ext cx="381066" cy="381066"/>
            </a:xfrm>
            <a:prstGeom prst="ellipse">
              <a:avLst/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894324" y="1315010"/>
              <a:ext cx="1729488" cy="2304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3894324" y="1315010"/>
              <a:ext cx="1729488" cy="2304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190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Third generation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(Object-oriented DBMS, Object-relation DBMS)</a:t>
              </a:r>
              <a:endParaRPr/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628649" y="1400783"/>
            <a:ext cx="22209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 generations: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3920246" y="3785107"/>
            <a:ext cx="5087565" cy="2490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RDBMS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based on relational data model concepts by E.F. Codd (1970)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Simple logical structure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Sound theoretical foundation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is logically structured within relations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Model Terminology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lang="en-US" b="1">
                <a:solidFill>
                  <a:srgbClr val="0070C0"/>
                </a:solidFill>
              </a:rPr>
              <a:t>relation</a:t>
            </a:r>
            <a:r>
              <a:rPr lang="en-US"/>
              <a:t> is a table with columns and rows.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Only applies to logical structure of the database, not the physical structure.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Attribute</a:t>
            </a:r>
            <a:r>
              <a:rPr lang="en-US"/>
              <a:t> is a named column of a relation.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Domain</a:t>
            </a:r>
            <a:r>
              <a:rPr lang="en-US"/>
              <a:t> is the set of allowable values for one or more attributes.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 Attributes &amp; Domains</a:t>
            </a:r>
            <a:endParaRPr/>
          </a:p>
        </p:txBody>
      </p:sp>
      <p:pic>
        <p:nvPicPr>
          <p:cNvPr id="133" name="Google Shape;133;p5" descr="A screenshot of a cell phone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9633" y="1685925"/>
            <a:ext cx="8504733" cy="3115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Model Terminology</a:t>
            </a:r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Tuple</a:t>
            </a:r>
            <a:r>
              <a:rPr lang="en-US"/>
              <a:t> is a row of a relation.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Degree</a:t>
            </a:r>
            <a:r>
              <a:rPr lang="en-US"/>
              <a:t> is the number of attributes in a relation.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Cardinality</a:t>
            </a:r>
            <a:r>
              <a:rPr lang="en-US"/>
              <a:t> is the number of tuples in a relation.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40677" y="3172313"/>
            <a:ext cx="8862646" cy="102161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Relational Database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collection of relations that is appropriately structured (normalized) with distinct relation names.</a:t>
            </a:r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8236" y="4272908"/>
            <a:ext cx="4555087" cy="214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151" name="Google Shape;151;p7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72154" y="1491070"/>
            <a:ext cx="5377770" cy="468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Alternative Terminology </a:t>
            </a:r>
            <a:endParaRPr/>
          </a:p>
        </p:txBody>
      </p:sp>
      <p:pic>
        <p:nvPicPr>
          <p:cNvPr id="159" name="Google Shape;159;p8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628650" y="2840709"/>
            <a:ext cx="7886700" cy="2321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1500710" y="2350906"/>
            <a:ext cx="614257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Alternative terminology for relational model terms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Thought outline">
            <a:extLst>
              <a:ext uri="{FF2B5EF4-FFF2-40B4-BE49-F238E27FC236}">
                <a16:creationId xmlns:a16="http://schemas.microsoft.com/office/drawing/2014/main" id="{1F798209-CFB2-6BDD-8700-51070D568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6B995A-073D-BF64-0D5F-8DC2FA5BC44C}"/>
              </a:ext>
            </a:extLst>
          </p:cNvPr>
          <p:cNvSpPr txBox="1"/>
          <p:nvPr/>
        </p:nvSpPr>
        <p:spPr>
          <a:xfrm>
            <a:off x="3208149" y="1720312"/>
            <a:ext cx="19217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Database Relations</a:t>
            </a:r>
            <a:endParaRPr lang="en-GB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Database Relations</a:t>
            </a:r>
            <a:endParaRPr dirty="0"/>
          </a:p>
        </p:txBody>
      </p:sp>
      <p:sp>
        <p:nvSpPr>
          <p:cNvPr id="176" name="Google Shape;176;p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Relation schema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Named relation defined by a set of attribute and domain name pairs.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Common convention: </a:t>
            </a:r>
            <a:endParaRPr sz="20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1600" i="1" dirty="0" err="1">
                <a:solidFill>
                  <a:srgbClr val="FF0000"/>
                </a:solidFill>
              </a:rPr>
              <a:t>RelationName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i="1" dirty="0">
                <a:solidFill>
                  <a:srgbClr val="FF0000"/>
                </a:solidFill>
              </a:rPr>
              <a:t>(attribute_1, attribute_2,….., </a:t>
            </a:r>
            <a:r>
              <a:rPr lang="en-US" sz="1600" i="1" dirty="0" err="1">
                <a:solidFill>
                  <a:srgbClr val="FF0000"/>
                </a:solidFill>
              </a:rPr>
              <a:t>attribute_n</a:t>
            </a:r>
            <a:r>
              <a:rPr lang="en-US" sz="1600" i="1" dirty="0">
                <a:solidFill>
                  <a:srgbClr val="FF0000"/>
                </a:solidFill>
              </a:rPr>
              <a:t>)</a:t>
            </a:r>
            <a:endParaRPr sz="16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 dirty="0"/>
              <a:t>Example: Branch (</a:t>
            </a:r>
            <a:r>
              <a:rPr lang="en-US" sz="1600" dirty="0" err="1"/>
              <a:t>branchNo</a:t>
            </a:r>
            <a:r>
              <a:rPr lang="en-US" sz="1600" dirty="0"/>
              <a:t>, street, city, postcode)</a:t>
            </a:r>
            <a:endParaRPr sz="1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Relational database schema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Set of relation schemas, each with a distinct name.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Relation instance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A tuple at a specific moment of time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 err="1"/>
              <a:t>Eg</a:t>
            </a:r>
            <a:r>
              <a:rPr lang="en-US" sz="2000" dirty="0"/>
              <a:t>:  (B005, 55 </a:t>
            </a:r>
            <a:r>
              <a:rPr lang="en-US" sz="2000" dirty="0" err="1"/>
              <a:t>Jln</a:t>
            </a:r>
            <a:r>
              <a:rPr lang="en-US" sz="2000" dirty="0"/>
              <a:t> </a:t>
            </a:r>
            <a:r>
              <a:rPr lang="en-US" sz="2000" dirty="0" err="1"/>
              <a:t>Dobi</a:t>
            </a:r>
            <a:r>
              <a:rPr lang="en-US" sz="2000" dirty="0"/>
              <a:t>,  Johor Bahru, 80100)</a:t>
            </a:r>
            <a:endParaRPr sz="2000" dirty="0"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184" name="Google Shape;184;p1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80261" y="1491070"/>
            <a:ext cx="5377770" cy="46858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 txBox="1"/>
          <p:nvPr/>
        </p:nvSpPr>
        <p:spPr>
          <a:xfrm>
            <a:off x="5022010" y="1175158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Relation schema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5577659" y="2830412"/>
            <a:ext cx="47967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Relational database schema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6358031" y="4485666"/>
            <a:ext cx="51841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Relation instance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Relations</a:t>
            </a:r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idx="1"/>
          </p:nvPr>
        </p:nvSpPr>
        <p:spPr>
          <a:xfrm>
            <a:off x="628649" y="1646238"/>
            <a:ext cx="8146073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Relation name is distinct </a:t>
            </a:r>
            <a:r>
              <a:rPr lang="en-US"/>
              <a:t>from all other relation names in relational schema.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cell of relation contains </a:t>
            </a:r>
            <a:r>
              <a:rPr lang="en-US" b="1">
                <a:solidFill>
                  <a:srgbClr val="0070C0"/>
                </a:solidFill>
              </a:rPr>
              <a:t>exactly one atomic (single) value</a:t>
            </a:r>
            <a:r>
              <a:rPr lang="en-US">
                <a:solidFill>
                  <a:srgbClr val="0070C0"/>
                </a:solidFill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attribute has a </a:t>
            </a:r>
            <a:r>
              <a:rPr lang="en-US" b="1">
                <a:solidFill>
                  <a:srgbClr val="0070C0"/>
                </a:solidFill>
              </a:rPr>
              <a:t>distinct name</a:t>
            </a:r>
            <a:r>
              <a:rPr lang="en-US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Values of an attribute are all from the same domain.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tuple is distinct; there are no duplicate tuples.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Order of attributes has no significance.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Order of tuples has no significance, theoretically.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Thought outline">
            <a:extLst>
              <a:ext uri="{FF2B5EF4-FFF2-40B4-BE49-F238E27FC236}">
                <a16:creationId xmlns:a16="http://schemas.microsoft.com/office/drawing/2014/main" id="{3D433E93-463B-4D5B-17E0-23706E318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025C8E-653C-018C-F0ED-D2725578CC64}"/>
              </a:ext>
            </a:extLst>
          </p:cNvPr>
          <p:cNvSpPr txBox="1"/>
          <p:nvPr/>
        </p:nvSpPr>
        <p:spPr>
          <a:xfrm>
            <a:off x="3208149" y="1720312"/>
            <a:ext cx="19217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Relational Keys</a:t>
            </a:r>
            <a:endParaRPr lang="en-GB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Relational Keys</a:t>
            </a:r>
            <a:endParaRPr dirty="0"/>
          </a:p>
        </p:txBody>
      </p:sp>
      <p:sp>
        <p:nvSpPr>
          <p:cNvPr id="211" name="Google Shape;211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Relational keys 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One or more attributes in a relation that uniquely identifies each tuple in a relation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Types:</a:t>
            </a:r>
            <a:endParaRPr sz="24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 err="1"/>
              <a:t>Superkey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Candidate key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Composite key 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Primary key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Alternate key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Foreign key</a:t>
            </a:r>
            <a:endParaRPr sz="1800" dirty="0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19" name="Google Shape;219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400" b="1" dirty="0" err="1">
                <a:solidFill>
                  <a:srgbClr val="0070C0"/>
                </a:solidFill>
              </a:rPr>
              <a:t>Superkey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An attribute, or a set of attributes, that uniquely identifies a tuple within a relation.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Identify </a:t>
            </a:r>
            <a:r>
              <a:rPr lang="en-US" sz="2400" dirty="0" err="1"/>
              <a:t>superkeys</a:t>
            </a:r>
            <a:r>
              <a:rPr lang="en-US" sz="2400" dirty="0"/>
              <a:t> that contain only the minimum number of attributes necessary for unique identification</a:t>
            </a:r>
            <a:endParaRPr sz="24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 err="1"/>
              <a:t>Superkey</a:t>
            </a:r>
            <a:r>
              <a:rPr lang="en-US" sz="2800" dirty="0"/>
              <a:t> example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Branch (</a:t>
            </a:r>
            <a:r>
              <a:rPr lang="en-US" sz="2400" dirty="0" err="1">
                <a:solidFill>
                  <a:srgbClr val="0070C0"/>
                </a:solidFill>
              </a:rPr>
              <a:t>branchNo</a:t>
            </a:r>
            <a:r>
              <a:rPr lang="en-US" sz="2400" dirty="0">
                <a:solidFill>
                  <a:srgbClr val="0070C0"/>
                </a:solidFill>
              </a:rPr>
              <a:t>, street, city, </a:t>
            </a:r>
            <a:r>
              <a:rPr lang="en-US" sz="2400" dirty="0" err="1">
                <a:solidFill>
                  <a:srgbClr val="0070C0"/>
                </a:solidFill>
              </a:rPr>
              <a:t>postCode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Each branch has a unique branch number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What is/are </a:t>
            </a:r>
            <a:r>
              <a:rPr lang="en-US" sz="2400" dirty="0" err="1"/>
              <a:t>superkey</a:t>
            </a:r>
            <a:r>
              <a:rPr lang="en-US" sz="2400" dirty="0"/>
              <a:t>(s) for relation Branch?</a:t>
            </a:r>
            <a:endParaRPr sz="24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Analyze each attribute singularly, given a value for the attribute, determine whether a unique tuple can be derived from the relation, if so, then attribute is a </a:t>
            </a:r>
            <a:r>
              <a:rPr lang="en-US" sz="1800" dirty="0" err="1"/>
              <a:t>superkey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If none of the attribute (singularly) can be a candidate key, then try to combine two (or more) attributes and determine whether the combined attributes can derive a unique tuple, if so, then the combined attributes is a </a:t>
            </a:r>
            <a:r>
              <a:rPr lang="en-US" sz="1800" dirty="0" err="1"/>
              <a:t>superkey</a:t>
            </a:r>
            <a:r>
              <a:rPr lang="en-US" sz="1800" dirty="0"/>
              <a:t>.</a:t>
            </a:r>
            <a:endParaRPr sz="1800" dirty="0"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Superkey:</a:t>
            </a:r>
            <a:endParaRPr/>
          </a:p>
        </p:txBody>
      </p:sp>
      <p:pic>
        <p:nvPicPr>
          <p:cNvPr id="239" name="Google Shape;23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2658" y="2431718"/>
            <a:ext cx="4521613" cy="232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idx="1"/>
          </p:nvPr>
        </p:nvSpPr>
        <p:spPr>
          <a:xfrm>
            <a:off x="628650" y="1509714"/>
            <a:ext cx="8205634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</a:rPr>
              <a:t>Candidate Key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dirty="0">
                <a:solidFill>
                  <a:srgbClr val="0070C0"/>
                </a:solidFill>
              </a:rPr>
              <a:t>A </a:t>
            </a:r>
            <a:r>
              <a:rPr lang="en-US" dirty="0" err="1">
                <a:solidFill>
                  <a:srgbClr val="0070C0"/>
                </a:solidFill>
              </a:rPr>
              <a:t>superkey</a:t>
            </a:r>
            <a:r>
              <a:rPr lang="en-US" dirty="0">
                <a:solidFill>
                  <a:srgbClr val="0070C0"/>
                </a:solidFill>
              </a:rPr>
              <a:t> such that no proper subset is a </a:t>
            </a:r>
            <a:r>
              <a:rPr lang="en-US" dirty="0" err="1">
                <a:solidFill>
                  <a:srgbClr val="0070C0"/>
                </a:solidFill>
              </a:rPr>
              <a:t>superkey</a:t>
            </a:r>
            <a:r>
              <a:rPr lang="en-US" dirty="0">
                <a:solidFill>
                  <a:srgbClr val="0070C0"/>
                </a:solidFill>
              </a:rPr>
              <a:t> within the relation.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Two properties: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 each tuple of relation R, values of K uniquely identify that tuple (</a:t>
            </a:r>
            <a:r>
              <a:rPr lang="en-US" b="1" dirty="0"/>
              <a:t>uniqueness</a:t>
            </a:r>
            <a:r>
              <a:rPr lang="en-US" dirty="0"/>
              <a:t>).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No proper subset of K has the uniqueness property (</a:t>
            </a:r>
            <a:r>
              <a:rPr lang="en-US" b="1" dirty="0"/>
              <a:t>irreducibility</a:t>
            </a:r>
            <a:r>
              <a:rPr lang="en-US" dirty="0"/>
              <a:t>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If subset of K is a </a:t>
            </a:r>
            <a:r>
              <a:rPr lang="en-US" sz="2400" dirty="0" err="1"/>
              <a:t>superkey</a:t>
            </a:r>
            <a:r>
              <a:rPr lang="en-US" sz="2400" dirty="0"/>
              <a:t> itself, then K is not a candidate key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There can be more than one candidate keys in a relation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idx="1"/>
          </p:nvPr>
        </p:nvSpPr>
        <p:spPr>
          <a:xfrm>
            <a:off x="628649" y="1825625"/>
            <a:ext cx="823638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800" dirty="0"/>
              <a:t>Example (candidate key - CK):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/>
              <a:t>Assume we have this list of </a:t>
            </a:r>
            <a:r>
              <a:rPr lang="en-US" sz="2400" dirty="0" err="1"/>
              <a:t>superkeys</a:t>
            </a:r>
            <a:r>
              <a:rPr lang="en-US" sz="2400" dirty="0"/>
              <a:t> for a relation. Determine whether these </a:t>
            </a:r>
            <a:r>
              <a:rPr lang="en-US" sz="2400" dirty="0" err="1"/>
              <a:t>superkeys</a:t>
            </a:r>
            <a:r>
              <a:rPr lang="en-US" sz="2400" dirty="0"/>
              <a:t> are candidate keys.</a:t>
            </a:r>
            <a:endParaRPr sz="20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1800" dirty="0" err="1">
                <a:solidFill>
                  <a:srgbClr val="0070C0"/>
                </a:solidFill>
              </a:rPr>
              <a:t>branchNo</a:t>
            </a:r>
            <a:endParaRPr sz="16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1800" dirty="0" err="1">
                <a:solidFill>
                  <a:srgbClr val="0070C0"/>
                </a:solidFill>
              </a:rPr>
              <a:t>branchNo</a:t>
            </a:r>
            <a:r>
              <a:rPr lang="en-US" sz="1800" dirty="0">
                <a:solidFill>
                  <a:srgbClr val="0070C0"/>
                </a:solidFill>
              </a:rPr>
              <a:t>, city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Char char="•"/>
            </a:pPr>
            <a:r>
              <a:rPr lang="en-US" sz="1800" dirty="0" err="1">
                <a:solidFill>
                  <a:srgbClr val="0070C0"/>
                </a:solidFill>
              </a:rPr>
              <a:t>postCode</a:t>
            </a:r>
            <a:r>
              <a:rPr lang="en-US" sz="1800" dirty="0">
                <a:solidFill>
                  <a:srgbClr val="0070C0"/>
                </a:solidFill>
              </a:rPr>
              <a:t>, </a:t>
            </a:r>
            <a:r>
              <a:rPr lang="en-US" sz="1800" dirty="0" err="1">
                <a:solidFill>
                  <a:srgbClr val="0070C0"/>
                </a:solidFill>
              </a:rPr>
              <a:t>branchNo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</a:t>
            </a:r>
            <a:r>
              <a:rPr lang="en-US" sz="1800" dirty="0" err="1"/>
              <a:t>superkey</a:t>
            </a:r>
            <a:r>
              <a:rPr lang="en-US" sz="1800" dirty="0"/>
              <a:t>  </a:t>
            </a:r>
            <a:r>
              <a:rPr lang="en-US" sz="1800" dirty="0" err="1">
                <a:solidFill>
                  <a:srgbClr val="0070C0"/>
                </a:solidFill>
              </a:rPr>
              <a:t>branchNo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 </a:t>
            </a:r>
            <a:endParaRPr sz="1800" dirty="0"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This </a:t>
            </a:r>
            <a:r>
              <a:rPr lang="en-US" sz="1600" dirty="0" err="1"/>
              <a:t>superkey</a:t>
            </a:r>
            <a:r>
              <a:rPr lang="en-US" sz="1600" dirty="0"/>
              <a:t> has no subset that is a </a:t>
            </a:r>
            <a:r>
              <a:rPr lang="en-US" sz="1600" dirty="0" err="1"/>
              <a:t>superkey</a:t>
            </a:r>
            <a:r>
              <a:rPr lang="en-US" sz="1600" dirty="0"/>
              <a:t> itself, hence </a:t>
            </a:r>
            <a:r>
              <a:rPr lang="en-US" sz="1600" dirty="0" err="1"/>
              <a:t>branchNo</a:t>
            </a:r>
            <a:r>
              <a:rPr lang="en-US" sz="1600" dirty="0"/>
              <a:t> is a CK</a:t>
            </a:r>
            <a:endParaRPr sz="16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2</a:t>
            </a:r>
            <a:r>
              <a:rPr lang="en-US" sz="1800" baseline="30000" dirty="0"/>
              <a:t>nd</a:t>
            </a:r>
            <a:r>
              <a:rPr lang="en-US" sz="1800" dirty="0"/>
              <a:t> </a:t>
            </a:r>
            <a:r>
              <a:rPr lang="en-US" sz="1800" dirty="0" err="1"/>
              <a:t>superkey</a:t>
            </a:r>
            <a:r>
              <a:rPr lang="en-US" sz="1800" dirty="0"/>
              <a:t>  </a:t>
            </a:r>
            <a:r>
              <a:rPr lang="en-US" sz="1800" dirty="0" err="1">
                <a:solidFill>
                  <a:srgbClr val="0070C0"/>
                </a:solidFill>
              </a:rPr>
              <a:t>branchNo</a:t>
            </a:r>
            <a:r>
              <a:rPr lang="en-US" sz="1800" dirty="0">
                <a:solidFill>
                  <a:srgbClr val="0070C0"/>
                </a:solidFill>
              </a:rPr>
              <a:t>, city</a:t>
            </a:r>
            <a:endParaRPr sz="1800" dirty="0"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This </a:t>
            </a:r>
            <a:r>
              <a:rPr lang="en-US" sz="1600" dirty="0" err="1"/>
              <a:t>superkey</a:t>
            </a:r>
            <a:r>
              <a:rPr lang="en-US" sz="1600" dirty="0"/>
              <a:t> has a subset that is a </a:t>
            </a:r>
            <a:r>
              <a:rPr lang="en-US" sz="1600" dirty="0" err="1"/>
              <a:t>superkey</a:t>
            </a:r>
            <a:r>
              <a:rPr lang="en-US" sz="1600" dirty="0"/>
              <a:t> itself (i.e. </a:t>
            </a:r>
            <a:r>
              <a:rPr lang="en-US" sz="1600" dirty="0" err="1"/>
              <a:t>branchNo</a:t>
            </a:r>
            <a:r>
              <a:rPr lang="en-US" sz="1600" dirty="0"/>
              <a:t>), hence </a:t>
            </a:r>
            <a:r>
              <a:rPr lang="en-US" sz="1600" dirty="0" err="1"/>
              <a:t>branchNo</a:t>
            </a:r>
            <a:r>
              <a:rPr lang="en-US" sz="1600" dirty="0"/>
              <a:t>, city is NOT a CK</a:t>
            </a:r>
            <a:endParaRPr sz="16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3</a:t>
            </a:r>
            <a:r>
              <a:rPr lang="en-US" sz="1800" baseline="30000" dirty="0"/>
              <a:t>rd</a:t>
            </a:r>
            <a:r>
              <a:rPr lang="en-US" sz="1800" dirty="0"/>
              <a:t> </a:t>
            </a:r>
            <a:r>
              <a:rPr lang="en-US" sz="1800" dirty="0" err="1"/>
              <a:t>superkey</a:t>
            </a:r>
            <a:r>
              <a:rPr lang="en-US" sz="1800" dirty="0"/>
              <a:t>  </a:t>
            </a:r>
            <a:r>
              <a:rPr lang="en-US" sz="1800" dirty="0" err="1"/>
              <a:t>postCode</a:t>
            </a:r>
            <a:r>
              <a:rPr lang="en-US" sz="1800" dirty="0"/>
              <a:t>, </a:t>
            </a:r>
            <a:r>
              <a:rPr lang="en-US" sz="1800" dirty="0" err="1"/>
              <a:t>branchNo</a:t>
            </a:r>
            <a:endParaRPr sz="1800" dirty="0"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600" dirty="0"/>
              <a:t>This </a:t>
            </a:r>
            <a:r>
              <a:rPr lang="en-US" sz="1600" dirty="0" err="1"/>
              <a:t>superkey</a:t>
            </a:r>
            <a:r>
              <a:rPr lang="en-US" sz="1600" dirty="0"/>
              <a:t> has a subset that is a </a:t>
            </a:r>
            <a:r>
              <a:rPr lang="en-US" sz="1600" dirty="0" err="1"/>
              <a:t>superkey</a:t>
            </a:r>
            <a:r>
              <a:rPr lang="en-US" sz="1600" dirty="0"/>
              <a:t> itself (i.e. </a:t>
            </a:r>
            <a:r>
              <a:rPr lang="en-US" sz="1600" dirty="0" err="1"/>
              <a:t>branchNo</a:t>
            </a:r>
            <a:r>
              <a:rPr lang="en-US" sz="1600" dirty="0"/>
              <a:t>), hence </a:t>
            </a:r>
            <a:r>
              <a:rPr lang="en-US" sz="1600" dirty="0" err="1"/>
              <a:t>postCode</a:t>
            </a:r>
            <a:r>
              <a:rPr lang="en-US" sz="1600" dirty="0"/>
              <a:t>, </a:t>
            </a:r>
            <a:r>
              <a:rPr lang="en-US" sz="1600" dirty="0" err="1"/>
              <a:t>branchNo</a:t>
            </a:r>
            <a:r>
              <a:rPr lang="en-US" sz="1600" dirty="0"/>
              <a:t> is NOT a CK</a:t>
            </a:r>
            <a:endParaRPr sz="1600" dirty="0"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</a:rPr>
              <a:t>Composite Key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When a key consists of more than one attribute.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</a:rPr>
              <a:t>Primary Key (PK)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The candidate key that is selected to identify tuples uniquely within the relation.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 dirty="0">
                <a:solidFill>
                  <a:srgbClr val="0070C0"/>
                </a:solidFill>
              </a:rPr>
              <a:t>Alternate Key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The candidate keys that are not selected to be the primary key.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800" b="1" dirty="0">
                <a:solidFill>
                  <a:srgbClr val="0070C0"/>
                </a:solidFill>
              </a:rPr>
              <a:t>Foreign Key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An attribute, or set of attributes, within one relation that matches the candidate key of some (possibly the same) relation.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Indicate a relationship between relations. </a:t>
            </a:r>
            <a:r>
              <a:rPr lang="en-US" sz="2400" dirty="0" err="1"/>
              <a:t>E.g</a:t>
            </a:r>
            <a:r>
              <a:rPr lang="en-US" sz="2400" dirty="0"/>
              <a:t>:</a:t>
            </a:r>
            <a:endParaRPr sz="2800" dirty="0"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Branch (</a:t>
            </a:r>
            <a:r>
              <a:rPr lang="en-US" sz="2400" dirty="0" err="1">
                <a:solidFill>
                  <a:srgbClr val="0070C0"/>
                </a:solidFill>
              </a:rPr>
              <a:t>branchNo</a:t>
            </a:r>
            <a:r>
              <a:rPr lang="en-US" sz="2400" dirty="0">
                <a:solidFill>
                  <a:srgbClr val="0070C0"/>
                </a:solidFill>
              </a:rPr>
              <a:t>, street, city, </a:t>
            </a:r>
            <a:r>
              <a:rPr lang="en-US" sz="2400" dirty="0" err="1">
                <a:solidFill>
                  <a:srgbClr val="0070C0"/>
                </a:solidFill>
              </a:rPr>
              <a:t>postCode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endParaRPr sz="24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PK  </a:t>
            </a:r>
            <a:r>
              <a:rPr lang="en-US" sz="1800" dirty="0" err="1"/>
              <a:t>branchNo</a:t>
            </a:r>
            <a:endParaRPr sz="1800" dirty="0"/>
          </a:p>
          <a:p>
            <a:pPr marL="971550" lvl="1" indent="-5143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Staff (</a:t>
            </a:r>
            <a:r>
              <a:rPr lang="en-US" sz="2400" dirty="0" err="1">
                <a:solidFill>
                  <a:srgbClr val="0070C0"/>
                </a:solidFill>
              </a:rPr>
              <a:t>staffNo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fName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lName</a:t>
            </a:r>
            <a:r>
              <a:rPr lang="en-US" sz="2400" dirty="0">
                <a:solidFill>
                  <a:srgbClr val="0070C0"/>
                </a:solidFill>
              </a:rPr>
              <a:t>, position, sex, DOB, salary, </a:t>
            </a:r>
            <a:r>
              <a:rPr lang="en-US" sz="2400" dirty="0" err="1">
                <a:solidFill>
                  <a:srgbClr val="0070C0"/>
                </a:solidFill>
              </a:rPr>
              <a:t>branchNo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endParaRPr sz="24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PK  </a:t>
            </a:r>
            <a:r>
              <a:rPr lang="en-US" sz="1800" dirty="0" err="1"/>
              <a:t>staffNo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FK  </a:t>
            </a:r>
            <a:r>
              <a:rPr lang="en-US" sz="1800" dirty="0" err="1"/>
              <a:t>branchNo</a:t>
            </a:r>
            <a:r>
              <a:rPr lang="en-US" sz="1800" dirty="0"/>
              <a:t> references Branch(</a:t>
            </a:r>
            <a:r>
              <a:rPr lang="en-US" sz="1800" dirty="0" err="1"/>
              <a:t>branchNo</a:t>
            </a:r>
            <a:r>
              <a:rPr lang="en-US" sz="1800" dirty="0"/>
              <a:t>)</a:t>
            </a:r>
            <a:endParaRPr sz="1800" dirty="0"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Keys</a:t>
            </a:r>
            <a:endParaRPr/>
          </a:p>
        </p:txBody>
      </p:sp>
      <p:grpSp>
        <p:nvGrpSpPr>
          <p:cNvPr id="287" name="Google Shape;287;p23"/>
          <p:cNvGrpSpPr/>
          <p:nvPr/>
        </p:nvGrpSpPr>
        <p:grpSpPr>
          <a:xfrm>
            <a:off x="546800" y="1896746"/>
            <a:ext cx="8050400" cy="3064508"/>
            <a:chOff x="1" y="260765"/>
            <a:chExt cx="7886696" cy="4009193"/>
          </a:xfrm>
          <a:solidFill>
            <a:schemeClr val="accent1"/>
          </a:solidFill>
        </p:grpSpPr>
        <p:sp>
          <p:nvSpPr>
            <p:cNvPr id="288" name="Google Shape;288;p23"/>
            <p:cNvSpPr/>
            <p:nvPr/>
          </p:nvSpPr>
          <p:spPr>
            <a:xfrm>
              <a:off x="1" y="260765"/>
              <a:ext cx="7886696" cy="4009193"/>
            </a:xfrm>
            <a:prstGeom prst="rightArrow">
              <a:avLst>
                <a:gd name="adj1" fmla="val 50000"/>
                <a:gd name="adj2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93342" y="1447686"/>
              <a:ext cx="1692801" cy="163535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Superkey</a:t>
              </a:r>
              <a:endParaRPr dirty="0"/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1883187" y="1447686"/>
              <a:ext cx="1692801" cy="163535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Candidate Key</a:t>
              </a:r>
              <a:endParaRPr dirty="0"/>
            </a:p>
          </p:txBody>
        </p:sp>
        <p:sp>
          <p:nvSpPr>
            <p:cNvPr id="294" name="Google Shape;294;p23"/>
            <p:cNvSpPr txBox="1"/>
            <p:nvPr/>
          </p:nvSpPr>
          <p:spPr>
            <a:xfrm>
              <a:off x="3679703" y="1447686"/>
              <a:ext cx="1692801" cy="163535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800"/>
                <a:buFont typeface="Calibri"/>
                <a:buNone/>
              </a:pPr>
              <a:r>
                <a:rPr lang="en-US" sz="2800" b="1" dirty="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Primary Key</a:t>
              </a:r>
              <a:endParaRPr dirty="0"/>
            </a:p>
          </p:txBody>
        </p:sp>
        <p:sp>
          <p:nvSpPr>
            <p:cNvPr id="296" name="Google Shape;296;p23"/>
            <p:cNvSpPr txBox="1"/>
            <p:nvPr/>
          </p:nvSpPr>
          <p:spPr>
            <a:xfrm>
              <a:off x="5494093" y="1447686"/>
              <a:ext cx="1692801" cy="163535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Foreign Key</a:t>
              </a:r>
              <a:endParaRPr dirty="0"/>
            </a:p>
          </p:txBody>
        </p:sp>
      </p:grp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Integrity Constraints</a:t>
            </a:r>
            <a:endParaRPr/>
          </a:p>
        </p:txBody>
      </p:sp>
      <p:sp>
        <p:nvSpPr>
          <p:cNvPr id="302" name="Google Shape;302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Integrity constraints </a:t>
            </a:r>
            <a:r>
              <a:rPr lang="en-US" sz="2800" dirty="0"/>
              <a:t>are to ensure correctness / accuracy of data.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Domain constraints; integrity rules.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Integrity rules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Constraints or restrictions that apply to all instances of the database.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Two principal rules:</a:t>
            </a:r>
            <a:endParaRPr sz="24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</a:pPr>
            <a:r>
              <a:rPr lang="en-US" sz="1800" dirty="0">
                <a:solidFill>
                  <a:srgbClr val="C00000"/>
                </a:solidFill>
              </a:rPr>
              <a:t>Entity integrity</a:t>
            </a:r>
            <a:endParaRPr sz="1800"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</a:pPr>
            <a:r>
              <a:rPr lang="en-US" sz="1800" dirty="0">
                <a:solidFill>
                  <a:srgbClr val="C00000"/>
                </a:solidFill>
              </a:rPr>
              <a:t>Referential integrity</a:t>
            </a:r>
            <a:endParaRPr sz="1800" dirty="0"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Integrity Constraints</a:t>
            </a:r>
            <a:endParaRPr/>
          </a:p>
        </p:txBody>
      </p:sp>
      <p:sp>
        <p:nvSpPr>
          <p:cNvPr id="310" name="Google Shape;310;p2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800" b="1" dirty="0">
                <a:solidFill>
                  <a:srgbClr val="0070C0"/>
                </a:solidFill>
              </a:rPr>
              <a:t>Null</a:t>
            </a:r>
            <a:endParaRPr sz="2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Represents value for an attribute that is currently “unknown” or not applicable for tuple.</a:t>
            </a:r>
            <a:endParaRPr sz="2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Deals with incomplete or exceptional data.</a:t>
            </a:r>
            <a:endParaRPr sz="2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Represents the absence of a value and is not the same as zero or spaces, which are values.</a:t>
            </a:r>
            <a:endParaRPr sz="2800" dirty="0"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Integrity Constraints</a:t>
            </a:r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idx="1"/>
          </p:nvPr>
        </p:nvSpPr>
        <p:spPr>
          <a:xfrm>
            <a:off x="628649" y="1825625"/>
            <a:ext cx="825187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Entity Integrity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In a base relation, no attribute of a primary key can be null.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Referential Integrity</a:t>
            </a:r>
            <a:endParaRPr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If foreign key exists in a relation, the foreign key value: </a:t>
            </a:r>
            <a:endParaRPr sz="2400" dirty="0"/>
          </a:p>
          <a:p>
            <a:pPr marL="1371600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1800" dirty="0"/>
              <a:t>must match a candidate key value of some tuple in its home relation; OR</a:t>
            </a:r>
            <a:endParaRPr sz="1800" dirty="0"/>
          </a:p>
          <a:p>
            <a:pPr marL="1371600" lvl="2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1800" dirty="0"/>
              <a:t>foreign key value must be wholly null.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400" b="1" dirty="0">
                <a:solidFill>
                  <a:srgbClr val="0070C0"/>
                </a:solidFill>
              </a:rPr>
              <a:t>General Constraints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Additional rules specified by users or database administrators that define or constrain some aspect of the enterprise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Views</a:t>
            </a:r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400" b="1" dirty="0">
                <a:solidFill>
                  <a:srgbClr val="0070C0"/>
                </a:solidFill>
              </a:rPr>
              <a:t>Base Relation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named relation corresponding to an entity in conceptual schema, whose tuples are physically stored in database.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400" b="1" dirty="0">
                <a:solidFill>
                  <a:srgbClr val="0070C0"/>
                </a:solidFill>
              </a:rPr>
              <a:t>View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dynamic result of one or more relational operations operating on base relations to produce another relation.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Views</a:t>
            </a:r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virtual relation </a:t>
            </a:r>
            <a:r>
              <a:rPr lang="en-US" dirty="0"/>
              <a:t>that does not necessarily actually exist in the database but is produced </a:t>
            </a:r>
            <a:r>
              <a:rPr lang="en-US" b="1" dirty="0">
                <a:solidFill>
                  <a:srgbClr val="0070C0"/>
                </a:solidFill>
              </a:rPr>
              <a:t>upon request</a:t>
            </a:r>
            <a:r>
              <a:rPr lang="en-US" dirty="0"/>
              <a:t>, at time of request.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Contents of a view are defined as a query on one or more base relations.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Views are dynamic, meaning that changes made to base relations that affect view attributes are immediately reflected in the view.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Purpose of Views</a:t>
            </a:r>
            <a:endParaRPr/>
          </a:p>
        </p:txBody>
      </p:sp>
      <p:sp>
        <p:nvSpPr>
          <p:cNvPr id="342" name="Google Shape;342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Provides powerful and flexible security mechanism by hiding parts of database from certain users.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Permits users to access data in a customized way, so that same data can be seen by different users in different ways, at same time.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simplify complex operations on base relations.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Updating Views</a:t>
            </a:r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idx="1"/>
          </p:nvPr>
        </p:nvSpPr>
        <p:spPr>
          <a:xfrm>
            <a:off x="628650" y="1646238"/>
            <a:ext cx="8205634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All updates to a base relation should be immediately reflected in all views that reference that base relation. If view is updated, underlying base relation should reflect change.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 are restrictions on types of modifications that can be made through views: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Updates are allowed if query involves a single base relation and contains a candidate key of base relation.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Updates are not allowed when query involves multiple base relations.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Updates are not allowed when query involves aggregation or grouping operations.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358" name="Google Shape;358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Terminologies – relation, relational schema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Keys – super key, candidate key, composite key, primary key, foreign key, alternate key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Integrity constraint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View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3A9152-69B0-736A-2CFE-04A297940E6A}"/>
              </a:ext>
            </a:extLst>
          </p:cNvPr>
          <p:cNvSpPr txBox="1"/>
          <p:nvPr/>
        </p:nvSpPr>
        <p:spPr>
          <a:xfrm>
            <a:off x="4539264" y="1858011"/>
            <a:ext cx="3380769" cy="400110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THE RELATIONAL MODEL</a:t>
            </a:r>
            <a:endParaRPr lang="ko-KR" altLang="en-US" sz="2000" b="1" dirty="0">
              <a:solidFill>
                <a:schemeClr val="bg1">
                  <a:lumMod val="8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BDAC7-AF3F-67DF-4F18-78B7C660723C}"/>
              </a:ext>
            </a:extLst>
          </p:cNvPr>
          <p:cNvSpPr txBox="1"/>
          <p:nvPr/>
        </p:nvSpPr>
        <p:spPr>
          <a:xfrm>
            <a:off x="3835514" y="1765679"/>
            <a:ext cx="718572" cy="507831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pPr algn="ctr"/>
            <a:r>
              <a:rPr lang="en-US" altLang="ko-KR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01</a:t>
            </a:r>
            <a:endParaRPr lang="ko-KR" altLang="en-US" sz="2700" b="1" dirty="0">
              <a:solidFill>
                <a:schemeClr val="bg1">
                  <a:lumMod val="8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3835514" y="2304244"/>
            <a:ext cx="4878875" cy="507831"/>
            <a:chOff x="5114018" y="1929326"/>
            <a:chExt cx="6505167" cy="67710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DATABASE DESIGN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r>
                <a:rPr lang="en-US" altLang="ko-KR" sz="2700" b="1" dirty="0">
                  <a:cs typeface="Arial" pitchFamily="34" charset="0"/>
                </a:rPr>
                <a:t>02</a:t>
              </a:r>
              <a:endParaRPr lang="ko-KR" altLang="en-US" sz="2700" b="1" dirty="0"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14" y="5802954"/>
            <a:ext cx="1463448" cy="1101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BA7327-CBAB-D8F2-A726-70D359CF2D27}"/>
              </a:ext>
            </a:extLst>
          </p:cNvPr>
          <p:cNvGrpSpPr/>
          <p:nvPr/>
        </p:nvGrpSpPr>
        <p:grpSpPr>
          <a:xfrm>
            <a:off x="3835514" y="2921169"/>
            <a:ext cx="4878875" cy="507831"/>
            <a:chOff x="5114018" y="1929326"/>
            <a:chExt cx="6505167" cy="67710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65F1C1-5D31-EC9C-131D-369484E1B01E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- CONCEPTUAL DESIGN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203D26-2B9F-581B-B5C5-17689041BAA7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endParaRPr lang="ko-KR" altLang="en-US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B6C1298-58F0-89A2-0FF1-F44866520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687" y="3429000"/>
            <a:ext cx="1263112" cy="1263112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9861E2FB-6262-F9F6-62D5-9F754C80A2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8799" y="2397915"/>
            <a:ext cx="1146876" cy="1146876"/>
          </a:xfrm>
          <a:prstGeom prst="rect">
            <a:avLst/>
          </a:prstGeom>
        </p:spPr>
      </p:pic>
      <p:pic>
        <p:nvPicPr>
          <p:cNvPr id="14" name="Graphic 13" descr="Ui Ux outline">
            <a:extLst>
              <a:ext uri="{FF2B5EF4-FFF2-40B4-BE49-F238E27FC236}">
                <a16:creationId xmlns:a16="http://schemas.microsoft.com/office/drawing/2014/main" id="{72056741-F173-647C-D5CF-9F39134573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611" y="20195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38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5156680" y="705744"/>
            <a:ext cx="3777241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Stages of Database Application Lifecycle</a:t>
            </a:r>
            <a:endParaRPr sz="2800"/>
          </a:p>
        </p:txBody>
      </p:sp>
      <p:sp>
        <p:nvSpPr>
          <p:cNvPr id="106" name="Google Shape;106;p3"/>
          <p:cNvSpPr/>
          <p:nvPr/>
        </p:nvSpPr>
        <p:spPr>
          <a:xfrm>
            <a:off x="2209342" y="626826"/>
            <a:ext cx="2765761" cy="290442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planning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209337" y="1073294"/>
            <a:ext cx="2765761" cy="290442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definition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209339" y="1532510"/>
            <a:ext cx="2765761" cy="450134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collection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209338" y="2650213"/>
            <a:ext cx="2765761" cy="290442"/>
          </a:xfrm>
          <a:prstGeom prst="rect">
            <a:avLst/>
          </a:prstGeom>
          <a:solidFill>
            <a:srgbClr val="C00000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Logical database design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209337" y="3109606"/>
            <a:ext cx="2765761" cy="290442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database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287791" y="2341267"/>
            <a:ext cx="1564412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80822" y="2332310"/>
            <a:ext cx="1399771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 selection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0828" y="4117699"/>
            <a:ext cx="2100244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Prototyping (optional)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981653" y="4117699"/>
            <a:ext cx="2210937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981652" y="4695087"/>
            <a:ext cx="2210937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conversion and loading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981652" y="5250252"/>
            <a:ext cx="2210937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981651" y="5805417"/>
            <a:ext cx="2210937" cy="455445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maintenance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>
            <a:stCxn id="106" idx="2"/>
            <a:endCxn id="107" idx="0"/>
          </p:cNvCxnSpPr>
          <p:nvPr/>
        </p:nvCxnSpPr>
        <p:spPr>
          <a:xfrm>
            <a:off x="3592223" y="917268"/>
            <a:ext cx="0" cy="15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3"/>
          <p:cNvCxnSpPr>
            <a:stCxn id="107" idx="2"/>
            <a:endCxn id="108" idx="0"/>
          </p:cNvCxnSpPr>
          <p:nvPr/>
        </p:nvCxnSpPr>
        <p:spPr>
          <a:xfrm>
            <a:off x="3592218" y="1363736"/>
            <a:ext cx="0" cy="168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3"/>
          <p:cNvSpPr/>
          <p:nvPr/>
        </p:nvSpPr>
        <p:spPr>
          <a:xfrm>
            <a:off x="2209338" y="2213128"/>
            <a:ext cx="2765761" cy="290442"/>
          </a:xfrm>
          <a:prstGeom prst="rect">
            <a:avLst/>
          </a:prstGeom>
          <a:solidFill>
            <a:srgbClr val="C00000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Conceptual database design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3"/>
          <p:cNvCxnSpPr>
            <a:stCxn id="120" idx="2"/>
            <a:endCxn id="109" idx="0"/>
          </p:cNvCxnSpPr>
          <p:nvPr/>
        </p:nvCxnSpPr>
        <p:spPr>
          <a:xfrm>
            <a:off x="3592218" y="2503570"/>
            <a:ext cx="0" cy="1467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" name="Google Shape;122;p3"/>
          <p:cNvCxnSpPr>
            <a:stCxn id="109" idx="2"/>
            <a:endCxn id="110" idx="0"/>
          </p:cNvCxnSpPr>
          <p:nvPr/>
        </p:nvCxnSpPr>
        <p:spPr>
          <a:xfrm>
            <a:off x="3592218" y="2940655"/>
            <a:ext cx="0" cy="168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3" name="Google Shape;123;p3"/>
          <p:cNvCxnSpPr>
            <a:endCxn id="112" idx="3"/>
          </p:cNvCxnSpPr>
          <p:nvPr/>
        </p:nvCxnSpPr>
        <p:spPr>
          <a:xfrm rot="10800000">
            <a:off x="1880593" y="2560033"/>
            <a:ext cx="1705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" name="Google Shape;124;p3"/>
          <p:cNvSpPr/>
          <p:nvPr/>
        </p:nvSpPr>
        <p:spPr>
          <a:xfrm>
            <a:off x="2146945" y="2149628"/>
            <a:ext cx="2878624" cy="1308262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146945" y="3457497"/>
            <a:ext cx="2878624" cy="228115"/>
          </a:xfrm>
          <a:prstGeom prst="rect">
            <a:avLst/>
          </a:prstGeom>
          <a:solidFill>
            <a:srgbClr val="00B0F0"/>
          </a:solidFill>
          <a:ln w="28575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3"/>
          <p:cNvCxnSpPr>
            <a:stCxn id="108" idx="2"/>
            <a:endCxn id="120" idx="0"/>
          </p:cNvCxnSpPr>
          <p:nvPr/>
        </p:nvCxnSpPr>
        <p:spPr>
          <a:xfrm>
            <a:off x="3592220" y="1982644"/>
            <a:ext cx="0" cy="23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7" name="Google Shape;127;p3"/>
          <p:cNvCxnSpPr>
            <a:stCxn id="108" idx="3"/>
            <a:endCxn id="111" idx="0"/>
          </p:cNvCxnSpPr>
          <p:nvPr/>
        </p:nvCxnSpPr>
        <p:spPr>
          <a:xfrm>
            <a:off x="4975100" y="1757577"/>
            <a:ext cx="1095000" cy="5838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8" name="Google Shape;128;p3"/>
          <p:cNvCxnSpPr>
            <a:stCxn id="113" idx="1"/>
            <a:endCxn id="108" idx="1"/>
          </p:cNvCxnSpPr>
          <p:nvPr/>
        </p:nvCxnSpPr>
        <p:spPr>
          <a:xfrm rot="10800000" flipH="1">
            <a:off x="480828" y="1757621"/>
            <a:ext cx="1728600" cy="2587800"/>
          </a:xfrm>
          <a:prstGeom prst="bentConnector3">
            <a:avLst>
              <a:gd name="adj1" fmla="val -6798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9" name="Google Shape;129;p3"/>
          <p:cNvCxnSpPr>
            <a:stCxn id="114" idx="2"/>
            <a:endCxn id="115" idx="0"/>
          </p:cNvCxnSpPr>
          <p:nvPr/>
        </p:nvCxnSpPr>
        <p:spPr>
          <a:xfrm>
            <a:off x="6087122" y="4573144"/>
            <a:ext cx="0" cy="121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0" name="Google Shape;130;p3"/>
          <p:cNvCxnSpPr>
            <a:stCxn id="115" idx="2"/>
            <a:endCxn id="116" idx="0"/>
          </p:cNvCxnSpPr>
          <p:nvPr/>
        </p:nvCxnSpPr>
        <p:spPr>
          <a:xfrm>
            <a:off x="6087121" y="5150532"/>
            <a:ext cx="0" cy="99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1" name="Google Shape;131;p3"/>
          <p:cNvCxnSpPr>
            <a:stCxn id="116" idx="2"/>
            <a:endCxn id="117" idx="0"/>
          </p:cNvCxnSpPr>
          <p:nvPr/>
        </p:nvCxnSpPr>
        <p:spPr>
          <a:xfrm>
            <a:off x="6087121" y="5705697"/>
            <a:ext cx="0" cy="99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2" name="Google Shape;132;p3"/>
          <p:cNvCxnSpPr>
            <a:stCxn id="125" idx="2"/>
            <a:endCxn id="113" idx="0"/>
          </p:cNvCxnSpPr>
          <p:nvPr/>
        </p:nvCxnSpPr>
        <p:spPr>
          <a:xfrm rot="5400000">
            <a:off x="2342607" y="2873962"/>
            <a:ext cx="432000" cy="2055300"/>
          </a:xfrm>
          <a:prstGeom prst="bentConnector3">
            <a:avLst>
              <a:gd name="adj1" fmla="val 5001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3" name="Google Shape;133;p3"/>
          <p:cNvCxnSpPr>
            <a:stCxn id="125" idx="2"/>
            <a:endCxn id="114" idx="0"/>
          </p:cNvCxnSpPr>
          <p:nvPr/>
        </p:nvCxnSpPr>
        <p:spPr>
          <a:xfrm rot="-5400000" flipH="1">
            <a:off x="4620657" y="2651212"/>
            <a:ext cx="432000" cy="2500800"/>
          </a:xfrm>
          <a:prstGeom prst="bentConnector3">
            <a:avLst>
              <a:gd name="adj1" fmla="val 5001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4" name="Google Shape;134;p3"/>
          <p:cNvCxnSpPr>
            <a:stCxn id="117" idx="1"/>
            <a:endCxn id="106" idx="1"/>
          </p:cNvCxnSpPr>
          <p:nvPr/>
        </p:nvCxnSpPr>
        <p:spPr>
          <a:xfrm rot="10800000">
            <a:off x="2209351" y="772039"/>
            <a:ext cx="2772300" cy="5261100"/>
          </a:xfrm>
          <a:prstGeom prst="bentConnector3">
            <a:avLst>
              <a:gd name="adj1" fmla="val 174214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" name="Google Shape;135;p3"/>
          <p:cNvCxnSpPr>
            <a:stCxn id="111" idx="2"/>
          </p:cNvCxnSpPr>
          <p:nvPr/>
        </p:nvCxnSpPr>
        <p:spPr>
          <a:xfrm rot="5400000">
            <a:off x="4187947" y="1913062"/>
            <a:ext cx="998400" cy="27657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" name="Google Shape;136;p3"/>
          <p:cNvCxnSpPr>
            <a:endCxn id="111" idx="1"/>
          </p:cNvCxnSpPr>
          <p:nvPr/>
        </p:nvCxnSpPr>
        <p:spPr>
          <a:xfrm>
            <a:off x="5025591" y="2568990"/>
            <a:ext cx="262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37" name="Google Shape;137;p3"/>
          <p:cNvSpPr/>
          <p:nvPr/>
        </p:nvSpPr>
        <p:spPr>
          <a:xfrm>
            <a:off x="5422636" y="2987267"/>
            <a:ext cx="2538101" cy="464330"/>
          </a:xfrm>
          <a:prstGeom prst="flowChartAlternateProcess">
            <a:avLst/>
          </a:prstGeom>
          <a:solidFill>
            <a:srgbClr val="C0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Focus is this course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3"/>
          <p:cNvCxnSpPr>
            <a:stCxn id="137" idx="1"/>
            <a:endCxn id="120" idx="3"/>
          </p:cNvCxnSpPr>
          <p:nvPr/>
        </p:nvCxnSpPr>
        <p:spPr>
          <a:xfrm rot="10800000">
            <a:off x="4975036" y="2358432"/>
            <a:ext cx="447600" cy="861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139;p3"/>
          <p:cNvCxnSpPr>
            <a:stCxn id="137" idx="1"/>
            <a:endCxn id="124" idx="3"/>
          </p:cNvCxnSpPr>
          <p:nvPr/>
        </p:nvCxnSpPr>
        <p:spPr>
          <a:xfrm rot="10800000">
            <a:off x="5025436" y="2803632"/>
            <a:ext cx="397200" cy="415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Database Planning</a:t>
            </a:r>
            <a:endParaRPr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Management activities that allow stages of database application lifecycle to be realized as efficiently and effectively as possible.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Must be integrated with overall information system (IS) strategy of the organization.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Database Planning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Define a clear </a:t>
            </a:r>
            <a:r>
              <a:rPr lang="en-US" b="1" u="sng">
                <a:solidFill>
                  <a:srgbClr val="0070C0"/>
                </a:solidFill>
              </a:rPr>
              <a:t>mission statement</a:t>
            </a:r>
            <a:r>
              <a:rPr lang="en-US" b="1">
                <a:solidFill>
                  <a:srgbClr val="0070C0"/>
                </a:solidFill>
              </a:rPr>
              <a:t>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b="1"/>
              <a:t>major aims </a:t>
            </a:r>
            <a:r>
              <a:rPr lang="en-US"/>
              <a:t>of database application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clarify </a:t>
            </a:r>
            <a:r>
              <a:rPr lang="en-US" b="1"/>
              <a:t>purpose</a:t>
            </a:r>
            <a:r>
              <a:rPr lang="en-US"/>
              <a:t> of the database project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provides clearer path towards the efficient and effective creation of  required database application.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Defined by ones who are driving database project – director or owner of the project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Identify </a:t>
            </a:r>
            <a:r>
              <a:rPr lang="en-US" b="1" u="sng">
                <a:solidFill>
                  <a:srgbClr val="0070C0"/>
                </a:solidFill>
              </a:rPr>
              <a:t>mission objectives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</a:t>
            </a:r>
            <a:r>
              <a:rPr lang="en-US" b="1"/>
              <a:t>tasks</a:t>
            </a:r>
            <a:r>
              <a:rPr lang="en-US"/>
              <a:t> that must be supported by the system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Each objective is one specific task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Database Planning</a:t>
            </a: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Other information accompanied in mission statement and objectives: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work to be done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resources with which to do it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money to pay for it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Database planning should also include development of standards that govern: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data will be collected,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the format should be specified,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necessary documentation will be needed,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design and implementation should proceed.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System Definition</a:t>
            </a:r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Describes </a:t>
            </a:r>
            <a:r>
              <a:rPr lang="en-US" b="1" u="sng">
                <a:solidFill>
                  <a:srgbClr val="0070C0"/>
                </a:solidFill>
              </a:rPr>
              <a:t>scope</a:t>
            </a:r>
            <a:r>
              <a:rPr lang="en-US" b="1">
                <a:solidFill>
                  <a:srgbClr val="0070C0"/>
                </a:solidFill>
              </a:rPr>
              <a:t> and </a:t>
            </a:r>
            <a:r>
              <a:rPr lang="en-US" b="1" u="sng">
                <a:solidFill>
                  <a:srgbClr val="0070C0"/>
                </a:solidFill>
              </a:rPr>
              <a:t>boundaries</a:t>
            </a:r>
            <a:r>
              <a:rPr lang="en-US" b="1">
                <a:solidFill>
                  <a:srgbClr val="0070C0"/>
                </a:solidFill>
              </a:rPr>
              <a:t> of database application and the </a:t>
            </a:r>
            <a:r>
              <a:rPr lang="en-US" b="1" u="sng">
                <a:solidFill>
                  <a:srgbClr val="0070C0"/>
                </a:solidFill>
              </a:rPr>
              <a:t>major user views</a:t>
            </a:r>
            <a:r>
              <a:rPr lang="en-US" b="1">
                <a:solidFill>
                  <a:srgbClr val="0070C0"/>
                </a:solidFill>
              </a:rPr>
              <a:t>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System boundaries should involve current and future application areas and users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User view </a:t>
            </a:r>
            <a:r>
              <a:rPr lang="en-US"/>
              <a:t>defines what is required of a database application from the perspective of: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particular job role (such as Manager or Supervisor) or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enterprise application area (such as marketing, personnel, or stock control)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System Definition</a:t>
            </a:r>
            <a:endParaRPr/>
          </a:p>
        </p:txBody>
      </p:sp>
      <p:sp>
        <p:nvSpPr>
          <p:cNvPr id="179" name="Google Shape;179;p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Database application may have </a:t>
            </a:r>
            <a:r>
              <a:rPr lang="en-US" b="1" u="sng">
                <a:solidFill>
                  <a:srgbClr val="0070C0"/>
                </a:solidFill>
              </a:rPr>
              <a:t>one or more user views</a:t>
            </a:r>
            <a:r>
              <a:rPr lang="en-US"/>
              <a:t>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Identifying user views helps ensure that no major users of the database are forgotten when developing requirements for new application.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user view provides requirements: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data to be included in the system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transactions to be performed on the data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Requirements may be distinct or overlap with other views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3) Requirements Collection and Analysis</a:t>
            </a:r>
            <a:endParaRPr sz="2800"/>
          </a:p>
        </p:txBody>
      </p:sp>
      <p:sp>
        <p:nvSpPr>
          <p:cNvPr id="188" name="Google Shape;188;p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process of </a:t>
            </a:r>
            <a:r>
              <a:rPr lang="en-US" b="1">
                <a:solidFill>
                  <a:srgbClr val="0070C0"/>
                </a:solidFill>
              </a:rPr>
              <a:t>collecting and analyzing information</a:t>
            </a:r>
            <a:r>
              <a:rPr lang="en-US" b="1"/>
              <a:t> </a:t>
            </a:r>
            <a:r>
              <a:rPr lang="en-US"/>
              <a:t>about the part of organization to be supported by the database application and using this information to identify users’ requirements of new system.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is gathered for each major user view including: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description of data used or generated;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details of how data is to be used/generated;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additional requirements for new database application.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Requirements Collection and Analysis</a:t>
            </a:r>
            <a:endParaRPr/>
          </a:p>
        </p:txBody>
      </p:sp>
      <p:sp>
        <p:nvSpPr>
          <p:cNvPr id="196" name="Google Shape;196;p1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is analyzed to identify requirements to be included in new database application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Documented in a </a:t>
            </a:r>
            <a:r>
              <a:rPr lang="en-US" b="1" u="sng">
                <a:solidFill>
                  <a:srgbClr val="0070C0"/>
                </a:solidFill>
              </a:rPr>
              <a:t>Requirements specification</a:t>
            </a:r>
            <a:r>
              <a:rPr lang="en-US"/>
              <a:t> for new database system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Presented in a structured/organized using requirement specification techniques, such as SAD techniques, DFD and HIPO charts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Three main approaches in requirements collections and analysis from multiple user views: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b="1">
                <a:solidFill>
                  <a:srgbClr val="0070C0"/>
                </a:solidFill>
              </a:rPr>
              <a:t>centralized approach;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b="1">
                <a:solidFill>
                  <a:srgbClr val="0070C0"/>
                </a:solidFill>
              </a:rPr>
              <a:t>view integration approach;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b="1">
                <a:solidFill>
                  <a:srgbClr val="0070C0"/>
                </a:solidFill>
              </a:rPr>
              <a:t>combination of both approaches.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Requirements Collection and Analysis</a:t>
            </a:r>
            <a:endParaRPr/>
          </a:p>
        </p:txBody>
      </p:sp>
      <p:sp>
        <p:nvSpPr>
          <p:cNvPr id="212" name="Google Shape;212;p1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Centralized approach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Requirements for each user view are merged into a single set of requirements for the new database system.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</a:t>
            </a:r>
            <a:r>
              <a:rPr lang="en-US" u="sng"/>
              <a:t>global data model</a:t>
            </a:r>
            <a:r>
              <a:rPr lang="en-US"/>
              <a:t> is created based on the merged requirements (which represents all user views).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Generally, this approach is preferred when there is a significant overlap in requirements for each user view and the database system is not overly complex.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Requirements Collection and Analysis</a:t>
            </a:r>
            <a:endParaRPr/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509713"/>
            <a:ext cx="7879407" cy="4492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 txBox="1"/>
          <p:nvPr/>
        </p:nvSpPr>
        <p:spPr>
          <a:xfrm>
            <a:off x="6027820" y="5976689"/>
            <a:ext cx="29163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Centralized Approach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Requirements Collection and Analysis</a:t>
            </a:r>
            <a:endParaRPr/>
          </a:p>
        </p:txBody>
      </p:sp>
      <p:sp>
        <p:nvSpPr>
          <p:cNvPr id="229" name="Google Shape;229;p14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</a:rPr>
              <a:t>View integration approach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Requirements for each user view are used to build a separate data model.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model representing single user view is called a </a:t>
            </a:r>
            <a:r>
              <a:rPr lang="en-US" b="1" u="sng"/>
              <a:t>local data model</a:t>
            </a:r>
            <a:r>
              <a:rPr lang="en-US"/>
              <a:t>, composed of diagrams and documentation describing requirements of a particular user view of  database.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Local data models are then merged to produce </a:t>
            </a:r>
            <a:r>
              <a:rPr lang="en-US" u="sng"/>
              <a:t>a global data model</a:t>
            </a:r>
            <a:r>
              <a:rPr lang="en-US"/>
              <a:t>, which represents all user views for the database.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Requirements Collection and Analysis</a:t>
            </a:r>
            <a:endParaRPr/>
          </a:p>
        </p:txBody>
      </p:sp>
      <p:pic>
        <p:nvPicPr>
          <p:cNvPr id="239" name="Google Shape;23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288" y="1395437"/>
            <a:ext cx="5579365" cy="48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/>
        </p:nvSpPr>
        <p:spPr>
          <a:xfrm>
            <a:off x="5327643" y="5813722"/>
            <a:ext cx="356950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View integration approach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Database Design</a:t>
            </a:r>
            <a:endParaRPr/>
          </a:p>
        </p:txBody>
      </p:sp>
      <p:sp>
        <p:nvSpPr>
          <p:cNvPr id="247" name="Google Shape;247;p1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process of creating a design for a database that will support the enterprise’s operations and objectives.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Major aims: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Represent data and relationships between data required by all major application areas and user groups.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 data model that supports any transactions required on the data.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Specify a minimal design that is appropriately structured to achieve stated performance requirements for the system (such as response times).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Database Design</a:t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316195" y="1812608"/>
            <a:ext cx="1362293" cy="10189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316195" y="2938897"/>
            <a:ext cx="1362293" cy="10189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316195" y="4065186"/>
            <a:ext cx="1362293" cy="10189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Inside-out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316195" y="5191475"/>
            <a:ext cx="1362293" cy="101890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678488" y="1812607"/>
            <a:ext cx="7149317" cy="1018903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2850" tIns="51425" rIns="102850" bIns="51425" anchor="ctr" anchorCtr="0">
            <a:noAutofit/>
          </a:bodyPr>
          <a:lstStyle/>
          <a:p>
            <a:pPr marL="114300" marR="0" lvl="1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 with developing data models which contain high-level entities and relationships.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refine this high-level data models into a lower-level entities, relationships and attributes.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Entity Relationship Model (ERM)</a:t>
            </a:r>
            <a:endParaRPr sz="1400" b="1" i="0" u="none" strike="noStrike" cap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1678488" y="2937307"/>
            <a:ext cx="7149318" cy="986107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325" tIns="26650" rIns="53325" bIns="26650" anchor="ctr" anchorCtr="0">
            <a:noAutofit/>
          </a:bodyPr>
          <a:lstStyle/>
          <a:p>
            <a:pPr marL="114300" marR="0" lvl="1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Begins at the fundamental analysis of the associations between attributes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Grouped into relations that represent types of entities and relationship between entities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4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Normalization process</a:t>
            </a:r>
            <a:endParaRPr sz="1400" b="1" i="0" u="none" strike="noStrike" cap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1678488" y="4065186"/>
            <a:ext cx="7149317" cy="986107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325" tIns="26650" rIns="53325" bIns="26650" anchor="ctr" anchorCtr="0">
            <a:noAutofit/>
          </a:bodyPr>
          <a:lstStyle/>
          <a:p>
            <a:pPr marL="114300" marR="0" lvl="1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Begins with identifying major entities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9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spreading out to consider other entities, attributes associated to those first identified.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316352" y="1264892"/>
            <a:ext cx="27252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include: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1678488" y="5191475"/>
            <a:ext cx="7149317" cy="1018903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325" tIns="26650" rIns="53325" bIns="26650" anchor="ctr" anchorCtr="0">
            <a:noAutofit/>
          </a:bodyPr>
          <a:lstStyle/>
          <a:p>
            <a:pPr marL="120650" marR="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mixed strategy approach uses both the bottom-up and top-down approach for various parts of the model before finally combining all parts together.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Database Design</a:t>
            </a:r>
            <a:endParaRPr/>
          </a:p>
        </p:txBody>
      </p:sp>
      <p:sp>
        <p:nvSpPr>
          <p:cNvPr id="271" name="Google Shape;271;p1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 purposes of data modeling include: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assist in understanding the meaning (semantics) of the data;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facilitate communication about the information requirements.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Building </a:t>
            </a:r>
            <a:r>
              <a:rPr lang="en-US" b="1">
                <a:solidFill>
                  <a:srgbClr val="0070C0"/>
                </a:solidFill>
              </a:rPr>
              <a:t>data model </a:t>
            </a:r>
            <a:r>
              <a:rPr lang="en-US"/>
              <a:t>requires answering questions about entities, relationships, and attributes.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data model ensures we understand: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each user’s perspective of the data;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nature of the data itself, independent of its physical representations;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use of data across user views.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Database Design</a:t>
            </a:r>
            <a:endParaRPr/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Three phases of database design: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Conceptual, Logical and Physical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175873" y="4585232"/>
            <a:ext cx="1273836" cy="1358368"/>
          </a:xfrm>
          <a:prstGeom prst="flowChartOffpageConnector">
            <a:avLst/>
          </a:prstGeom>
          <a:solidFill>
            <a:srgbClr val="FF5050"/>
          </a:solidFill>
          <a:ln>
            <a:noFill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1442093" y="2579316"/>
            <a:ext cx="7422842" cy="95309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constructing a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used in an enterprise, independent of all physical considerations.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Entity Relationship Model; Data dictionary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449710" y="3532408"/>
            <a:ext cx="7415225" cy="10528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constructing a model of information used in an enterprise based on a specific data model (e.g. relational), but independent of a particular DBMS and other physical considerations.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CC33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Normalized database (relational) schemas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442093" y="4585232"/>
            <a:ext cx="7422842" cy="10984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producing a description of the implementation of the database on secondary storage; it describes the base relations, file organizations, and indexes design used to achieve efficient access to the data, and any associated integrity constraints and security measures.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175871" y="3439879"/>
            <a:ext cx="1266221" cy="1426227"/>
          </a:xfrm>
          <a:prstGeom prst="flowChartOffpageConnector">
            <a:avLst/>
          </a:prstGeom>
          <a:solidFill>
            <a:srgbClr val="FF7C80"/>
          </a:solidFill>
          <a:ln>
            <a:noFill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Logical 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175870" y="2564566"/>
            <a:ext cx="1266222" cy="1203103"/>
          </a:xfrm>
          <a:prstGeom prst="flowChartOffpageConnector">
            <a:avLst/>
          </a:prstGeom>
          <a:solidFill>
            <a:srgbClr val="FF9999"/>
          </a:solidFill>
          <a:ln>
            <a:noFill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Three-level ANSI-SPARC Architecture and Phases of Database Design</a:t>
            </a:r>
            <a:endParaRPr/>
          </a:p>
        </p:txBody>
      </p:sp>
      <p:pic>
        <p:nvPicPr>
          <p:cNvPr id="293" name="Google Shape;293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72502" y="1646238"/>
            <a:ext cx="6798995" cy="4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Stages</a:t>
            </a:r>
            <a:endParaRPr/>
          </a:p>
        </p:txBody>
      </p:sp>
      <p:sp>
        <p:nvSpPr>
          <p:cNvPr id="301" name="Google Shape;301;p21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DBMS selection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Application design – User interface (UI) design and application program design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Prototyping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Conversion and loading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Testing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Operational Maintenance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3A9152-69B0-736A-2CFE-04A297940E6A}"/>
              </a:ext>
            </a:extLst>
          </p:cNvPr>
          <p:cNvSpPr txBox="1"/>
          <p:nvPr/>
        </p:nvSpPr>
        <p:spPr>
          <a:xfrm>
            <a:off x="4539264" y="1858011"/>
            <a:ext cx="3380769" cy="400110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THE RELATIONAL MODEL</a:t>
            </a:r>
            <a:endParaRPr lang="ko-KR" altLang="en-US" sz="2000" b="1" dirty="0">
              <a:solidFill>
                <a:schemeClr val="bg1">
                  <a:lumMod val="8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BDAC7-AF3F-67DF-4F18-78B7C660723C}"/>
              </a:ext>
            </a:extLst>
          </p:cNvPr>
          <p:cNvSpPr txBox="1"/>
          <p:nvPr/>
        </p:nvSpPr>
        <p:spPr>
          <a:xfrm>
            <a:off x="3835514" y="1765679"/>
            <a:ext cx="718572" cy="507831"/>
          </a:xfrm>
          <a:prstGeom prst="rect">
            <a:avLst/>
          </a:prstGeom>
          <a:noFill/>
        </p:spPr>
        <p:txBody>
          <a:bodyPr wrap="square" lIns="81000" rIns="81000" rtlCol="0">
            <a:spAutoFit/>
          </a:bodyPr>
          <a:lstStyle/>
          <a:p>
            <a:pPr algn="ctr"/>
            <a:r>
              <a:rPr lang="en-US" altLang="ko-KR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01</a:t>
            </a:r>
            <a:endParaRPr lang="ko-KR" altLang="en-US" sz="2700" b="1" dirty="0">
              <a:solidFill>
                <a:schemeClr val="bg1">
                  <a:lumMod val="8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3835514" y="2304244"/>
            <a:ext cx="4878875" cy="507831"/>
            <a:chOff x="5114018" y="1929326"/>
            <a:chExt cx="6505167" cy="67710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DATABASE DESIGN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r>
                <a:rPr lang="en-US" altLang="ko-KR" sz="2700" b="1" dirty="0">
                  <a:solidFill>
                    <a:schemeClr val="bg1">
                      <a:lumMod val="8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2700" b="1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14" y="5802954"/>
            <a:ext cx="1463448" cy="1101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30A9955-E745-7418-D65E-FBF87773908D}"/>
              </a:ext>
            </a:extLst>
          </p:cNvPr>
          <p:cNvGrpSpPr/>
          <p:nvPr/>
        </p:nvGrpSpPr>
        <p:grpSpPr>
          <a:xfrm>
            <a:off x="3835514" y="2921169"/>
            <a:ext cx="4878875" cy="507831"/>
            <a:chOff x="5114018" y="1929326"/>
            <a:chExt cx="6505167" cy="67710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2525C9-D602-58EC-35D7-92F5305127D5}"/>
                </a:ext>
              </a:extLst>
            </p:cNvPr>
            <p:cNvSpPr txBox="1"/>
            <p:nvPr/>
          </p:nvSpPr>
          <p:spPr>
            <a:xfrm>
              <a:off x="6052351" y="2054221"/>
              <a:ext cx="5566834" cy="533481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- CONCEPTUAL DESIGN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AFDF72-7716-1B0F-937B-D5ED0014D8EA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77109"/>
            </a:xfrm>
            <a:prstGeom prst="rect">
              <a:avLst/>
            </a:prstGeom>
            <a:noFill/>
          </p:spPr>
          <p:txBody>
            <a:bodyPr wrap="square" lIns="81000" rIns="81000" rtlCol="0">
              <a:spAutoFit/>
            </a:bodyPr>
            <a:lstStyle/>
            <a:p>
              <a:pPr algn="ctr"/>
              <a:endParaRPr lang="ko-KR" altLang="en-US" sz="2700" b="1" dirty="0">
                <a:cs typeface="Arial" pitchFamily="34" charset="0"/>
              </a:endParaRPr>
            </a:p>
          </p:txBody>
        </p:sp>
      </p:grpSp>
      <p:pic>
        <p:nvPicPr>
          <p:cNvPr id="7" name="Graphic 6" descr="Blackboard outline">
            <a:extLst>
              <a:ext uri="{FF2B5EF4-FFF2-40B4-BE49-F238E27FC236}">
                <a16:creationId xmlns:a16="http://schemas.microsoft.com/office/drawing/2014/main" id="{2C57639D-A96A-004F-B083-34DC34D9D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7545" y="2717884"/>
            <a:ext cx="914400" cy="914400"/>
          </a:xfrm>
          <a:prstGeom prst="rect">
            <a:avLst/>
          </a:prstGeom>
        </p:spPr>
      </p:pic>
      <p:pic>
        <p:nvPicPr>
          <p:cNvPr id="12" name="Graphic 11" descr="Clipboard outline">
            <a:extLst>
              <a:ext uri="{FF2B5EF4-FFF2-40B4-BE49-F238E27FC236}">
                <a16:creationId xmlns:a16="http://schemas.microsoft.com/office/drawing/2014/main" id="{E1FE4CE5-D999-D56E-560C-D2D58DC523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679" y="3681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19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Methodology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Structured approach that uses procedures, techniques, tools, and documentation aids to support and facilitate the process of design.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Database design methodology has 3 main phases:</a:t>
            </a:r>
            <a:endParaRPr sz="2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Conceptual database design;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Logical database design;</a:t>
            </a:r>
            <a:endParaRPr sz="20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/>
              <a:t>Physical database design.</a:t>
            </a:r>
            <a:endParaRPr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Design Phases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91107" y="4686768"/>
            <a:ext cx="1273836" cy="1426228"/>
          </a:xfrm>
          <a:prstGeom prst="flowChartOffpageConnector">
            <a:avLst/>
          </a:prstGeom>
          <a:solidFill>
            <a:srgbClr val="FF5050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480175" y="1710255"/>
            <a:ext cx="7407609" cy="114780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constructing a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used in an enterprise, independent of all physical considerations.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Entity Relationship Model; Data dictionary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472562" y="3200899"/>
            <a:ext cx="7415225" cy="114780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constructing a model of information used in an enterprise based on a specific data model (e.g. relational), but independent of a particular DBMS and other physical considerations.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1" indent="-1714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CC33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Normalized database (relational) schemas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1457325" y="4686767"/>
            <a:ext cx="7430459" cy="112619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8000" tIns="11425" rIns="11425" bIns="11425" anchor="ctr" anchorCtr="0">
            <a:noAutofit/>
          </a:bodyPr>
          <a:lstStyle/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Process of producing a description of the implementation of the database on secondary storage; it describes the base relations, file organizations, and indexes design used to achieve efficient access to the data, and any associated integrity constraints and security measures.</a:t>
            </a:r>
            <a:endParaRPr sz="16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98723" y="3200899"/>
            <a:ext cx="1266221" cy="1426227"/>
          </a:xfrm>
          <a:prstGeom prst="flowChartOffpageConnector">
            <a:avLst/>
          </a:prstGeom>
          <a:solidFill>
            <a:srgbClr val="FF7C80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Logical 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98723" y="1710255"/>
            <a:ext cx="1273836" cy="1426227"/>
          </a:xfrm>
          <a:prstGeom prst="flowChartOffpageConnector">
            <a:avLst/>
          </a:prstGeom>
          <a:solidFill>
            <a:srgbClr val="FF9999"/>
          </a:solidFill>
          <a:ln w="12700" cap="flat" cmpd="sng">
            <a:solidFill>
              <a:srgbClr val="FF99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75" tIns="8875" rIns="8875" bIns="88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Critical Success Factors in DB Design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Work interactively with users as much as possible.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Follow a structured methodology throughout the data modelling process.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Employ a data-driven approach.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Incorporate structural and integrity considerations into the data models.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Combine conceptualization, normalization, and transaction validation techniques into the data modelling methodology.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CD: Construct local conceptual data model for each user view - ERM</a:t>
            </a:r>
            <a:endParaRPr/>
          </a:p>
        </p:txBody>
      </p:sp>
      <p:grpSp>
        <p:nvGrpSpPr>
          <p:cNvPr id="136" name="Google Shape;136;p6"/>
          <p:cNvGrpSpPr/>
          <p:nvPr/>
        </p:nvGrpSpPr>
        <p:grpSpPr>
          <a:xfrm>
            <a:off x="632616" y="1502073"/>
            <a:ext cx="7878766" cy="4520604"/>
            <a:chOff x="3966" y="155079"/>
            <a:chExt cx="7878766" cy="4520604"/>
          </a:xfrm>
        </p:grpSpPr>
        <p:sp>
          <p:nvSpPr>
            <p:cNvPr id="137" name="Google Shape;137;p6"/>
            <p:cNvSpPr/>
            <p:nvPr/>
          </p:nvSpPr>
          <p:spPr>
            <a:xfrm rot="5400000">
              <a:off x="-36292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3966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41796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1.1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Identify entity types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 rot="5400000">
              <a:off x="-36292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3966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 txBox="1"/>
            <p:nvPr/>
          </p:nvSpPr>
          <p:spPr>
            <a:xfrm>
              <a:off x="41796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1.2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Identify relationship types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444326" y="3604262"/>
              <a:ext cx="2853223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966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41796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1.3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Identify and associate attributes with entity or relationship types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 rot="-5400000">
              <a:off x="250012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867015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2904845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1.4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Determine attribute domains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 rot="-5400000">
              <a:off x="250012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2867015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2904845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1.5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Determine candidate and primary key attributes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3307375" y="375259"/>
              <a:ext cx="2853223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2867015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2904845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1.6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Consider use of enhanced modeling concepts (optional step)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 rot="5400000">
              <a:off x="536317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5730064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5767894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1.7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Check model for redundancy 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 rot="5400000">
              <a:off x="536317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5730064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5767894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1.8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Validate local conceptual model against user transactions 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5730064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5767894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1.9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 local conceptual data model with user</a:t>
              </a:r>
              <a:endParaRPr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Design: Steps and Outputs</a:t>
            </a:r>
            <a:endParaRPr/>
          </a:p>
        </p:txBody>
      </p:sp>
      <p:graphicFrame>
        <p:nvGraphicFramePr>
          <p:cNvPr id="170" name="Google Shape;170;p7"/>
          <p:cNvGraphicFramePr/>
          <p:nvPr/>
        </p:nvGraphicFramePr>
        <p:xfrm>
          <a:off x="628650" y="1825625"/>
          <a:ext cx="7886700" cy="3657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9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of entities 🡪 initial data dictionary (DD - Fig 1)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Relationships between entities 🡪 ERD (entity, relationship and multiplicity constraints are shown (Fig 2); a more complete  DD (Fig 3)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Attributes belong to entities &amp; relationships 🡪DD (Fig 4)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for each attribute 🡪 a more complete DD 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Candidate keys and primary keys for every entity 🡪 ERD with PK (Fig 5)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ERD or Enhance ERD (EERD – Fig 6)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Revised ERD/EERD with no redundancies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Validated (against user transactions ) ERD/EERD  with pathways(Fig 7)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(with users) ERD/EERD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Let’s go to Entity Relationship Model (ERM)</a:t>
            </a:r>
            <a:endParaRPr/>
          </a:p>
        </p:txBody>
      </p:sp>
      <p:sp>
        <p:nvSpPr>
          <p:cNvPr id="176" name="Google Shape;176;p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We’ll come back to this slide once we’re done with ERM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(1/14)</a:t>
            </a:r>
            <a:endParaRPr/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1.1: Identify entities and document them in </a:t>
            </a:r>
            <a:r>
              <a:rPr lang="en-US" b="1" u="sng">
                <a:solidFill>
                  <a:srgbClr val="0070C0"/>
                </a:solidFill>
              </a:rPr>
              <a:t>Data Dictionary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 of data dictionary that documents the entities for Staff of </a:t>
            </a:r>
            <a:r>
              <a:rPr lang="en-US" i="1"/>
              <a:t>DreamHome</a:t>
            </a:r>
            <a:r>
              <a:rPr lang="en-US"/>
              <a:t> (Example as figure below)</a:t>
            </a:r>
            <a:endParaRPr/>
          </a:p>
        </p:txBody>
      </p:sp>
      <p:pic>
        <p:nvPicPr>
          <p:cNvPr id="187" name="Google Shape;187;p9" descr="DS3-Figure 14-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934" y="3191878"/>
            <a:ext cx="6898132" cy="298508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6991297" y="5934809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1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0" descr="DS3-Figure 14-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5331" y="3246121"/>
            <a:ext cx="5653338" cy="3067367"/>
          </a:xfrm>
          <a:prstGeom prst="rect">
            <a:avLst/>
          </a:prstGeom>
          <a:solidFill>
            <a:srgbClr val="FBE4D4"/>
          </a:solidFill>
          <a:ln>
            <a:noFill/>
          </a:ln>
        </p:spPr>
      </p:pic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(2/14)</a:t>
            </a:r>
            <a:endParaRPr/>
          </a:p>
        </p:txBody>
      </p:sp>
      <p:sp>
        <p:nvSpPr>
          <p:cNvPr id="195" name="Google Shape;195;p1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1.2: </a:t>
            </a:r>
            <a:r>
              <a:rPr lang="en-US" b="1" u="sng">
                <a:solidFill>
                  <a:srgbClr val="0070C0"/>
                </a:solidFill>
              </a:rPr>
              <a:t>Identify relationship</a:t>
            </a:r>
            <a:r>
              <a:rPr lang="en-US" b="1">
                <a:solidFill>
                  <a:srgbClr val="0070C0"/>
                </a:solidFill>
              </a:rPr>
              <a:t> type between entities – show in ERM and Data Dictionary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 of ER diagram for Staff user views of </a:t>
            </a:r>
            <a:r>
              <a:rPr lang="en-US" i="1"/>
              <a:t>DreamHome</a:t>
            </a:r>
            <a:r>
              <a:rPr lang="en-US"/>
              <a:t> (Figure below)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7485581" y="5922319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2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(3/14)</a:t>
            </a:r>
            <a:endParaRPr/>
          </a:p>
        </p:txBody>
      </p:sp>
      <p:sp>
        <p:nvSpPr>
          <p:cNvPr id="204" name="Google Shape;204;p11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the data dictionary for the Staff of </a:t>
            </a:r>
            <a:r>
              <a:rPr lang="en-US" i="1"/>
              <a:t>DreamHome</a:t>
            </a:r>
            <a:r>
              <a:rPr lang="en-US"/>
              <a:t> showing the description of relationship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07" name="Google Shape;207;p11" descr="DS3-Figure 14-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2992338"/>
            <a:ext cx="7886700" cy="259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7485581" y="5189461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3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(4/14)</a:t>
            </a:r>
            <a:endParaRPr/>
          </a:p>
        </p:txBody>
      </p:sp>
      <p:sp>
        <p:nvSpPr>
          <p:cNvPr id="214" name="Google Shape;214;p1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1.3: Identify and associate attributes with entity or relationship types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identify and associate attributes with the appropriate entity or relationship types and document the details of each attribute.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How?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Ask question: What information are we required to hold on each entity or attribute?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Answer can be found in system’s specification and/or from users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Determine attributes classifications: composite, single, multi-valued, derived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Document the identified attributes (refer next slide)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(5/14)</a:t>
            </a:r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data dictionary for Staff of </a:t>
            </a:r>
            <a:r>
              <a:rPr lang="en-US" i="1"/>
              <a:t>DreamHome</a:t>
            </a:r>
            <a:r>
              <a:rPr lang="en-US"/>
              <a:t> showing the description of attributes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25" name="Google Shape;225;p13" descr="DS3-Figure 14-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2594422"/>
            <a:ext cx="7886700" cy="2813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 txBox="1"/>
          <p:nvPr/>
        </p:nvSpPr>
        <p:spPr>
          <a:xfrm>
            <a:off x="7365265" y="5011707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4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(6/14)</a:t>
            </a:r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1.4: Determine attribute domains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determine domains for the attributes and document the details of each domain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“sex” attribute of the “Staff” entity as being either “M” or “F”. The domain of this attribute is a single character string consisting of values “M” or “F”.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domains for each attributes includes: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Allowable set of values for attributes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Sizes and format of the attribute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(7/14)</a:t>
            </a:r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1.5: Determine candidate and primary key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identify the candidate key(s) for each entity and if there is more than one candidate key, choose one to be the primary key.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following guidelines to help make the selection: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candidate key with minimal set of attributes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candidate key that is least likely to have its values changed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candidate key with fewest characters (textual attributes)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candidate key with smallest maximum value (numerical attributes)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candidate key that is easiest to use from the users’ point of view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(8/14)</a:t>
            </a:r>
            <a:endParaRPr/>
          </a:p>
        </p:txBody>
      </p:sp>
      <p:sp>
        <p:nvSpPr>
          <p:cNvPr id="256" name="Google Shape;256;p17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ER diagram for Staff user view of </a:t>
            </a:r>
            <a:r>
              <a:rPr lang="en-US" i="1"/>
              <a:t>DreamHome</a:t>
            </a:r>
            <a:r>
              <a:rPr lang="en-US"/>
              <a:t> with primary key added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59" name="Google Shape;259;p17" descr="DS3-Figure 14-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0670" y="2505144"/>
            <a:ext cx="6202659" cy="377024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7"/>
          <p:cNvSpPr txBox="1"/>
          <p:nvPr/>
        </p:nvSpPr>
        <p:spPr>
          <a:xfrm>
            <a:off x="7774338" y="5826065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5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8" descr="DS3-Figure 14-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1650" y="2211716"/>
            <a:ext cx="6064258" cy="428115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(9/14)</a:t>
            </a:r>
            <a:endParaRPr/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1.6: Consider use of enhanced modelling concepts (optional step)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891925" y="2459504"/>
            <a:ext cx="2950076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ER diagram for Staff user view of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DreamHome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specialization / generalization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7774338" y="5826065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6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(11/14)</a:t>
            </a:r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1.7: Check model for redundancy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check for the presence of any redundancy in the model.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Activities in this step are: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Re-examine one to one (1:1) relationships.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Example: Staff and employee that are actually the same. In this case two entities should be merged.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Remove redundant relationships.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Consider time dimension.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Example: Slide 19 shows the relationships between Man, Woman and Child. Consider the situation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It is important to examine the meaning of each relationship between entities when assessing redundancy.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(12/14)</a:t>
            </a:r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non-redundant relationship</a:t>
            </a:r>
            <a:endParaRPr/>
          </a:p>
        </p:txBody>
      </p:sp>
      <p:pic>
        <p:nvPicPr>
          <p:cNvPr id="288" name="Google Shape;288;p20" descr="DS3-Figure 14-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8100" y="2374447"/>
            <a:ext cx="6527800" cy="380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(13/14)</a:t>
            </a:r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b="1">
                <a:solidFill>
                  <a:srgbClr val="0070C0"/>
                </a:solidFill>
              </a:rPr>
              <a:t>Step 1.8: Validate local conceptual model against user transactions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ensure that the model supports the transactions  required by the view.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Two approaches: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Describing transactions.</a:t>
            </a:r>
            <a:br>
              <a:rPr lang="en-US"/>
            </a:br>
            <a:r>
              <a:rPr lang="en-US"/>
              <a:t>Example: Transaction (d) – List the details of properties managed by a named member of staff at the branch.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Using transaction pathways.</a:t>
            </a:r>
            <a:br>
              <a:rPr lang="en-US"/>
            </a:br>
            <a:r>
              <a:rPr lang="en-US"/>
              <a:t>Example: Refer next slide.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Data Model Steps &amp; Output </a:t>
            </a:r>
            <a:r>
              <a:rPr lang="en-US" sz="2400"/>
              <a:t>(14/14)</a:t>
            </a:r>
            <a:endParaRPr/>
          </a:p>
        </p:txBody>
      </p:sp>
      <p:sp>
        <p:nvSpPr>
          <p:cNvPr id="302" name="Google Shape;302;p2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of using pathway to check the model supports the user transaction for Staff user view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05" name="Google Shape;305;p22" descr="DS3-Figure 14-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6963" y="2502568"/>
            <a:ext cx="6004017" cy="383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7341211" y="5782400"/>
            <a:ext cx="10297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rPr>
              <a:t>Figure 7</a:t>
            </a:r>
            <a:endParaRPr sz="2000" b="1">
              <a:solidFill>
                <a:srgbClr val="830E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(1/2)</a:t>
            </a:r>
            <a:endParaRPr/>
          </a:p>
        </p:txBody>
      </p:sp>
      <p:grpSp>
        <p:nvGrpSpPr>
          <p:cNvPr id="314" name="Google Shape;314;p23"/>
          <p:cNvGrpSpPr/>
          <p:nvPr/>
        </p:nvGrpSpPr>
        <p:grpSpPr>
          <a:xfrm>
            <a:off x="632616" y="1501279"/>
            <a:ext cx="7878766" cy="4520604"/>
            <a:chOff x="3966" y="155079"/>
            <a:chExt cx="7878766" cy="4520604"/>
          </a:xfrm>
        </p:grpSpPr>
        <p:sp>
          <p:nvSpPr>
            <p:cNvPr id="315" name="Google Shape;315;p23"/>
            <p:cNvSpPr/>
            <p:nvPr/>
          </p:nvSpPr>
          <p:spPr>
            <a:xfrm rot="5400000">
              <a:off x="-36292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3966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41796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1.1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Identify entity types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3"/>
            <p:cNvSpPr/>
            <p:nvPr/>
          </p:nvSpPr>
          <p:spPr>
            <a:xfrm rot="5400000">
              <a:off x="-36292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3966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41796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1.2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Identify relationship types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444326" y="3604262"/>
              <a:ext cx="2853223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3966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41796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1.3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Identify and associate attributes with entity or relationship types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 rot="-5400000">
              <a:off x="250012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2867015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2904845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1.4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Determine attribute domains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 rot="-5400000">
              <a:off x="250012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867015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2904845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1.5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Determine candidate and primary key attributes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3307375" y="375259"/>
              <a:ext cx="2853223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2867015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2904845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1.6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Consider use of enhanced modeling concepts (optional step)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 rot="5400000">
              <a:off x="5363174" y="1182510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5730064" y="155079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5767894" y="192909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1.7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Check model for redundancy 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3"/>
            <p:cNvSpPr/>
            <p:nvPr/>
          </p:nvSpPr>
          <p:spPr>
            <a:xfrm rot="5400000">
              <a:off x="5363174" y="2797011"/>
              <a:ext cx="1604675" cy="1937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5730064" y="1769580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3"/>
            <p:cNvSpPr txBox="1"/>
            <p:nvPr/>
          </p:nvSpPr>
          <p:spPr>
            <a:xfrm>
              <a:off x="5767894" y="1807410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1.8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Validate local conceptual model against user transactions 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5730064" y="3384082"/>
              <a:ext cx="2152668" cy="1291601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5767894" y="3421912"/>
              <a:ext cx="2077008" cy="1215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1.9  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-US" sz="15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 local conceptual data model with user</a:t>
              </a:r>
              <a:endParaRPr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(2/2)</a:t>
            </a:r>
            <a:endParaRPr/>
          </a:p>
        </p:txBody>
      </p:sp>
      <p:graphicFrame>
        <p:nvGraphicFramePr>
          <p:cNvPr id="348" name="Google Shape;348;p24"/>
          <p:cNvGraphicFramePr/>
          <p:nvPr/>
        </p:nvGraphicFramePr>
        <p:xfrm>
          <a:off x="628650" y="1825625"/>
          <a:ext cx="7886700" cy="3657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9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 of entities 🡪 initial data dictionary (DD - Fig 1)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Relationships between entities 🡪 ERD (entity, relationship and multiplicity constraints are shown (Fig 2); a more complete  DD (Fig 3)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Attributes belong to entities &amp; relationships 🡪DD (Fig 4)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for each attribute 🡪 a more complete DD 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Candidate keys and primary keys for every entity 🡪 ERD with PK (Fig 5)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ERD or Enhance ERD (EERD – Fig 6)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Revised ERD/EERD with no redundancies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Validated (against user transactions ) ERD/EERD  with pathways(Fig 7)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Reviewed (with users) ERD/EERD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78</TotalTime>
  <Words>3990</Words>
  <Application>Microsoft Office PowerPoint</Application>
  <PresentationFormat>On-screen Show (4:3)</PresentationFormat>
  <Paragraphs>504</Paragraphs>
  <Slides>74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Montserrat Semi</vt:lpstr>
      <vt:lpstr>Aptos</vt:lpstr>
      <vt:lpstr>Arial</vt:lpstr>
      <vt:lpstr>Calibri</vt:lpstr>
      <vt:lpstr>Helvetica</vt:lpstr>
      <vt:lpstr>Times New Roman</vt:lpstr>
      <vt:lpstr>Verdana</vt:lpstr>
      <vt:lpstr>Lecture Slide Template DB</vt:lpstr>
      <vt:lpstr>PowerPoint Presentation</vt:lpstr>
      <vt:lpstr>LECTURE LEARNING OUTCOME</vt:lpstr>
      <vt:lpstr>LECTURE LEARNING OUTCOME</vt:lpstr>
      <vt:lpstr>PowerPoint Presentation</vt:lpstr>
      <vt:lpstr>Introduction</vt:lpstr>
      <vt:lpstr>Relational Model Terminology</vt:lpstr>
      <vt:lpstr>Examples of Attributes &amp; Domains</vt:lpstr>
      <vt:lpstr>Relational Model Terminology</vt:lpstr>
      <vt:lpstr>Examples</vt:lpstr>
      <vt:lpstr>Alternative Terminology </vt:lpstr>
      <vt:lpstr>PowerPoint Presentation</vt:lpstr>
      <vt:lpstr>Database Relations</vt:lpstr>
      <vt:lpstr>Examples</vt:lpstr>
      <vt:lpstr>Properties of Relations</vt:lpstr>
      <vt:lpstr>PowerPoint Presentation</vt:lpstr>
      <vt:lpstr>Relational Keys</vt:lpstr>
      <vt:lpstr>Relational Keys</vt:lpstr>
      <vt:lpstr>Relational Keys</vt:lpstr>
      <vt:lpstr>PowerPoint Presentation</vt:lpstr>
      <vt:lpstr>Relational Keys</vt:lpstr>
      <vt:lpstr>Relational Keys</vt:lpstr>
      <vt:lpstr>Relational Keys</vt:lpstr>
      <vt:lpstr>Relational Keys</vt:lpstr>
      <vt:lpstr>Relational Keys</vt:lpstr>
      <vt:lpstr>Integrity Constraints</vt:lpstr>
      <vt:lpstr>Integrity Constraints</vt:lpstr>
      <vt:lpstr>Integrity Constraints</vt:lpstr>
      <vt:lpstr>Views</vt:lpstr>
      <vt:lpstr>Views</vt:lpstr>
      <vt:lpstr>Purpose of Views</vt:lpstr>
      <vt:lpstr>Updating Views</vt:lpstr>
      <vt:lpstr>Summary</vt:lpstr>
      <vt:lpstr>PowerPoint Presentation</vt:lpstr>
      <vt:lpstr>Stages of Database Application Lifecycle</vt:lpstr>
      <vt:lpstr>1) Database Planning</vt:lpstr>
      <vt:lpstr>1) Database Planning</vt:lpstr>
      <vt:lpstr>1) Database Planning</vt:lpstr>
      <vt:lpstr>2) System Definition</vt:lpstr>
      <vt:lpstr>2) System Definition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3) Requirements Collection and Analysis</vt:lpstr>
      <vt:lpstr>4) Database Design</vt:lpstr>
      <vt:lpstr>4) Database Design</vt:lpstr>
      <vt:lpstr>4) Database Design</vt:lpstr>
      <vt:lpstr>4) Database Design</vt:lpstr>
      <vt:lpstr>Three-level ANSI-SPARC Architecture and Phases of Database Design</vt:lpstr>
      <vt:lpstr>Other Stages</vt:lpstr>
      <vt:lpstr>PowerPoint Presentation</vt:lpstr>
      <vt:lpstr>Design Methodology</vt:lpstr>
      <vt:lpstr>Database Design Phases</vt:lpstr>
      <vt:lpstr>Critical Success Factors in DB Design</vt:lpstr>
      <vt:lpstr>CD: Construct local conceptual data model for each user view - ERM</vt:lpstr>
      <vt:lpstr>Conceptual Design: Steps and Outputs</vt:lpstr>
      <vt:lpstr>Let’s go to Entity Relationship Model (ERM)</vt:lpstr>
      <vt:lpstr>Conceptual Data Model Steps &amp; Output (1/14)</vt:lpstr>
      <vt:lpstr>Conceptual Data Model Steps &amp; Output (2/14)</vt:lpstr>
      <vt:lpstr>Conceptual Data Model Steps &amp; Output (3/14)</vt:lpstr>
      <vt:lpstr>Conceptual Data Model Steps &amp; Output (4/14)</vt:lpstr>
      <vt:lpstr>Conceptual Data Model Steps &amp; Output (5/14)</vt:lpstr>
      <vt:lpstr>Conceptual Data Model Steps &amp; Output (6/14)</vt:lpstr>
      <vt:lpstr>Conceptual Data Model Steps &amp; Output (7/14)</vt:lpstr>
      <vt:lpstr>Conceptual Data Model Steps &amp; Output (8/14)</vt:lpstr>
      <vt:lpstr>Conceptual Data Model Steps &amp; Output (9/14)</vt:lpstr>
      <vt:lpstr>Conceptual Data Model Steps &amp; Output (11/14)</vt:lpstr>
      <vt:lpstr>Conceptual Data Model Steps &amp; Output (12/14)</vt:lpstr>
      <vt:lpstr>Conceptual Data Model Steps &amp; Output (13/14)</vt:lpstr>
      <vt:lpstr>Conceptual Data Model Steps &amp; Output (14/14)</vt:lpstr>
      <vt:lpstr>Summary (1/2)</vt:lpstr>
      <vt:lpstr>Summary (2/2)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acidfed</dc:creator>
  <cp:lastModifiedBy>NIES HUI WEN</cp:lastModifiedBy>
  <cp:revision>1</cp:revision>
  <dcterms:created xsi:type="dcterms:W3CDTF">2019-01-07T08:53:00Z</dcterms:created>
  <dcterms:modified xsi:type="dcterms:W3CDTF">2024-09-30T13:46:28Z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