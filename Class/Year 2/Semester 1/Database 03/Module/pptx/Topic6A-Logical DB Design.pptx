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39"/>
  </p:notesMasterIdLst>
  <p:sldIdLst>
    <p:sldId id="315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316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8" r:id="rId32"/>
    <p:sldId id="292" r:id="rId33"/>
    <p:sldId id="290" r:id="rId34"/>
    <p:sldId id="291" r:id="rId35"/>
    <p:sldId id="293" r:id="rId36"/>
    <p:sldId id="294" r:id="rId37"/>
    <p:sldId id="313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1D35"/>
    <a:srgbClr val="956251"/>
    <a:srgbClr val="9B2D1F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103BF-8BC4-4C16-980D-9FBB521C17DC}" v="37" dt="2024-09-30T14:30:10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39" autoAdjust="0"/>
    <p:restoredTop sz="95374" autoAdjust="0"/>
  </p:normalViewPr>
  <p:slideViewPr>
    <p:cSldViewPr snapToGrid="0">
      <p:cViewPr varScale="1">
        <p:scale>
          <a:sx n="62" d="100"/>
          <a:sy n="62" d="100"/>
        </p:scale>
        <p:origin x="135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S HUI WEN" userId="3541b9e0-606d-4c51-a83e-60dbee75d3cd" providerId="ADAL" clId="{78D103BF-8BC4-4C16-980D-9FBB521C17DC}"/>
    <pc:docChg chg="undo redo custSel addSld delSld modSld modMainMaster modNotesMaster">
      <pc:chgData name="NIES HUI WEN" userId="3541b9e0-606d-4c51-a83e-60dbee75d3cd" providerId="ADAL" clId="{78D103BF-8BC4-4C16-980D-9FBB521C17DC}" dt="2024-09-30T14:31:40.754" v="462" actId="47"/>
      <pc:docMkLst>
        <pc:docMk/>
      </pc:docMkLst>
      <pc:sldChg chg="modSp add mod">
        <pc:chgData name="NIES HUI WEN" userId="3541b9e0-606d-4c51-a83e-60dbee75d3cd" providerId="ADAL" clId="{78D103BF-8BC4-4C16-980D-9FBB521C17DC}" dt="2024-09-30T14:11:18.744" v="59" actId="27636"/>
        <pc:sldMkLst>
          <pc:docMk/>
          <pc:sldMk cId="0" sldId="258"/>
        </pc:sldMkLst>
        <pc:spChg chg="mod">
          <ac:chgData name="NIES HUI WEN" userId="3541b9e0-606d-4c51-a83e-60dbee75d3cd" providerId="ADAL" clId="{78D103BF-8BC4-4C16-980D-9FBB521C17DC}" dt="2024-09-30T14:11:18.744" v="59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58"/>
            <ac:spMk id="6" creationId="{00000000-0000-0000-0000-000000000000}"/>
          </ac:spMkLst>
        </pc:spChg>
      </pc:sldChg>
      <pc:sldChg chg="modSp add mod">
        <pc:chgData name="NIES HUI WEN" userId="3541b9e0-606d-4c51-a83e-60dbee75d3cd" providerId="ADAL" clId="{78D103BF-8BC4-4C16-980D-9FBB521C17DC}" dt="2024-09-30T14:11:58.713" v="68" actId="14100"/>
        <pc:sldMkLst>
          <pc:docMk/>
          <pc:sldMk cId="0" sldId="259"/>
        </pc:sldMkLst>
        <pc:spChg chg="mod ord">
          <ac:chgData name="NIES HUI WEN" userId="3541b9e0-606d-4c51-a83e-60dbee75d3cd" providerId="ADAL" clId="{78D103BF-8BC4-4C16-980D-9FBB521C17DC}" dt="2024-09-30T14:11:40.962" v="63" actId="166"/>
          <ac:spMkLst>
            <pc:docMk/>
            <pc:sldMk cId="0" sldId="259"/>
            <ac:spMk id="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59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11:58.713" v="68" actId="14100"/>
          <ac:picMkLst>
            <pc:docMk/>
            <pc:sldMk cId="0" sldId="259"/>
            <ac:picMk id="7" creationId="{00000000-0000-0000-0000-000000000000}"/>
          </ac:picMkLst>
        </pc:picChg>
      </pc:sldChg>
      <pc:sldChg chg="modSp add mod">
        <pc:chgData name="NIES HUI WEN" userId="3541b9e0-606d-4c51-a83e-60dbee75d3cd" providerId="ADAL" clId="{78D103BF-8BC4-4C16-980D-9FBB521C17DC}" dt="2024-09-30T14:11:18.802" v="61" actId="27636"/>
        <pc:sldMkLst>
          <pc:docMk/>
          <pc:sldMk cId="0" sldId="260"/>
        </pc:sldMkLst>
        <pc:spChg chg="mod">
          <ac:chgData name="NIES HUI WEN" userId="3541b9e0-606d-4c51-a83e-60dbee75d3cd" providerId="ADAL" clId="{78D103BF-8BC4-4C16-980D-9FBB521C17DC}" dt="2024-09-30T14:11:18.802" v="61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0"/>
            <ac:spMk id="6" creationId="{00000000-0000-0000-0000-000000000000}"/>
          </ac:spMkLst>
        </pc:spChg>
      </pc:sldChg>
      <pc:sldChg chg="modSp add mod">
        <pc:chgData name="NIES HUI WEN" userId="3541b9e0-606d-4c51-a83e-60dbee75d3cd" providerId="ADAL" clId="{78D103BF-8BC4-4C16-980D-9FBB521C17DC}" dt="2024-09-30T14:12:17.219" v="69" actId="1076"/>
        <pc:sldMkLst>
          <pc:docMk/>
          <pc:sldMk cId="0" sldId="261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1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2:17.219" v="69" actId="1076"/>
          <ac:spMkLst>
            <pc:docMk/>
            <pc:sldMk cId="0" sldId="261"/>
            <ac:spMk id="7" creationId="{00000000-0000-0000-0000-000000000000}"/>
          </ac:spMkLst>
        </pc:spChg>
      </pc:sldChg>
      <pc:sldChg chg="addSp delSp modSp add mod">
        <pc:chgData name="NIES HUI WEN" userId="3541b9e0-606d-4c51-a83e-60dbee75d3cd" providerId="ADAL" clId="{78D103BF-8BC4-4C16-980D-9FBB521C17DC}" dt="2024-09-30T14:14:04.551" v="78" actId="166"/>
        <pc:sldMkLst>
          <pc:docMk/>
          <pc:sldMk cId="0" sldId="262"/>
        </pc:sldMkLst>
        <pc:spChg chg="ord">
          <ac:chgData name="NIES HUI WEN" userId="3541b9e0-606d-4c51-a83e-60dbee75d3cd" providerId="ADAL" clId="{78D103BF-8BC4-4C16-980D-9FBB521C17DC}" dt="2024-09-30T14:14:04.551" v="78" actId="166"/>
          <ac:spMkLst>
            <pc:docMk/>
            <pc:sldMk cId="0" sldId="262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2"/>
            <ac:spMk id="6" creationId="{00000000-0000-0000-0000-000000000000}"/>
          </ac:spMkLst>
        </pc:spChg>
        <pc:spChg chg="add del mod">
          <ac:chgData name="NIES HUI WEN" userId="3541b9e0-606d-4c51-a83e-60dbee75d3cd" providerId="ADAL" clId="{78D103BF-8BC4-4C16-980D-9FBB521C17DC}" dt="2024-09-30T14:13:49.389" v="74" actId="21"/>
          <ac:spMkLst>
            <pc:docMk/>
            <pc:sldMk cId="0" sldId="262"/>
            <ac:spMk id="10" creationId="{87950E03-37D9-80D5-8EB4-DA96A505558C}"/>
          </ac:spMkLst>
        </pc:spChg>
        <pc:picChg chg="del">
          <ac:chgData name="NIES HUI WEN" userId="3541b9e0-606d-4c51-a83e-60dbee75d3cd" providerId="ADAL" clId="{78D103BF-8BC4-4C16-980D-9FBB521C17DC}" dt="2024-09-30T14:13:49.389" v="74" actId="21"/>
          <ac:picMkLst>
            <pc:docMk/>
            <pc:sldMk cId="0" sldId="262"/>
            <ac:picMk id="9" creationId="{5C541897-134A-FF04-DED8-F41B75419F67}"/>
          </ac:picMkLst>
        </pc:picChg>
        <pc:picChg chg="add mod">
          <ac:chgData name="NIES HUI WEN" userId="3541b9e0-606d-4c51-a83e-60dbee75d3cd" providerId="ADAL" clId="{78D103BF-8BC4-4C16-980D-9FBB521C17DC}" dt="2024-09-30T14:13:59.911" v="77" actId="14100"/>
          <ac:picMkLst>
            <pc:docMk/>
            <pc:sldMk cId="0" sldId="262"/>
            <ac:picMk id="11" creationId="{A46F7D9B-43AA-C31D-34C2-11466E85AAC5}"/>
          </ac:picMkLst>
        </pc:picChg>
        <pc:inkChg chg="add">
          <ac:chgData name="NIES HUI WEN" userId="3541b9e0-606d-4c51-a83e-60dbee75d3cd" providerId="ADAL" clId="{78D103BF-8BC4-4C16-980D-9FBB521C17DC}" dt="2024-09-30T14:13:24.658" v="70" actId="9405"/>
          <ac:inkMkLst>
            <pc:docMk/>
            <pc:sldMk cId="0" sldId="262"/>
            <ac:inkMk id="8" creationId="{B4EB7B70-741F-A304-F018-8DAEFF4C5BCF}"/>
          </ac:inkMkLst>
        </pc:inkChg>
      </pc:sldChg>
      <pc:sldChg chg="modSp del">
        <pc:chgData name="NIES HUI WEN" userId="3541b9e0-606d-4c51-a83e-60dbee75d3cd" providerId="ADAL" clId="{78D103BF-8BC4-4C16-980D-9FBB521C17DC}" dt="2024-09-30T14:11:16.066" v="56" actId="47"/>
        <pc:sldMkLst>
          <pc:docMk/>
          <pc:sldMk cId="2699332576" sldId="262"/>
        </pc:sldMkLst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3" creationId="{FCA24613-6786-F397-A6D4-BC823DA25298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5" creationId="{2BEF3A2A-94C1-9044-E916-211EB45749FB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7" creationId="{080CF681-95FD-20D2-B99C-5C876EC4B422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8" creationId="{C25BDAC7-AF3F-67DF-4F18-78B7C660723C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9" creationId="{FA60AAD9-7F57-D3DC-B4F1-11E7C53691D0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10" creationId="{E03A9152-69B0-736A-2CFE-04A297940E6A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29" creationId="{B6E4D0E0-0363-7D00-9476-926580CC8B81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30" creationId="{1533923C-0FE2-D0D7-D3D2-546A2398E56F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33" creationId="{9E4484E9-F589-F0D0-E711-BD1AD2477BB3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34" creationId="{F08DE2FE-EE81-76C5-D3F5-E4AFA05286F0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37" creationId="{A6B8D799-B9DD-C367-C39E-7D4C8AA8760C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2699332576" sldId="262"/>
            <ac:spMk id="38" creationId="{0B653FF4-B6FB-AB93-3922-3E2C06C965CE}"/>
          </ac:spMkLst>
        </pc:s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2699332576" sldId="262"/>
            <ac:grpSpMk id="2" creationId="{E31933D3-F573-B1DE-109A-841063E04740}"/>
          </ac:grpSpMkLst>
        </pc:gr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2699332576" sldId="262"/>
            <ac:grpSpMk id="6" creationId="{7DA178B5-9907-BB89-7B61-67BB8D645FB2}"/>
          </ac:grpSpMkLst>
        </pc:gr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2699332576" sldId="262"/>
            <ac:grpSpMk id="11" creationId="{630E09E0-332F-3E06-48B0-67500B459963}"/>
          </ac:grpSpMkLst>
        </pc:gr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2699332576" sldId="262"/>
            <ac:grpSpMk id="36" creationId="{E9613243-C4DA-5CC5-7318-211CCB5D3BA1}"/>
          </ac:grpSpMkLst>
        </pc:grpChg>
        <pc:picChg chg="mod">
          <ac:chgData name="NIES HUI WEN" userId="3541b9e0-606d-4c51-a83e-60dbee75d3cd" providerId="ADAL" clId="{78D103BF-8BC4-4C16-980D-9FBB521C17DC}" dt="2024-09-30T14:08:57.756" v="0"/>
          <ac:picMkLst>
            <pc:docMk/>
            <pc:sldMk cId="2699332576" sldId="262"/>
            <ac:picMk id="4" creationId="{1A63027A-A8CD-9E48-8312-06F52A14B338}"/>
          </ac:picMkLst>
        </pc:picChg>
      </pc:sldChg>
      <pc:sldChg chg="modSp add mod">
        <pc:chgData name="NIES HUI WEN" userId="3541b9e0-606d-4c51-a83e-60dbee75d3cd" providerId="ADAL" clId="{78D103BF-8BC4-4C16-980D-9FBB521C17DC}" dt="2024-09-30T14:15:37.379" v="131" actId="1076"/>
        <pc:sldMkLst>
          <pc:docMk/>
          <pc:sldMk cId="0" sldId="263"/>
        </pc:sldMkLst>
        <pc:spChg chg="mod">
          <ac:chgData name="NIES HUI WEN" userId="3541b9e0-606d-4c51-a83e-60dbee75d3cd" providerId="ADAL" clId="{78D103BF-8BC4-4C16-980D-9FBB521C17DC}" dt="2024-09-30T14:15:23.955" v="128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3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5:37.379" v="131" actId="1076"/>
          <ac:spMkLst>
            <pc:docMk/>
            <pc:sldMk cId="0" sldId="263"/>
            <ac:spMk id="7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15:33.223" v="130" actId="14100"/>
          <ac:picMkLst>
            <pc:docMk/>
            <pc:sldMk cId="0" sldId="263"/>
            <ac:picMk id="9" creationId="{63130046-36BD-D6E9-C60B-94D359F6436F}"/>
          </ac:picMkLst>
        </pc:picChg>
      </pc:sldChg>
      <pc:sldChg chg="modSp add">
        <pc:chgData name="NIES HUI WEN" userId="3541b9e0-606d-4c51-a83e-60dbee75d3cd" providerId="ADAL" clId="{78D103BF-8BC4-4C16-980D-9FBB521C17DC}" dt="2024-09-30T14:11:18.678" v="58"/>
        <pc:sldMkLst>
          <pc:docMk/>
          <pc:sldMk cId="0" sldId="264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4"/>
            <ac:spMk id="6" creationId="{00000000-0000-0000-0000-000000000000}"/>
          </ac:spMkLst>
        </pc:spChg>
      </pc:sldChg>
      <pc:sldChg chg="addSp delSp modSp add mod">
        <pc:chgData name="NIES HUI WEN" userId="3541b9e0-606d-4c51-a83e-60dbee75d3cd" providerId="ADAL" clId="{78D103BF-8BC4-4C16-980D-9FBB521C17DC}" dt="2024-09-30T14:17:29.528" v="164" actId="14100"/>
        <pc:sldMkLst>
          <pc:docMk/>
          <pc:sldMk cId="0" sldId="265"/>
        </pc:sldMkLst>
        <pc:spChg chg="mod ord">
          <ac:chgData name="NIES HUI WEN" userId="3541b9e0-606d-4c51-a83e-60dbee75d3cd" providerId="ADAL" clId="{78D103BF-8BC4-4C16-980D-9FBB521C17DC}" dt="2024-09-30T14:17:21.605" v="162" actId="20577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NIES HUI WEN" userId="3541b9e0-606d-4c51-a83e-60dbee75d3cd" providerId="ADAL" clId="{78D103BF-8BC4-4C16-980D-9FBB521C17DC}" dt="2024-09-30T14:17:06.379" v="159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5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6:56.400" v="156" actId="1036"/>
          <ac:spMkLst>
            <pc:docMk/>
            <pc:sldMk cId="0" sldId="265"/>
            <ac:spMk id="7" creationId="{00000000-0000-0000-0000-000000000000}"/>
          </ac:spMkLst>
        </pc:spChg>
        <pc:spChg chg="add del mod">
          <ac:chgData name="NIES HUI WEN" userId="3541b9e0-606d-4c51-a83e-60dbee75d3cd" providerId="ADAL" clId="{78D103BF-8BC4-4C16-980D-9FBB521C17DC}" dt="2024-09-30T14:16:04.623" v="135" actId="21"/>
          <ac:spMkLst>
            <pc:docMk/>
            <pc:sldMk cId="0" sldId="265"/>
            <ac:spMk id="9" creationId="{3B08E8D8-BDD2-5026-F89D-AEA5EBAEFF55}"/>
          </ac:spMkLst>
        </pc:spChg>
        <pc:picChg chg="del">
          <ac:chgData name="NIES HUI WEN" userId="3541b9e0-606d-4c51-a83e-60dbee75d3cd" providerId="ADAL" clId="{78D103BF-8BC4-4C16-980D-9FBB521C17DC}" dt="2024-09-30T14:16:04.623" v="135" actId="21"/>
          <ac:picMkLst>
            <pc:docMk/>
            <pc:sldMk cId="0" sldId="265"/>
            <ac:picMk id="8" creationId="{6C23509F-E891-B2C4-47F8-ED85BFB407CA}"/>
          </ac:picMkLst>
        </pc:picChg>
        <pc:picChg chg="add mod">
          <ac:chgData name="NIES HUI WEN" userId="3541b9e0-606d-4c51-a83e-60dbee75d3cd" providerId="ADAL" clId="{78D103BF-8BC4-4C16-980D-9FBB521C17DC}" dt="2024-09-30T14:17:29.528" v="164" actId="14100"/>
          <ac:picMkLst>
            <pc:docMk/>
            <pc:sldMk cId="0" sldId="265"/>
            <ac:picMk id="10" creationId="{08183942-A6C6-F711-4F4A-662E8D4816FC}"/>
          </ac:picMkLst>
        </pc:picChg>
      </pc:sldChg>
      <pc:sldChg chg="modSp add mod">
        <pc:chgData name="NIES HUI WEN" userId="3541b9e0-606d-4c51-a83e-60dbee75d3cd" providerId="ADAL" clId="{78D103BF-8BC4-4C16-980D-9FBB521C17DC}" dt="2024-09-30T14:18:46.059" v="188" actId="1076"/>
        <pc:sldMkLst>
          <pc:docMk/>
          <pc:sldMk cId="0" sldId="266"/>
        </pc:sldMkLst>
        <pc:spChg chg="mod">
          <ac:chgData name="NIES HUI WEN" userId="3541b9e0-606d-4c51-a83e-60dbee75d3cd" providerId="ADAL" clId="{78D103BF-8BC4-4C16-980D-9FBB521C17DC}" dt="2024-09-30T14:18:37.575" v="187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6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8:13.618" v="183" actId="20577"/>
          <ac:spMkLst>
            <pc:docMk/>
            <pc:sldMk cId="0" sldId="266"/>
            <ac:spMk id="8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18:46.059" v="188" actId="1076"/>
          <ac:picMkLst>
            <pc:docMk/>
            <pc:sldMk cId="0" sldId="266"/>
            <ac:picMk id="7" creationId="{00000000-0000-0000-0000-000000000000}"/>
          </ac:picMkLst>
        </pc:picChg>
      </pc:sldChg>
      <pc:sldChg chg="modSp add mod">
        <pc:chgData name="NIES HUI WEN" userId="3541b9e0-606d-4c51-a83e-60dbee75d3cd" providerId="ADAL" clId="{78D103BF-8BC4-4C16-980D-9FBB521C17DC}" dt="2024-09-30T14:20:02.479" v="205" actId="20577"/>
        <pc:sldMkLst>
          <pc:docMk/>
          <pc:sldMk cId="0" sldId="267"/>
        </pc:sldMkLst>
        <pc:spChg chg="mod">
          <ac:chgData name="NIES HUI WEN" userId="3541b9e0-606d-4c51-a83e-60dbee75d3cd" providerId="ADAL" clId="{78D103BF-8BC4-4C16-980D-9FBB521C17DC}" dt="2024-09-30T14:19:12.786" v="192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7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0:02.479" v="205" actId="20577"/>
          <ac:spMkLst>
            <pc:docMk/>
            <pc:sldMk cId="0" sldId="267"/>
            <ac:spMk id="8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19:18.114" v="193" actId="1076"/>
          <ac:picMkLst>
            <pc:docMk/>
            <pc:sldMk cId="0" sldId="267"/>
            <ac:picMk id="7" creationId="{00000000-0000-0000-0000-000000000000}"/>
          </ac:picMkLst>
        </pc:picChg>
      </pc:sldChg>
      <pc:sldChg chg="modSp add">
        <pc:chgData name="NIES HUI WEN" userId="3541b9e0-606d-4c51-a83e-60dbee75d3cd" providerId="ADAL" clId="{78D103BF-8BC4-4C16-980D-9FBB521C17DC}" dt="2024-09-30T14:11:18.678" v="58"/>
        <pc:sldMkLst>
          <pc:docMk/>
          <pc:sldMk cId="0" sldId="268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8"/>
            <ac:spMk id="6" creationId="{00000000-0000-0000-0000-000000000000}"/>
          </ac:spMkLst>
        </pc:spChg>
      </pc:sldChg>
      <pc:sldChg chg="modSp del">
        <pc:chgData name="NIES HUI WEN" userId="3541b9e0-606d-4c51-a83e-60dbee75d3cd" providerId="ADAL" clId="{78D103BF-8BC4-4C16-980D-9FBB521C17DC}" dt="2024-09-30T14:11:16.818" v="57" actId="47"/>
        <pc:sldMkLst>
          <pc:docMk/>
          <pc:sldMk cId="3185706956" sldId="268"/>
        </pc:sldMkLst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3185706956" sldId="268"/>
            <ac:spMk id="2" creationId="{1D6F0991-BD72-5567-C1A9-171C243F52DB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3185706956" sldId="268"/>
            <ac:spMk id="3" creationId="{42337C4D-15EF-7004-5D2D-86CD15812424}"/>
          </ac:spMkLst>
        </pc:spChg>
      </pc:sldChg>
      <pc:sldChg chg="modSp add mod">
        <pc:chgData name="NIES HUI WEN" userId="3541b9e0-606d-4c51-a83e-60dbee75d3cd" providerId="ADAL" clId="{78D103BF-8BC4-4C16-980D-9FBB521C17DC}" dt="2024-09-30T14:20:15.920" v="207" actId="14100"/>
        <pc:sldMkLst>
          <pc:docMk/>
          <pc:sldMk cId="0" sldId="269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69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0:15.920" v="207" actId="14100"/>
          <ac:picMkLst>
            <pc:docMk/>
            <pc:sldMk cId="0" sldId="269"/>
            <ac:picMk id="7" creationId="{00000000-0000-0000-0000-000000000000}"/>
          </ac:picMkLst>
        </pc:picChg>
      </pc:sldChg>
      <pc:sldChg chg="addSp delSp modSp add mod">
        <pc:chgData name="NIES HUI WEN" userId="3541b9e0-606d-4c51-a83e-60dbee75d3cd" providerId="ADAL" clId="{78D103BF-8BC4-4C16-980D-9FBB521C17DC}" dt="2024-09-30T14:21:16.366" v="225" actId="14100"/>
        <pc:sldMkLst>
          <pc:docMk/>
          <pc:sldMk cId="0" sldId="270"/>
        </pc:sldMkLst>
        <pc:spChg chg="mod ord">
          <ac:chgData name="NIES HUI WEN" userId="3541b9e0-606d-4c51-a83e-60dbee75d3cd" providerId="ADAL" clId="{78D103BF-8BC4-4C16-980D-9FBB521C17DC}" dt="2024-09-30T14:21:04.576" v="220" actId="166"/>
          <ac:spMkLst>
            <pc:docMk/>
            <pc:sldMk cId="0" sldId="270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70"/>
            <ac:spMk id="6" creationId="{00000000-0000-0000-0000-000000000000}"/>
          </ac:spMkLst>
        </pc:spChg>
        <pc:spChg chg="mod ord">
          <ac:chgData name="NIES HUI WEN" userId="3541b9e0-606d-4c51-a83e-60dbee75d3cd" providerId="ADAL" clId="{78D103BF-8BC4-4C16-980D-9FBB521C17DC}" dt="2024-09-30T14:21:00.713" v="219" actId="166"/>
          <ac:spMkLst>
            <pc:docMk/>
            <pc:sldMk cId="0" sldId="270"/>
            <ac:spMk id="8" creationId="{00000000-0000-0000-0000-000000000000}"/>
          </ac:spMkLst>
        </pc:spChg>
        <pc:spChg chg="add del mod">
          <ac:chgData name="NIES HUI WEN" userId="3541b9e0-606d-4c51-a83e-60dbee75d3cd" providerId="ADAL" clId="{78D103BF-8BC4-4C16-980D-9FBB521C17DC}" dt="2024-09-30T14:20:53.265" v="217" actId="21"/>
          <ac:spMkLst>
            <pc:docMk/>
            <pc:sldMk cId="0" sldId="270"/>
            <ac:spMk id="9" creationId="{7F0829C2-03CA-6F1D-1483-DA71164355E0}"/>
          </ac:spMkLst>
        </pc:spChg>
        <pc:picChg chg="del mod">
          <ac:chgData name="NIES HUI WEN" userId="3541b9e0-606d-4c51-a83e-60dbee75d3cd" providerId="ADAL" clId="{78D103BF-8BC4-4C16-980D-9FBB521C17DC}" dt="2024-09-30T14:20:53.265" v="217" actId="21"/>
          <ac:picMkLst>
            <pc:docMk/>
            <pc:sldMk cId="0" sldId="270"/>
            <ac:picMk id="7" creationId="{00000000-0000-0000-0000-000000000000}"/>
          </ac:picMkLst>
        </pc:picChg>
        <pc:picChg chg="add mod">
          <ac:chgData name="NIES HUI WEN" userId="3541b9e0-606d-4c51-a83e-60dbee75d3cd" providerId="ADAL" clId="{78D103BF-8BC4-4C16-980D-9FBB521C17DC}" dt="2024-09-30T14:21:16.366" v="225" actId="14100"/>
          <ac:picMkLst>
            <pc:docMk/>
            <pc:sldMk cId="0" sldId="270"/>
            <ac:picMk id="10" creationId="{CD58008C-02BE-14E4-D277-A13C84B927E5}"/>
          </ac:picMkLst>
        </pc:picChg>
      </pc:sldChg>
      <pc:sldChg chg="modSp add mod">
        <pc:chgData name="NIES HUI WEN" userId="3541b9e0-606d-4c51-a83e-60dbee75d3cd" providerId="ADAL" clId="{78D103BF-8BC4-4C16-980D-9FBB521C17DC}" dt="2024-09-30T14:21:45.435" v="233" actId="20577"/>
        <pc:sldMkLst>
          <pc:docMk/>
          <pc:sldMk cId="0" sldId="274"/>
        </pc:sldMkLst>
        <pc:spChg chg="mod">
          <ac:chgData name="NIES HUI WEN" userId="3541b9e0-606d-4c51-a83e-60dbee75d3cd" providerId="ADAL" clId="{78D103BF-8BC4-4C16-980D-9FBB521C17DC}" dt="2024-09-30T14:21:45.435" v="233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74"/>
            <ac:spMk id="6" creationId="{00000000-0000-0000-0000-000000000000}"/>
          </ac:spMkLst>
        </pc:spChg>
      </pc:sldChg>
      <pc:sldChg chg="modSp mod">
        <pc:chgData name="NIES HUI WEN" userId="3541b9e0-606d-4c51-a83e-60dbee75d3cd" providerId="ADAL" clId="{78D103BF-8BC4-4C16-980D-9FBB521C17DC}" dt="2024-09-30T14:10:46.829" v="55"/>
        <pc:sldMkLst>
          <pc:docMk/>
          <pc:sldMk cId="793206217" sldId="275"/>
        </pc:sldMkLst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2" creationId="{1BE86133-417D-9582-AD5C-C9B40323D15B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6" creationId="{F7CF5489-1A93-67FA-16A5-04A76546BEFF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9" creationId="{C1F245CD-7264-D27E-FACB-A8B4DD06F1D6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12" creationId="{344AC4C7-0CB4-FF63-FCB9-63FEE6F22477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13" creationId="{2F0FB714-3007-23C8-9764-E8C7159E2C4E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14" creationId="{1C8EDED6-5A04-187B-A687-9F2524E0180E}"/>
          </ac:spMkLst>
        </pc:spChg>
        <pc:spChg chg="mod">
          <ac:chgData name="NIES HUI WEN" userId="3541b9e0-606d-4c51-a83e-60dbee75d3cd" providerId="ADAL" clId="{78D103BF-8BC4-4C16-980D-9FBB521C17DC}" dt="2024-09-30T14:10:06.959" v="52"/>
          <ac:spMkLst>
            <pc:docMk/>
            <pc:sldMk cId="793206217" sldId="275"/>
            <ac:spMk id="15" creationId="{06D76F8F-9451-9946-9AC6-6A4DC9337D85}"/>
          </ac:spMkLst>
        </pc:spChg>
        <pc:spChg chg="mod">
          <ac:chgData name="NIES HUI WEN" userId="3541b9e0-606d-4c51-a83e-60dbee75d3cd" providerId="ADAL" clId="{78D103BF-8BC4-4C16-980D-9FBB521C17DC}" dt="2024-09-30T14:09:47.495" v="51"/>
          <ac:spMkLst>
            <pc:docMk/>
            <pc:sldMk cId="793206217" sldId="275"/>
            <ac:spMk id="16" creationId="{929E73F1-1DD6-8DC9-0B8E-AD1B04B34741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19" creationId="{21CCCF47-DA2B-EE2D-1175-8353E84752A4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22" creationId="{8568B624-1F62-97ED-C328-D9F20C650282}"/>
          </ac:spMkLst>
        </pc:spChg>
        <pc:spChg chg="mod">
          <ac:chgData name="NIES HUI WEN" userId="3541b9e0-606d-4c51-a83e-60dbee75d3cd" providerId="ADAL" clId="{78D103BF-8BC4-4C16-980D-9FBB521C17DC}" dt="2024-09-30T14:10:21.200" v="53"/>
          <ac:spMkLst>
            <pc:docMk/>
            <pc:sldMk cId="793206217" sldId="275"/>
            <ac:spMk id="23" creationId="{32C9E1B7-E84D-CFFF-E5B9-40004CBFE476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26" creationId="{770EA452-E984-6F24-0C71-96FD331BF962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27" creationId="{4DB3C0A5-4666-F0C1-FC3F-BAD05E7E35A8}"/>
          </ac:spMkLst>
        </pc:spChg>
        <pc:spChg chg="mod">
          <ac:chgData name="NIES HUI WEN" userId="3541b9e0-606d-4c51-a83e-60dbee75d3cd" providerId="ADAL" clId="{78D103BF-8BC4-4C16-980D-9FBB521C17DC}" dt="2024-09-30T14:10:33.077" v="54"/>
          <ac:spMkLst>
            <pc:docMk/>
            <pc:sldMk cId="793206217" sldId="275"/>
            <ac:spMk id="28" creationId="{B251F453-C9ED-7148-FA7B-213C2A2B0E76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30" creationId="{52E08248-E79B-2E05-D3E8-12472C915B91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793206217" sldId="275"/>
            <ac:spMk id="31" creationId="{9479A75C-6D43-360E-7ADC-66AC01E35117}"/>
          </ac:spMkLst>
        </pc:spChg>
        <pc:spChg chg="mod">
          <ac:chgData name="NIES HUI WEN" userId="3541b9e0-606d-4c51-a83e-60dbee75d3cd" providerId="ADAL" clId="{78D103BF-8BC4-4C16-980D-9FBB521C17DC}" dt="2024-09-30T14:10:46.829" v="55"/>
          <ac:spMkLst>
            <pc:docMk/>
            <pc:sldMk cId="793206217" sldId="275"/>
            <ac:spMk id="32" creationId="{CA5ACF9B-94E0-C8EA-A24E-D98A00EB4FFB}"/>
          </ac:spMkLst>
        </pc:s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793206217" sldId="275"/>
            <ac:grpSpMk id="7" creationId="{32E07F62-62EA-F0CE-56B7-24048F3E2214}"/>
          </ac:grpSpMkLst>
        </pc:gr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793206217" sldId="275"/>
            <ac:grpSpMk id="18" creationId="{82FB3996-836C-433B-849F-07DE0EB4D6C8}"/>
          </ac:grpSpMkLst>
        </pc:gr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793206217" sldId="275"/>
            <ac:grpSpMk id="25" creationId="{0F7C946A-1124-5C9A-FCDA-337B0D88CB6E}"/>
          </ac:grpSpMkLst>
        </pc:grpChg>
        <pc:grpChg chg="mod">
          <ac:chgData name="NIES HUI WEN" userId="3541b9e0-606d-4c51-a83e-60dbee75d3cd" providerId="ADAL" clId="{78D103BF-8BC4-4C16-980D-9FBB521C17DC}" dt="2024-09-30T14:08:57.756" v="0"/>
          <ac:grpSpMkLst>
            <pc:docMk/>
            <pc:sldMk cId="793206217" sldId="275"/>
            <ac:grpSpMk id="29" creationId="{83E64A61-AF64-8C1C-AE68-38AC78A34D82}"/>
          </ac:grpSpMkLst>
        </pc:grpChg>
        <pc:picChg chg="mod">
          <ac:chgData name="NIES HUI WEN" userId="3541b9e0-606d-4c51-a83e-60dbee75d3cd" providerId="ADAL" clId="{78D103BF-8BC4-4C16-980D-9FBB521C17DC}" dt="2024-09-30T14:08:57.756" v="0"/>
          <ac:picMkLst>
            <pc:docMk/>
            <pc:sldMk cId="793206217" sldId="275"/>
            <ac:picMk id="3" creationId="{4458F1EA-447C-486C-DE06-EF8199F7967D}"/>
          </ac:picMkLst>
        </pc:picChg>
      </pc:sldChg>
      <pc:sldChg chg="modSp add mod">
        <pc:chgData name="NIES HUI WEN" userId="3541b9e0-606d-4c51-a83e-60dbee75d3cd" providerId="ADAL" clId="{78D103BF-8BC4-4C16-980D-9FBB521C17DC}" dt="2024-09-30T14:23:14.073" v="294" actId="1036"/>
        <pc:sldMkLst>
          <pc:docMk/>
          <pc:sldMk cId="0" sldId="276"/>
        </pc:sldMkLst>
        <pc:spChg chg="mod">
          <ac:chgData name="NIES HUI WEN" userId="3541b9e0-606d-4c51-a83e-60dbee75d3cd" providerId="ADAL" clId="{78D103BF-8BC4-4C16-980D-9FBB521C17DC}" dt="2024-09-30T14:23:02.031" v="279" actId="404"/>
          <ac:spMkLst>
            <pc:docMk/>
            <pc:sldMk cId="0" sldId="276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76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3:14.073" v="294" actId="1036"/>
          <ac:spMkLst>
            <pc:docMk/>
            <pc:sldMk cId="0" sldId="276"/>
            <ac:spMk id="7" creationId="{00000000-0000-0000-0000-000000000000}"/>
          </ac:spMkLst>
        </pc:spChg>
        <pc:cxnChg chg="mod">
          <ac:chgData name="NIES HUI WEN" userId="3541b9e0-606d-4c51-a83e-60dbee75d3cd" providerId="ADAL" clId="{78D103BF-8BC4-4C16-980D-9FBB521C17DC}" dt="2024-09-30T14:23:14.073" v="294" actId="1036"/>
          <ac:cxnSpMkLst>
            <pc:docMk/>
            <pc:sldMk cId="0" sldId="276"/>
            <ac:cxnSpMk id="8" creationId="{00000000-0000-0000-0000-000000000000}"/>
          </ac:cxnSpMkLst>
        </pc:cxnChg>
        <pc:cxnChg chg="mod">
          <ac:chgData name="NIES HUI WEN" userId="3541b9e0-606d-4c51-a83e-60dbee75d3cd" providerId="ADAL" clId="{78D103BF-8BC4-4C16-980D-9FBB521C17DC}" dt="2024-09-30T14:23:14.073" v="294" actId="1036"/>
          <ac:cxnSpMkLst>
            <pc:docMk/>
            <pc:sldMk cId="0" sldId="276"/>
            <ac:cxnSpMk id="9" creationId="{00000000-0000-0000-0000-000000000000}"/>
          </ac:cxnSpMkLst>
        </pc:cxnChg>
      </pc:sldChg>
      <pc:sldChg chg="modSp add mod">
        <pc:chgData name="NIES HUI WEN" userId="3541b9e0-606d-4c51-a83e-60dbee75d3cd" providerId="ADAL" clId="{78D103BF-8BC4-4C16-980D-9FBB521C17DC}" dt="2024-09-30T14:23:32.547" v="297" actId="404"/>
        <pc:sldMkLst>
          <pc:docMk/>
          <pc:sldMk cId="0" sldId="277"/>
        </pc:sldMkLst>
        <pc:spChg chg="mod">
          <ac:chgData name="NIES HUI WEN" userId="3541b9e0-606d-4c51-a83e-60dbee75d3cd" providerId="ADAL" clId="{78D103BF-8BC4-4C16-980D-9FBB521C17DC}" dt="2024-09-30T14:23:32.547" v="297" actId="404"/>
          <ac:spMkLst>
            <pc:docMk/>
            <pc:sldMk cId="0" sldId="277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77"/>
            <ac:spMk id="6" creationId="{00000000-0000-0000-0000-000000000000}"/>
          </ac:spMkLst>
        </pc:spChg>
      </pc:sldChg>
      <pc:sldChg chg="modSp add mod">
        <pc:chgData name="NIES HUI WEN" userId="3541b9e0-606d-4c51-a83e-60dbee75d3cd" providerId="ADAL" clId="{78D103BF-8BC4-4C16-980D-9FBB521C17DC}" dt="2024-09-30T14:24:08.003" v="306" actId="14100"/>
        <pc:sldMkLst>
          <pc:docMk/>
          <pc:sldMk cId="0" sldId="278"/>
        </pc:sldMkLst>
        <pc:spChg chg="mod">
          <ac:chgData name="NIES HUI WEN" userId="3541b9e0-606d-4c51-a83e-60dbee75d3cd" providerId="ADAL" clId="{78D103BF-8BC4-4C16-980D-9FBB521C17DC}" dt="2024-09-30T14:24:08.003" v="306" actId="14100"/>
          <ac:spMkLst>
            <pc:docMk/>
            <pc:sldMk cId="0" sldId="278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78"/>
            <ac:spMk id="6" creationId="{00000000-0000-0000-0000-000000000000}"/>
          </ac:spMkLst>
        </pc:spChg>
      </pc:sldChg>
      <pc:sldChg chg="modSp add mod">
        <pc:chgData name="NIES HUI WEN" userId="3541b9e0-606d-4c51-a83e-60dbee75d3cd" providerId="ADAL" clId="{78D103BF-8BC4-4C16-980D-9FBB521C17DC}" dt="2024-09-30T14:24:28.750" v="317" actId="1036"/>
        <pc:sldMkLst>
          <pc:docMk/>
          <pc:sldMk cId="0" sldId="279"/>
        </pc:sldMkLst>
        <pc:spChg chg="mod">
          <ac:chgData name="NIES HUI WEN" userId="3541b9e0-606d-4c51-a83e-60dbee75d3cd" providerId="ADAL" clId="{78D103BF-8BC4-4C16-980D-9FBB521C17DC}" dt="2024-09-30T14:24:19.688" v="307" actId="404"/>
          <ac:spMkLst>
            <pc:docMk/>
            <pc:sldMk cId="0" sldId="279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79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4:28.750" v="317" actId="1036"/>
          <ac:spMkLst>
            <pc:docMk/>
            <pc:sldMk cId="0" sldId="279"/>
            <ac:spMk id="8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4:28.750" v="317" actId="103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4:28.750" v="317" actId="103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4:28.750" v="317" actId="103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4:28.750" v="317" actId="103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4:28.750" v="317" actId="1036"/>
          <ac:spMkLst>
            <pc:docMk/>
            <pc:sldMk cId="0" sldId="279"/>
            <ac:spMk id="14" creationId="{00000000-0000-0000-0000-000000000000}"/>
          </ac:spMkLst>
        </pc:spChg>
        <pc:grpChg chg="mod">
          <ac:chgData name="NIES HUI WEN" userId="3541b9e0-606d-4c51-a83e-60dbee75d3cd" providerId="ADAL" clId="{78D103BF-8BC4-4C16-980D-9FBB521C17DC}" dt="2024-09-30T14:24:28.750" v="317" actId="1036"/>
          <ac:grpSpMkLst>
            <pc:docMk/>
            <pc:sldMk cId="0" sldId="279"/>
            <ac:grpSpMk id="7" creationId="{00000000-0000-0000-0000-000000000000}"/>
          </ac:grpSpMkLst>
        </pc:grpChg>
        <pc:cxnChg chg="mod">
          <ac:chgData name="NIES HUI WEN" userId="3541b9e0-606d-4c51-a83e-60dbee75d3cd" providerId="ADAL" clId="{78D103BF-8BC4-4C16-980D-9FBB521C17DC}" dt="2024-09-30T14:24:28.750" v="317" actId="1036"/>
          <ac:cxnSpMkLst>
            <pc:docMk/>
            <pc:sldMk cId="0" sldId="279"/>
            <ac:cxnSpMk id="9" creationId="{00000000-0000-0000-0000-000000000000}"/>
          </ac:cxnSpMkLst>
        </pc:cxnChg>
      </pc:sldChg>
      <pc:sldChg chg="modSp add">
        <pc:chgData name="NIES HUI WEN" userId="3541b9e0-606d-4c51-a83e-60dbee75d3cd" providerId="ADAL" clId="{78D103BF-8BC4-4C16-980D-9FBB521C17DC}" dt="2024-09-30T14:11:18.678" v="58"/>
        <pc:sldMkLst>
          <pc:docMk/>
          <pc:sldMk cId="0" sldId="280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0"/>
            <ac:spMk id="6" creationId="{00000000-0000-0000-0000-000000000000}"/>
          </ac:spMkLst>
        </pc:spChg>
      </pc:sldChg>
      <pc:sldChg chg="modSp add mod">
        <pc:chgData name="NIES HUI WEN" userId="3541b9e0-606d-4c51-a83e-60dbee75d3cd" providerId="ADAL" clId="{78D103BF-8BC4-4C16-980D-9FBB521C17DC}" dt="2024-09-30T14:25:23.693" v="333" actId="14100"/>
        <pc:sldMkLst>
          <pc:docMk/>
          <pc:sldMk cId="0" sldId="281"/>
        </pc:sldMkLst>
        <pc:spChg chg="mod">
          <ac:chgData name="NIES HUI WEN" userId="3541b9e0-606d-4c51-a83e-60dbee75d3cd" providerId="ADAL" clId="{78D103BF-8BC4-4C16-980D-9FBB521C17DC}" dt="2024-09-30T14:24:37.627" v="318" actId="404"/>
          <ac:spMkLst>
            <pc:docMk/>
            <pc:sldMk cId="0" sldId="281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1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5:23.693" v="333" actId="14100"/>
          <ac:picMkLst>
            <pc:docMk/>
            <pc:sldMk cId="0" sldId="281"/>
            <ac:picMk id="16" creationId="{00000000-0000-0000-0000-000000000000}"/>
          </ac:picMkLst>
        </pc:picChg>
      </pc:sldChg>
      <pc:sldChg chg="modSp add mod">
        <pc:chgData name="NIES HUI WEN" userId="3541b9e0-606d-4c51-a83e-60dbee75d3cd" providerId="ADAL" clId="{78D103BF-8BC4-4C16-980D-9FBB521C17DC}" dt="2024-09-30T14:25:37.246" v="359" actId="1036"/>
        <pc:sldMkLst>
          <pc:docMk/>
          <pc:sldMk cId="0" sldId="282"/>
        </pc:sldMkLst>
        <pc:spChg chg="mod">
          <ac:chgData name="NIES HUI WEN" userId="3541b9e0-606d-4c51-a83e-60dbee75d3cd" providerId="ADAL" clId="{78D103BF-8BC4-4C16-980D-9FBB521C17DC}" dt="2024-09-30T14:25:27.475" v="337" actId="1076"/>
          <ac:spMkLst>
            <pc:docMk/>
            <pc:sldMk cId="0" sldId="282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2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5:01.472" v="324" actId="1076"/>
          <ac:picMkLst>
            <pc:docMk/>
            <pc:sldMk cId="0" sldId="282"/>
            <ac:picMk id="7" creationId="{00000000-0000-0000-0000-000000000000}"/>
          </ac:picMkLst>
        </pc:picChg>
        <pc:picChg chg="mod">
          <ac:chgData name="NIES HUI WEN" userId="3541b9e0-606d-4c51-a83e-60dbee75d3cd" providerId="ADAL" clId="{78D103BF-8BC4-4C16-980D-9FBB521C17DC}" dt="2024-09-30T14:25:37.246" v="359" actId="1036"/>
          <ac:picMkLst>
            <pc:docMk/>
            <pc:sldMk cId="0" sldId="282"/>
            <ac:picMk id="9" creationId="{00000000-0000-0000-0000-000000000000}"/>
          </ac:picMkLst>
        </pc:picChg>
        <pc:cxnChg chg="mod">
          <ac:chgData name="NIES HUI WEN" userId="3541b9e0-606d-4c51-a83e-60dbee75d3cd" providerId="ADAL" clId="{78D103BF-8BC4-4C16-980D-9FBB521C17DC}" dt="2024-09-30T14:25:01.472" v="324" actId="1076"/>
          <ac:cxnSpMkLst>
            <pc:docMk/>
            <pc:sldMk cId="0" sldId="282"/>
            <ac:cxnSpMk id="8" creationId="{00000000-0000-0000-0000-000000000000}"/>
          </ac:cxnSpMkLst>
        </pc:cxnChg>
      </pc:sldChg>
      <pc:sldChg chg="modSp add mod">
        <pc:chgData name="NIES HUI WEN" userId="3541b9e0-606d-4c51-a83e-60dbee75d3cd" providerId="ADAL" clId="{78D103BF-8BC4-4C16-980D-9FBB521C17DC}" dt="2024-09-30T14:26:04.146" v="362" actId="20577"/>
        <pc:sldMkLst>
          <pc:docMk/>
          <pc:sldMk cId="0" sldId="283"/>
        </pc:sldMkLst>
        <pc:spChg chg="mod">
          <ac:chgData name="NIES HUI WEN" userId="3541b9e0-606d-4c51-a83e-60dbee75d3cd" providerId="ADAL" clId="{78D103BF-8BC4-4C16-980D-9FBB521C17DC}" dt="2024-09-30T14:26:04.146" v="362" actId="20577"/>
          <ac:spMkLst>
            <pc:docMk/>
            <pc:sldMk cId="0" sldId="283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3"/>
            <ac:spMk id="6" creationId="{00000000-0000-0000-0000-000000000000}"/>
          </ac:spMkLst>
        </pc:spChg>
      </pc:sldChg>
      <pc:sldChg chg="modSp add mod">
        <pc:chgData name="NIES HUI WEN" userId="3541b9e0-606d-4c51-a83e-60dbee75d3cd" providerId="ADAL" clId="{78D103BF-8BC4-4C16-980D-9FBB521C17DC}" dt="2024-09-30T14:26:22.466" v="369" actId="1036"/>
        <pc:sldMkLst>
          <pc:docMk/>
          <pc:sldMk cId="0" sldId="284"/>
        </pc:sldMkLst>
        <pc:spChg chg="mod">
          <ac:chgData name="NIES HUI WEN" userId="3541b9e0-606d-4c51-a83e-60dbee75d3cd" providerId="ADAL" clId="{78D103BF-8BC4-4C16-980D-9FBB521C17DC}" dt="2024-09-30T14:26:10.180" v="363" actId="1076"/>
          <ac:spMkLst>
            <pc:docMk/>
            <pc:sldMk cId="0" sldId="284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4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6:22.466" v="369" actId="1036"/>
          <ac:picMkLst>
            <pc:docMk/>
            <pc:sldMk cId="0" sldId="284"/>
            <ac:picMk id="7" creationId="{00000000-0000-0000-0000-000000000000}"/>
          </ac:picMkLst>
        </pc:picChg>
      </pc:sldChg>
      <pc:sldChg chg="modSp add mod">
        <pc:chgData name="NIES HUI WEN" userId="3541b9e0-606d-4c51-a83e-60dbee75d3cd" providerId="ADAL" clId="{78D103BF-8BC4-4C16-980D-9FBB521C17DC}" dt="2024-09-30T14:27:17.049" v="416" actId="14100"/>
        <pc:sldMkLst>
          <pc:docMk/>
          <pc:sldMk cId="0" sldId="285"/>
        </pc:sldMkLst>
        <pc:spChg chg="mod">
          <ac:chgData name="NIES HUI WEN" userId="3541b9e0-606d-4c51-a83e-60dbee75d3cd" providerId="ADAL" clId="{78D103BF-8BC4-4C16-980D-9FBB521C17DC}" dt="2024-09-30T14:27:02.926" v="414" actId="14100"/>
          <ac:spMkLst>
            <pc:docMk/>
            <pc:sldMk cId="0" sldId="285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5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7:17.049" v="416" actId="14100"/>
          <ac:picMkLst>
            <pc:docMk/>
            <pc:sldMk cId="0" sldId="285"/>
            <ac:picMk id="11" creationId="{00000000-0000-0000-0000-000000000000}"/>
          </ac:picMkLst>
        </pc:picChg>
      </pc:sldChg>
      <pc:sldChg chg="modSp add mod">
        <pc:chgData name="NIES HUI WEN" userId="3541b9e0-606d-4c51-a83e-60dbee75d3cd" providerId="ADAL" clId="{78D103BF-8BC4-4C16-980D-9FBB521C17DC}" dt="2024-09-30T14:27:36.294" v="419" actId="14100"/>
        <pc:sldMkLst>
          <pc:docMk/>
          <pc:sldMk cId="0" sldId="286"/>
        </pc:sldMkLst>
        <pc:spChg chg="mod">
          <ac:chgData name="NIES HUI WEN" userId="3541b9e0-606d-4c51-a83e-60dbee75d3cd" providerId="ADAL" clId="{78D103BF-8BC4-4C16-980D-9FBB521C17DC}" dt="2024-09-30T14:27:32.529" v="418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6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7:36.294" v="419" actId="14100"/>
          <ac:picMkLst>
            <pc:docMk/>
            <pc:sldMk cId="0" sldId="286"/>
            <ac:picMk id="7" creationId="{00000000-0000-0000-0000-000000000000}"/>
          </ac:picMkLst>
        </pc:picChg>
      </pc:sldChg>
      <pc:sldChg chg="modSp add mod">
        <pc:chgData name="NIES HUI WEN" userId="3541b9e0-606d-4c51-a83e-60dbee75d3cd" providerId="ADAL" clId="{78D103BF-8BC4-4C16-980D-9FBB521C17DC}" dt="2024-09-30T14:27:59.992" v="424" actId="14100"/>
        <pc:sldMkLst>
          <pc:docMk/>
          <pc:sldMk cId="0" sldId="287"/>
        </pc:sldMkLst>
        <pc:spChg chg="mod">
          <ac:chgData name="NIES HUI WEN" userId="3541b9e0-606d-4c51-a83e-60dbee75d3cd" providerId="ADAL" clId="{78D103BF-8BC4-4C16-980D-9FBB521C17DC}" dt="2024-09-30T14:27:56.526" v="423" actId="14100"/>
          <ac:spMkLst>
            <pc:docMk/>
            <pc:sldMk cId="0" sldId="287"/>
            <ac:spMk id="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7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7:59.992" v="424" actId="14100"/>
          <ac:picMkLst>
            <pc:docMk/>
            <pc:sldMk cId="0" sldId="287"/>
            <ac:picMk id="7" creationId="{00000000-0000-0000-0000-000000000000}"/>
          </ac:picMkLst>
        </pc:picChg>
      </pc:sldChg>
      <pc:sldChg chg="modSp add mod">
        <pc:chgData name="NIES HUI WEN" userId="3541b9e0-606d-4c51-a83e-60dbee75d3cd" providerId="ADAL" clId="{78D103BF-8BC4-4C16-980D-9FBB521C17DC}" dt="2024-09-30T14:28:55.518" v="433" actId="14100"/>
        <pc:sldMkLst>
          <pc:docMk/>
          <pc:sldMk cId="0" sldId="288"/>
        </pc:sldMkLst>
        <pc:spChg chg="mod">
          <ac:chgData name="NIES HUI WEN" userId="3541b9e0-606d-4c51-a83e-60dbee75d3cd" providerId="ADAL" clId="{78D103BF-8BC4-4C16-980D-9FBB521C17DC}" dt="2024-09-30T14:28:13.648" v="427" actId="14100"/>
          <ac:spMkLst>
            <pc:docMk/>
            <pc:sldMk cId="0" sldId="288"/>
            <ac:spMk id="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8"/>
            <ac:spMk id="6" creationId="{00000000-0000-0000-0000-000000000000}"/>
          </ac:spMkLst>
        </pc:spChg>
        <pc:picChg chg="mod">
          <ac:chgData name="NIES HUI WEN" userId="3541b9e0-606d-4c51-a83e-60dbee75d3cd" providerId="ADAL" clId="{78D103BF-8BC4-4C16-980D-9FBB521C17DC}" dt="2024-09-30T14:28:55.518" v="433" actId="14100"/>
          <ac:picMkLst>
            <pc:docMk/>
            <pc:sldMk cId="0" sldId="288"/>
            <ac:picMk id="7" creationId="{00000000-0000-0000-0000-000000000000}"/>
          </ac:picMkLst>
        </pc:picChg>
      </pc:sldChg>
      <pc:sldChg chg="addSp delSp modSp add del mod">
        <pc:chgData name="NIES HUI WEN" userId="3541b9e0-606d-4c51-a83e-60dbee75d3cd" providerId="ADAL" clId="{78D103BF-8BC4-4C16-980D-9FBB521C17DC}" dt="2024-09-30T14:30:56.562" v="450" actId="47"/>
        <pc:sldMkLst>
          <pc:docMk/>
          <pc:sldMk cId="0" sldId="289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89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8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9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1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4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5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7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8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19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0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1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4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5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7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8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29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0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1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4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7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8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39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0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1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4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5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7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8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49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50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51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52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5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54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55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30:10.738" v="445" actId="1036"/>
          <ac:spMkLst>
            <pc:docMk/>
            <pc:sldMk cId="0" sldId="289"/>
            <ac:spMk id="56" creationId="{00000000-0000-0000-0000-000000000000}"/>
          </ac:spMkLst>
        </pc:spChg>
        <pc:grpChg chg="mod">
          <ac:chgData name="NIES HUI WEN" userId="3541b9e0-606d-4c51-a83e-60dbee75d3cd" providerId="ADAL" clId="{78D103BF-8BC4-4C16-980D-9FBB521C17DC}" dt="2024-09-30T14:30:10.738" v="445" actId="1036"/>
          <ac:grpSpMkLst>
            <pc:docMk/>
            <pc:sldMk cId="0" sldId="289"/>
            <ac:grpSpMk id="7" creationId="{00000000-0000-0000-0000-000000000000}"/>
          </ac:grpSpMkLst>
        </pc:grpChg>
        <pc:grpChg chg="mod">
          <ac:chgData name="NIES HUI WEN" userId="3541b9e0-606d-4c51-a83e-60dbee75d3cd" providerId="ADAL" clId="{78D103BF-8BC4-4C16-980D-9FBB521C17DC}" dt="2024-09-30T14:30:10.738" v="445" actId="1036"/>
          <ac:grpSpMkLst>
            <pc:docMk/>
            <pc:sldMk cId="0" sldId="289"/>
            <ac:grpSpMk id="35" creationId="{00000000-0000-0000-0000-000000000000}"/>
          </ac:grpSpMkLst>
        </pc:grpChg>
        <pc:inkChg chg="del">
          <ac:chgData name="NIES HUI WEN" userId="3541b9e0-606d-4c51-a83e-60dbee75d3cd" providerId="ADAL" clId="{78D103BF-8BC4-4C16-980D-9FBB521C17DC}" dt="2024-09-30T14:29:12.308" v="434" actId="478"/>
          <ac:inkMkLst>
            <pc:docMk/>
            <pc:sldMk cId="0" sldId="289"/>
            <ac:inkMk id="3" creationId="{36B30E15-A747-4696-8DE0-79F090C80A82}"/>
          </ac:inkMkLst>
        </pc:inkChg>
        <pc:inkChg chg="add del">
          <ac:chgData name="NIES HUI WEN" userId="3541b9e0-606d-4c51-a83e-60dbee75d3cd" providerId="ADAL" clId="{78D103BF-8BC4-4C16-980D-9FBB521C17DC}" dt="2024-09-30T14:30:14.659" v="447" actId="478"/>
          <ac:inkMkLst>
            <pc:docMk/>
            <pc:sldMk cId="0" sldId="289"/>
            <ac:inkMk id="57" creationId="{B7DF1FB5-1CE8-42CA-A7D8-E1A00A6C25B2}"/>
          </ac:inkMkLst>
        </pc:inkChg>
      </pc:sldChg>
      <pc:sldChg chg="delSp modSp add mod">
        <pc:chgData name="NIES HUI WEN" userId="3541b9e0-606d-4c51-a83e-60dbee75d3cd" providerId="ADAL" clId="{78D103BF-8BC4-4C16-980D-9FBB521C17DC}" dt="2024-09-30T14:31:33.610" v="459" actId="478"/>
        <pc:sldMkLst>
          <pc:docMk/>
          <pc:sldMk cId="0" sldId="290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90"/>
            <ac:spMk id="6" creationId="{00000000-0000-0000-0000-000000000000}"/>
          </ac:spMkLst>
        </pc:spChg>
        <pc:inkChg chg="del">
          <ac:chgData name="NIES HUI WEN" userId="3541b9e0-606d-4c51-a83e-60dbee75d3cd" providerId="ADAL" clId="{78D103BF-8BC4-4C16-980D-9FBB521C17DC}" dt="2024-09-30T14:31:29.501" v="458" actId="478"/>
          <ac:inkMkLst>
            <pc:docMk/>
            <pc:sldMk cId="0" sldId="290"/>
            <ac:inkMk id="3" creationId="{DF6FD917-A293-495C-A5F8-6FC497831B87}"/>
          </ac:inkMkLst>
        </pc:inkChg>
        <pc:inkChg chg="del">
          <ac:chgData name="NIES HUI WEN" userId="3541b9e0-606d-4c51-a83e-60dbee75d3cd" providerId="ADAL" clId="{78D103BF-8BC4-4C16-980D-9FBB521C17DC}" dt="2024-09-30T14:31:33.610" v="459" actId="478"/>
          <ac:inkMkLst>
            <pc:docMk/>
            <pc:sldMk cId="0" sldId="290"/>
            <ac:inkMk id="7" creationId="{7F0024AD-1BCF-4A14-BE59-7645939E93C1}"/>
          </ac:inkMkLst>
        </pc:inkChg>
      </pc:sldChg>
      <pc:sldChg chg="modSp add">
        <pc:chgData name="NIES HUI WEN" userId="3541b9e0-606d-4c51-a83e-60dbee75d3cd" providerId="ADAL" clId="{78D103BF-8BC4-4C16-980D-9FBB521C17DC}" dt="2024-09-30T14:11:18.678" v="58"/>
        <pc:sldMkLst>
          <pc:docMk/>
          <pc:sldMk cId="0" sldId="291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91"/>
            <ac:spMk id="6" creationId="{00000000-0000-0000-0000-000000000000}"/>
          </ac:spMkLst>
        </pc:spChg>
      </pc:sldChg>
      <pc:sldChg chg="delSp modSp add mod">
        <pc:chgData name="NIES HUI WEN" userId="3541b9e0-606d-4c51-a83e-60dbee75d3cd" providerId="ADAL" clId="{78D103BF-8BC4-4C16-980D-9FBB521C17DC}" dt="2024-09-30T14:31:15.781" v="453" actId="478"/>
        <pc:sldMkLst>
          <pc:docMk/>
          <pc:sldMk cId="0" sldId="292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92"/>
            <ac:spMk id="6" creationId="{00000000-0000-0000-0000-000000000000}"/>
          </ac:spMkLst>
        </pc:spChg>
        <pc:inkChg chg="del">
          <ac:chgData name="NIES HUI WEN" userId="3541b9e0-606d-4c51-a83e-60dbee75d3cd" providerId="ADAL" clId="{78D103BF-8BC4-4C16-980D-9FBB521C17DC}" dt="2024-09-30T14:31:15.781" v="453" actId="478"/>
          <ac:inkMkLst>
            <pc:docMk/>
            <pc:sldMk cId="0" sldId="292"/>
            <ac:inkMk id="3" creationId="{636D081E-3498-413F-B480-EBB12EDFD4A7}"/>
          </ac:inkMkLst>
        </pc:inkChg>
      </pc:sldChg>
      <pc:sldChg chg="modSp add">
        <pc:chgData name="NIES HUI WEN" userId="3541b9e0-606d-4c51-a83e-60dbee75d3cd" providerId="ADAL" clId="{78D103BF-8BC4-4C16-980D-9FBB521C17DC}" dt="2024-09-30T14:11:18.678" v="58"/>
        <pc:sldMkLst>
          <pc:docMk/>
          <pc:sldMk cId="0" sldId="293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93"/>
            <ac:spMk id="6" creationId="{00000000-0000-0000-0000-000000000000}"/>
          </ac:spMkLst>
        </pc:spChg>
      </pc:sldChg>
      <pc:sldChg chg="modSp add mod">
        <pc:chgData name="NIES HUI WEN" userId="3541b9e0-606d-4c51-a83e-60dbee75d3cd" providerId="ADAL" clId="{78D103BF-8BC4-4C16-980D-9FBB521C17DC}" dt="2024-09-30T14:11:18.856" v="62" actId="27636"/>
        <pc:sldMkLst>
          <pc:docMk/>
          <pc:sldMk cId="0" sldId="294"/>
        </pc:sldMkLst>
        <pc:spChg chg="mod">
          <ac:chgData name="NIES HUI WEN" userId="3541b9e0-606d-4c51-a83e-60dbee75d3cd" providerId="ADAL" clId="{78D103BF-8BC4-4C16-980D-9FBB521C17DC}" dt="2024-09-30T14:11:18.856" v="62" actId="27636"/>
          <ac:spMkLst>
            <pc:docMk/>
            <pc:sldMk cId="0" sldId="294"/>
            <ac:spMk id="3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294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26.283" v="457" actId="47"/>
        <pc:sldMkLst>
          <pc:docMk/>
          <pc:sldMk cId="807321596" sldId="296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807321596" sldId="296"/>
            <ac:spMk id="6" creationId="{358C7D0F-102E-45D9-8358-A3E1433AC11D}"/>
          </ac:spMkLst>
        </pc:spChg>
      </pc:sldChg>
      <pc:sldChg chg="delSp modSp add mod">
        <pc:chgData name="NIES HUI WEN" userId="3541b9e0-606d-4c51-a83e-60dbee75d3cd" providerId="ADAL" clId="{78D103BF-8BC4-4C16-980D-9FBB521C17DC}" dt="2024-09-30T14:30:29.727" v="449" actId="478"/>
        <pc:sldMkLst>
          <pc:docMk/>
          <pc:sldMk cId="159187616" sldId="298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159187616" sldId="298"/>
            <ac:spMk id="6" creationId="{00000000-0000-0000-0000-000000000000}"/>
          </ac:spMkLst>
        </pc:spChg>
        <pc:inkChg chg="del">
          <ac:chgData name="NIES HUI WEN" userId="3541b9e0-606d-4c51-a83e-60dbee75d3cd" providerId="ADAL" clId="{78D103BF-8BC4-4C16-980D-9FBB521C17DC}" dt="2024-09-30T14:30:26.993" v="448" actId="478"/>
          <ac:inkMkLst>
            <pc:docMk/>
            <pc:sldMk cId="159187616" sldId="298"/>
            <ac:inkMk id="57" creationId="{E6A6CC86-954E-46FF-A0D1-F2574F7ABCD4}"/>
          </ac:inkMkLst>
        </pc:inkChg>
        <pc:inkChg chg="del">
          <ac:chgData name="NIES HUI WEN" userId="3541b9e0-606d-4c51-a83e-60dbee75d3cd" providerId="ADAL" clId="{78D103BF-8BC4-4C16-980D-9FBB521C17DC}" dt="2024-09-30T14:30:29.727" v="449" actId="478"/>
          <ac:inkMkLst>
            <pc:docMk/>
            <pc:sldMk cId="159187616" sldId="298"/>
            <ac:inkMk id="58" creationId="{DB22F989-6D5F-49F9-9033-BCE9A9AFB6F5}"/>
          </ac:inkMkLst>
        </pc:inkChg>
      </pc:sldChg>
      <pc:sldChg chg="modSp add del">
        <pc:chgData name="NIES HUI WEN" userId="3541b9e0-606d-4c51-a83e-60dbee75d3cd" providerId="ADAL" clId="{78D103BF-8BC4-4C16-980D-9FBB521C17DC}" dt="2024-09-30T14:31:06.860" v="451" actId="47"/>
        <pc:sldMkLst>
          <pc:docMk/>
          <pc:sldMk cId="1903733232" sldId="299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1903733232" sldId="299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10.438" v="452" actId="47"/>
        <pc:sldMkLst>
          <pc:docMk/>
          <pc:sldMk cId="503228684" sldId="300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503228684" sldId="300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20.453" v="454" actId="47"/>
        <pc:sldMkLst>
          <pc:docMk/>
          <pc:sldMk cId="189004882" sldId="301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189004882" sldId="301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22.001" v="455" actId="47"/>
        <pc:sldMkLst>
          <pc:docMk/>
          <pc:sldMk cId="2398466754" sldId="302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2398466754" sldId="302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24.298" v="456" actId="47"/>
        <pc:sldMkLst>
          <pc:docMk/>
          <pc:sldMk cId="1549822476" sldId="303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1549822476" sldId="303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37.108" v="460" actId="47"/>
        <pc:sldMkLst>
          <pc:docMk/>
          <pc:sldMk cId="2579696750" sldId="304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2579696750" sldId="304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38.576" v="461" actId="47"/>
        <pc:sldMkLst>
          <pc:docMk/>
          <pc:sldMk cId="4181981968" sldId="305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4181981968" sldId="305"/>
            <ac:spMk id="6" creationId="{00000000-0000-0000-0000-000000000000}"/>
          </ac:spMkLst>
        </pc:spChg>
      </pc:sldChg>
      <pc:sldChg chg="modSp add del">
        <pc:chgData name="NIES HUI WEN" userId="3541b9e0-606d-4c51-a83e-60dbee75d3cd" providerId="ADAL" clId="{78D103BF-8BC4-4C16-980D-9FBB521C17DC}" dt="2024-09-30T14:31:40.754" v="462" actId="47"/>
        <pc:sldMkLst>
          <pc:docMk/>
          <pc:sldMk cId="779203170" sldId="306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779203170" sldId="306"/>
            <ac:spMk id="6" creationId="{00000000-0000-0000-0000-000000000000}"/>
          </ac:spMkLst>
        </pc:spChg>
      </pc:sldChg>
      <pc:sldChg chg="modSp">
        <pc:chgData name="NIES HUI WEN" userId="3541b9e0-606d-4c51-a83e-60dbee75d3cd" providerId="ADAL" clId="{78D103BF-8BC4-4C16-980D-9FBB521C17DC}" dt="2024-09-30T14:08:57.756" v="0"/>
        <pc:sldMkLst>
          <pc:docMk/>
          <pc:sldMk cId="1502775014" sldId="313"/>
        </pc:sldMkLst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1502775014" sldId="313"/>
            <ac:spMk id="2" creationId="{624BE87F-5B1E-B127-DCFD-1E4D48217575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1502775014" sldId="313"/>
            <ac:spMk id="3" creationId="{D9832A7B-17DE-A49A-0D98-B172644510D5}"/>
          </ac:spMkLst>
        </pc:spChg>
        <pc:picChg chg="mod">
          <ac:chgData name="NIES HUI WEN" userId="3541b9e0-606d-4c51-a83e-60dbee75d3cd" providerId="ADAL" clId="{78D103BF-8BC4-4C16-980D-9FBB521C17DC}" dt="2024-09-30T14:08:57.756" v="0"/>
          <ac:picMkLst>
            <pc:docMk/>
            <pc:sldMk cId="1502775014" sldId="313"/>
            <ac:picMk id="50" creationId="{1EC0F348-2D30-7AC1-3CE0-4197AE98828C}"/>
          </ac:picMkLst>
        </pc:picChg>
        <pc:picChg chg="mod">
          <ac:chgData name="NIES HUI WEN" userId="3541b9e0-606d-4c51-a83e-60dbee75d3cd" providerId="ADAL" clId="{78D103BF-8BC4-4C16-980D-9FBB521C17DC}" dt="2024-09-30T14:08:57.756" v="0"/>
          <ac:picMkLst>
            <pc:docMk/>
            <pc:sldMk cId="1502775014" sldId="313"/>
            <ac:picMk id="52" creationId="{851558A9-F831-677E-BB04-1C0F9AD97142}"/>
          </ac:picMkLst>
        </pc:picChg>
        <pc:picChg chg="mod">
          <ac:chgData name="NIES HUI WEN" userId="3541b9e0-606d-4c51-a83e-60dbee75d3cd" providerId="ADAL" clId="{78D103BF-8BC4-4C16-980D-9FBB521C17DC}" dt="2024-09-30T14:08:57.756" v="0"/>
          <ac:picMkLst>
            <pc:docMk/>
            <pc:sldMk cId="1502775014" sldId="313"/>
            <ac:picMk id="54" creationId="{FCCD5C17-9FCF-9090-0510-5284D0FCF10E}"/>
          </ac:picMkLst>
        </pc:picChg>
      </pc:sldChg>
      <pc:sldChg chg="modSp mod">
        <pc:chgData name="NIES HUI WEN" userId="3541b9e0-606d-4c51-a83e-60dbee75d3cd" providerId="ADAL" clId="{78D103BF-8BC4-4C16-980D-9FBB521C17DC}" dt="2024-09-30T14:09:22.083" v="50" actId="1036"/>
        <pc:sldMkLst>
          <pc:docMk/>
          <pc:sldMk cId="1793746909" sldId="315"/>
        </pc:sldMkLst>
        <pc:spChg chg="mod">
          <ac:chgData name="NIES HUI WEN" userId="3541b9e0-606d-4c51-a83e-60dbee75d3cd" providerId="ADAL" clId="{78D103BF-8BC4-4C16-980D-9FBB521C17DC}" dt="2024-09-30T14:09:22.083" v="50" actId="1036"/>
          <ac:spMkLst>
            <pc:docMk/>
            <pc:sldMk cId="1793746909" sldId="315"/>
            <ac:spMk id="3" creationId="{FC72DD83-1D7D-D9BF-F0F3-053EE3201597}"/>
          </ac:spMkLst>
        </pc:spChg>
        <pc:spChg chg="mod">
          <ac:chgData name="NIES HUI WEN" userId="3541b9e0-606d-4c51-a83e-60dbee75d3cd" providerId="ADAL" clId="{78D103BF-8BC4-4C16-980D-9FBB521C17DC}" dt="2024-09-30T14:09:16.005" v="31" actId="20577"/>
          <ac:spMkLst>
            <pc:docMk/>
            <pc:sldMk cId="1793746909" sldId="315"/>
            <ac:spMk id="4" creationId="{8DAD0E23-96B9-5B33-C4F6-4DBCE5F54F96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k cId="1793746909" sldId="315"/>
            <ac:spMk id="6" creationId="{8E102EFA-FD94-7D1F-B76C-45B63CEC7823}"/>
          </ac:spMkLst>
        </pc:spChg>
        <pc:picChg chg="mod">
          <ac:chgData name="NIES HUI WEN" userId="3541b9e0-606d-4c51-a83e-60dbee75d3cd" providerId="ADAL" clId="{78D103BF-8BC4-4C16-980D-9FBB521C17DC}" dt="2024-09-30T14:09:22.083" v="50" actId="1036"/>
          <ac:picMkLst>
            <pc:docMk/>
            <pc:sldMk cId="1793746909" sldId="315"/>
            <ac:picMk id="2" creationId="{0DAB95FE-9FB6-3175-C6AD-6B6A256E7A5A}"/>
          </ac:picMkLst>
        </pc:picChg>
        <pc:picChg chg="mod">
          <ac:chgData name="NIES HUI WEN" userId="3541b9e0-606d-4c51-a83e-60dbee75d3cd" providerId="ADAL" clId="{78D103BF-8BC4-4C16-980D-9FBB521C17DC}" dt="2024-09-30T14:08:57.756" v="0"/>
          <ac:picMkLst>
            <pc:docMk/>
            <pc:sldMk cId="1793746909" sldId="315"/>
            <ac:picMk id="7" creationId="{770A5E36-46DF-4261-B2A9-84180659C6D5}"/>
          </ac:picMkLst>
        </pc:picChg>
      </pc:sldChg>
      <pc:sldChg chg="modSp add mod">
        <pc:chgData name="NIES HUI WEN" userId="3541b9e0-606d-4c51-a83e-60dbee75d3cd" providerId="ADAL" clId="{78D103BF-8BC4-4C16-980D-9FBB521C17DC}" dt="2024-09-30T14:22:02.182" v="234" actId="1076"/>
        <pc:sldMkLst>
          <pc:docMk/>
          <pc:sldMk cId="0" sldId="316"/>
        </pc:sldMkLst>
        <pc:spChg chg="mod">
          <ac:chgData name="NIES HUI WEN" userId="3541b9e0-606d-4c51-a83e-60dbee75d3cd" providerId="ADAL" clId="{78D103BF-8BC4-4C16-980D-9FBB521C17DC}" dt="2024-09-30T14:11:18.678" v="58"/>
          <ac:spMkLst>
            <pc:docMk/>
            <pc:sldMk cId="0" sldId="316"/>
            <ac:spMk id="6" creationId="{00000000-0000-0000-0000-000000000000}"/>
          </ac:spMkLst>
        </pc:spChg>
        <pc:spChg chg="mod">
          <ac:chgData name="NIES HUI WEN" userId="3541b9e0-606d-4c51-a83e-60dbee75d3cd" providerId="ADAL" clId="{78D103BF-8BC4-4C16-980D-9FBB521C17DC}" dt="2024-09-30T14:22:02.182" v="234" actId="1076"/>
          <ac:spMkLst>
            <pc:docMk/>
            <pc:sldMk cId="0" sldId="316"/>
            <ac:spMk id="8" creationId="{00000000-0000-0000-0000-000000000000}"/>
          </ac:spMkLst>
        </pc:spChg>
      </pc:sldChg>
      <pc:sldMasterChg chg="modSp modSldLayout">
        <pc:chgData name="NIES HUI WEN" userId="3541b9e0-606d-4c51-a83e-60dbee75d3cd" providerId="ADAL" clId="{78D103BF-8BC4-4C16-980D-9FBB521C17DC}" dt="2024-09-30T14:08:57.756" v="0"/>
        <pc:sldMasterMkLst>
          <pc:docMk/>
          <pc:sldMasterMk cId="1015553595" sldId="2147483648"/>
        </pc:sldMasterMkLst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asterMk cId="1015553595" sldId="2147483648"/>
            <ac:spMk id="2" creationId="{8419975F-708A-F234-4722-AEB234342622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asterMk cId="1015553595" sldId="2147483648"/>
            <ac:spMk id="3" creationId="{CB87F26E-314A-B65E-03F9-0EADD49DAA8D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asterMk cId="1015553595" sldId="2147483648"/>
            <ac:spMk id="4" creationId="{F4FC2CC6-2915-3AF9-A194-796105577231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asterMk cId="1015553595" sldId="2147483648"/>
            <ac:spMk id="5" creationId="{4994C745-1356-0A9F-002D-66D467AF4D83}"/>
          </ac:spMkLst>
        </pc:spChg>
        <pc:spChg chg="mod">
          <ac:chgData name="NIES HUI WEN" userId="3541b9e0-606d-4c51-a83e-60dbee75d3cd" providerId="ADAL" clId="{78D103BF-8BC4-4C16-980D-9FBB521C17DC}" dt="2024-09-30T14:08:57.756" v="0"/>
          <ac:spMkLst>
            <pc:docMk/>
            <pc:sldMasterMk cId="1015553595" sldId="2147483648"/>
            <ac:spMk id="6" creationId="{0DC9A2B0-BC9C-678A-D6F9-6A0D62CAA939}"/>
          </ac:spMkLst>
        </pc:sp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2065987749" sldId="2147483649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065987749" sldId="2147483649"/>
              <ac:spMk id="2" creationId="{D306C3F4-36B0-1561-8EFF-3B31A7774228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065987749" sldId="2147483649"/>
              <ac:spMk id="3" creationId="{FDC4E23C-BC64-3E31-C7C9-1CCB71C593F3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065987749" sldId="2147483649"/>
              <ac:spMk id="10" creationId="{845E31CA-977D-9659-5E4D-1E4EC75ABA70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065987749" sldId="2147483649"/>
              <ac:spMk id="11" creationId="{1B4385F2-2245-0F8C-C446-564E2DE5084A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065987749" sldId="2147483649"/>
              <ac:spMk id="22" creationId="{87FE56D3-CDFF-99C8-081E-21872711345C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065987749" sldId="2147483649"/>
              <ac:spMk id="23" creationId="{55D81439-E4CF-3498-4773-82E6A34DB949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2065987749" sldId="2147483649"/>
              <ac:grpSpMk id="9" creationId="{4F56CB3B-27D6-0844-017F-CFA08F52311B}"/>
            </ac:grpSpMkLst>
          </pc:gr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2065987749" sldId="2147483649"/>
              <ac:grpSpMk id="24" creationId="{60EA2A08-0768-E840-71C5-CB5BA198C844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2065987749" sldId="2147483649"/>
              <ac:picMk id="7" creationId="{1AFB2FEB-1CDE-753F-3231-2131ED23FF19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2065987749" sldId="2147483649"/>
              <ac:picMk id="8" creationId="{F45FB79D-2789-2E82-ACD5-FA141CFFB85B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2848066399" sldId="2147483650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848066399" sldId="2147483650"/>
              <ac:spMk id="8" creationId="{68F9B18A-4C13-213C-5ECD-7D00902A82F8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848066399" sldId="2147483650"/>
              <ac:spMk id="9" creationId="{00E6CDA0-D409-8B80-7C3D-EE78328F12C7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848066399" sldId="2147483650"/>
              <ac:spMk id="11" creationId="{73A6FB34-FC21-998E-F2ED-B41CC15A4311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848066399" sldId="2147483650"/>
              <ac:spMk id="12" creationId="{11DCC3F2-36B2-C662-DECB-01503AFCAA9E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2848066399" sldId="2147483650"/>
              <ac:grpSpMk id="7" creationId="{191E5DFC-83E6-86F2-21A3-C9353A831D94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2848066399" sldId="2147483650"/>
              <ac:picMk id="10" creationId="{B8A0DAC0-1D7C-425C-A3EA-189775AB0078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2848066399" sldId="2147483650"/>
              <ac:picMk id="17" creationId="{95386308-8E2B-C701-D9C5-CFF5B6D9F8D4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184226204" sldId="2147483651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2" creationId="{B1796ACF-1284-B0D3-20AC-1A411B0BC639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3" creationId="{CAE66E6B-CFF2-F241-A3D1-4FD4DAC4FAC5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21" creationId="{15CC8F0A-14AF-F65B-6D14-A51CBEFF1729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23" creationId="{7D170A48-ED14-4722-ED48-412F8B7C44AA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27" creationId="{4185CCF7-2507-F40E-2E71-04B5C07C7F09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28" creationId="{891B4BFE-7090-CB15-ACE2-E76D3D5E6402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32" creationId="{790F7BDA-9A67-4500-FC96-D0DCA5669FC2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84226204" sldId="2147483651"/>
              <ac:spMk id="33" creationId="{E6D3808A-7510-8E14-D035-56A7CA6C58A0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184226204" sldId="2147483651"/>
              <ac:grpSpMk id="24" creationId="{DB94ABDC-D409-D0CF-BFD9-E874B46B7EEF}"/>
            </ac:grpSpMkLst>
          </pc:gr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184226204" sldId="2147483651"/>
              <ac:grpSpMk id="29" creationId="{9956ED8E-CF4D-D756-5FA9-5F3263853A9C}"/>
            </ac:grpSpMkLst>
          </pc:gr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184226204" sldId="2147483651"/>
              <ac:grpSpMk id="31" creationId="{A4B6D801-7EDC-E981-F405-040472A43AB5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184226204" sldId="2147483651"/>
              <ac:picMk id="7" creationId="{FECAB3E7-A192-D902-B47D-B2CC33AF3A17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184226204" sldId="2147483651"/>
              <ac:picMk id="11" creationId="{14CA6469-707B-4B2D-CE38-C2E80563F892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316536615" sldId="2147483652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6536615" sldId="2147483652"/>
              <ac:spMk id="3" creationId="{D7D56CC2-F4AE-C871-25CA-0693B8E51D03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6536615" sldId="2147483652"/>
              <ac:spMk id="4" creationId="{3F04C4D5-028B-CF4F-DB83-2E7DAE14517F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6536615" sldId="2147483652"/>
              <ac:spMk id="9" creationId="{E593644A-0A35-6B8C-F216-AC1945DFC79E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6536615" sldId="2147483652"/>
              <ac:spMk id="11" creationId="{1466CAA0-852B-2260-4E79-4DCDC5D3C474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6536615" sldId="2147483652"/>
              <ac:spMk id="12" creationId="{9A806244-EF9A-642C-8573-A2BFA17DB33E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316536615" sldId="2147483652"/>
              <ac:grpSpMk id="8" creationId="{F32450C2-7E85-EAB2-8C8F-8B13B9657507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316536615" sldId="2147483652"/>
              <ac:picMk id="10" creationId="{431BACEB-C3CA-5C73-C1CD-7E28828923BE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316536615" sldId="2147483652"/>
              <ac:picMk id="20" creationId="{660D2230-4C54-C188-62C4-95CC76262BA7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3140199187" sldId="2147483653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2" creationId="{D7D3BD4A-F379-8CFF-EBD6-707DD0E70908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3" creationId="{FD159623-7488-E134-22F1-5329048ED4B2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4" creationId="{399D7D39-C4CD-9439-3408-FF0BFA1B1135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5" creationId="{53750B8F-83C3-D985-5919-F1A3FDF4D02A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6" creationId="{26CCF953-DD56-9B85-AB4B-B9C9F0FF06CD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13" creationId="{BAEA7E83-8757-44B8-B8ED-EFD855548FA2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14" creationId="{C603E4A3-2F29-E99E-59AA-19FD2D71718A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140199187" sldId="2147483653"/>
              <ac:spMk id="15" creationId="{A32B20C0-22D4-422D-2940-7F540F191BF7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3140199187" sldId="2147483653"/>
              <ac:grpSpMk id="11" creationId="{1870257A-EF80-EF1A-EE95-68EB9FBC2F71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3140199187" sldId="2147483653"/>
              <ac:picMk id="10" creationId="{AF169F28-4F60-04EA-2355-80F723258DB7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3140199187" sldId="2147483653"/>
              <ac:picMk id="12" creationId="{C023B567-24C2-C088-6F75-913992BE2D87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1611669773" sldId="2147483654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611669773" sldId="2147483654"/>
              <ac:spMk id="2" creationId="{6EB218D0-0E4A-6601-1430-D75D1D89819B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611669773" sldId="2147483654"/>
              <ac:spMk id="7" creationId="{F29FA834-B150-3245-D347-588904243A5E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611669773" sldId="2147483654"/>
              <ac:spMk id="8" creationId="{38EF11FA-4280-83FF-5E5F-70581310F2C4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611669773" sldId="2147483654"/>
              <ac:spMk id="14" creationId="{B3C9DBE5-42FF-593C-82CE-C4B2774E3AD0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1611669773" sldId="2147483654"/>
              <ac:spMk id="15" creationId="{D8516993-C2D5-28D4-6E6E-D3A5B19FD20F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1611669773" sldId="2147483654"/>
              <ac:grpSpMk id="6" creationId="{715FA5D2-1257-770C-1E2F-2CCA5238FD2A}"/>
            </ac:grpSpMkLst>
          </pc:gr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1611669773" sldId="2147483654"/>
              <ac:grpSpMk id="13" creationId="{6EFDB3D2-BABB-4614-ACBD-74206D54EFA7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1611669773" sldId="2147483654"/>
              <ac:picMk id="10" creationId="{19F13517-FB38-BE9B-5A77-235BBF8CE808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1611669773" sldId="2147483654"/>
              <ac:picMk id="25" creationId="{C5A05E41-FECA-555C-4DA5-FBDABE88EAD3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3399613225" sldId="2147483655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9613225" sldId="2147483655"/>
              <ac:spMk id="7" creationId="{990C6828-16EB-91B9-7078-52ADFDC0F2F1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9613225" sldId="2147483655"/>
              <ac:spMk id="8" creationId="{ABEA9D62-1A2E-5482-2A68-9FCEFEB913F9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3399613225" sldId="2147483655"/>
              <ac:grpSpMk id="5" creationId="{7CEA865B-9359-931D-9136-36413785F784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3399613225" sldId="2147483655"/>
              <ac:picMk id="6" creationId="{ABA7D5CF-8052-62A2-8652-9E5660A058FA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3399613225" sldId="2147483655"/>
              <ac:picMk id="15" creationId="{ABDE0F43-CB86-1C9B-53B1-54930B9BBDB8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4120109767" sldId="2147483656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4120109767" sldId="2147483656"/>
              <ac:spMk id="2" creationId="{60B5AF6C-3A58-DD89-B778-7C9B4E4937D6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4120109767" sldId="2147483656"/>
              <ac:spMk id="3" creationId="{4C730643-5DEF-0301-05FB-43BFE7810485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4120109767" sldId="2147483656"/>
              <ac:spMk id="4" creationId="{0CC84E7D-D23B-8AA6-561F-6482F0A1224C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4120109767" sldId="2147483656"/>
              <ac:spMk id="10" creationId="{C4E085B5-6456-E991-6904-BB25D1005185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4120109767" sldId="2147483656"/>
              <ac:spMk id="11" creationId="{7DD1F696-3383-CCD0-5F6F-4B9E89375262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4120109767" sldId="2147483656"/>
              <ac:spMk id="12" creationId="{028F6DD2-968A-9801-9B22-22DBD1C894E0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4120109767" sldId="2147483656"/>
              <ac:spMk id="13" creationId="{8F835E16-0810-A050-7387-E04FC0CFD8C9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4120109767" sldId="2147483656"/>
              <ac:grpSpMk id="8" creationId="{97DF8517-697A-D659-D645-CCC025297F18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4120109767" sldId="2147483656"/>
              <ac:picMk id="9" creationId="{0C8EA7C3-CAA4-9F46-F633-CAA69D61B616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4120109767" sldId="2147483656"/>
              <ac:picMk id="20" creationId="{C80EC996-29B5-35CD-CAA8-09FAAB535A3F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2743350413" sldId="2147483657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2743350413" sldId="2147483657"/>
              <ac:spMk id="10" creationId="{70ED001F-8063-F3C7-2FEF-E453A15D6F8A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2743350413" sldId="2147483657"/>
              <ac:spMk id="11" creationId="{F8584E66-4123-80C8-F229-404A09AEC330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2743350413" sldId="2147483657"/>
              <ac:spMk id="12" creationId="{812957FA-0954-130C-016A-4BAA3351102F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2743350413" sldId="2147483657"/>
              <ac:spMk id="13" creationId="{6B5F1816-5F6B-7928-15B1-1910931B275B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2743350413" sldId="2147483657"/>
              <ac:grpSpMk id="9" creationId="{C2F26ABC-4A2D-3F29-949F-D733E61C91B2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2743350413" sldId="2147483657"/>
              <ac:picMk id="8" creationId="{1E117FA9-E26A-4F12-3480-6499E26C73F1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2743350413" sldId="2147483657"/>
              <ac:picMk id="17" creationId="{D450D105-3168-9AA2-1E36-18264E43F5DD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3392828442" sldId="2147483660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2828442" sldId="2147483660"/>
              <ac:spMk id="5" creationId="{F86208AF-0FB5-0709-9E4A-86BB9C81B267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2828442" sldId="2147483660"/>
              <ac:spMk id="7" creationId="{2AF9E3A6-8792-EBEF-E21F-6506CA347F72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2828442" sldId="2147483660"/>
              <ac:spMk id="9" creationId="{D2D7814D-56F3-7C85-157F-E73DAB5F0429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2828442" sldId="2147483660"/>
              <ac:spMk id="13" creationId="{755327DB-3941-6535-2638-26DDF5148B23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2828442" sldId="2147483660"/>
              <ac:spMk id="14" creationId="{751988F2-DBDB-53FA-2E8B-DE674D6D2B6A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2828442" sldId="2147483660"/>
              <ac:spMk id="16" creationId="{BA51D9DD-D54B-BD6E-1FC0-1E96064A7DD4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3392828442" sldId="2147483660"/>
              <ac:spMk id="17" creationId="{B12D63A4-B45F-D7EE-07AE-ED4F2AA9FBF6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3392828442" sldId="2147483660"/>
              <ac:grpSpMk id="6" creationId="{A5B451E3-7C30-F7E8-27F1-20A1711850CE}"/>
            </ac:grpSpMkLst>
          </pc:gr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3392828442" sldId="2147483660"/>
              <ac:grpSpMk id="10" creationId="{DEECA337-96B6-AF15-88CE-5A1B9B8EBDB6}"/>
            </ac:grpSpMkLst>
          </pc:gr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1015553595" sldId="2147483648"/>
              <pc:sldLayoutMk cId="3392828442" sldId="2147483660"/>
              <ac:grpSpMk id="18" creationId="{57D46B25-0C92-A630-DD9E-0DC228627926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3392828442" sldId="2147483660"/>
              <ac:picMk id="8" creationId="{CE4DBBFF-D866-CE38-8CC8-48E42BA7EFBC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2959644441" sldId="2147483661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959644441" sldId="2147483661"/>
              <ac:spMk id="3" creationId="{6500D8EF-2DF1-88B7-4784-92F60D932A2D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1015553595" sldId="2147483648"/>
              <pc:sldLayoutMk cId="2959644441" sldId="2147483661"/>
              <ac:spMk id="4" creationId="{E7418E44-B184-3318-E83E-1ED0427C4C32}"/>
            </ac:spMkLst>
          </pc:s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2959644441" sldId="2147483661"/>
              <ac:picMk id="10" creationId="{9A77FC49-908E-7282-71D1-FF9B45CC794D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1015553595" sldId="2147483648"/>
              <pc:sldLayoutMk cId="2959644441" sldId="2147483661"/>
              <ac:picMk id="11" creationId="{B9FB5ACA-D821-A539-94D6-EEC7337F3AF1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2395643185" sldId="2147483662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2395643185" sldId="2147483662"/>
              <ac:spMk id="20" creationId="{A9A0EB9F-5240-3366-0373-E8B7C3C2A4FE}"/>
            </ac:spMkLst>
          </pc:s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2395643185" sldId="2147483662"/>
              <ac:picMk id="19" creationId="{BAF7B2D7-FB34-55B3-113A-7F96DDA7A845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1788661840" sldId="2147483663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1788661840" sldId="2147483663"/>
              <ac:spMk id="10" creationId="{70ED001F-8063-F3C7-2FEF-E453A15D6F8A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1788661840" sldId="2147483663"/>
              <ac:spMk id="11" creationId="{F8584E66-4123-80C8-F229-404A09AEC330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1788661840" sldId="2147483663"/>
              <ac:spMk id="13" creationId="{CAE4AFB9-D289-5BB8-FC6E-3A98AE611BFD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1788661840" sldId="2147483663"/>
              <ac:spMk id="14" creationId="{559C5E7F-48AB-BACC-5157-81B702629420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1788661840" sldId="2147483663"/>
              <ac:grpSpMk id="9" creationId="{C2F26ABC-4A2D-3F29-949F-D733E61C91B2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1788661840" sldId="2147483663"/>
              <ac:picMk id="8" creationId="{1E117FA9-E26A-4F12-3480-6499E26C73F1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1788661840" sldId="2147483663"/>
              <ac:picMk id="17" creationId="{D450D105-3168-9AA2-1E36-18264E43F5DD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864249158" sldId="2147483664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864249158" sldId="2147483664"/>
              <ac:spMk id="2" creationId="{14354985-0AB8-E860-28D0-17AD10E6B863}"/>
            </ac:spMkLst>
          </pc:spChg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864249158" sldId="2147483664"/>
              <ac:spMk id="6" creationId="{9C95F9B9-2A5B-F93A-EA33-600D61519C46}"/>
            </ac:spMkLst>
          </pc:spChg>
          <pc:grpChg chg="mo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864249158" sldId="2147483664"/>
              <ac:grpSpMk id="10" creationId="{C7993728-E209-C557-FA87-A687A2439D90}"/>
            </ac:grpSpMkLst>
          </pc:gr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864249158" sldId="2147483664"/>
              <ac:picMk id="12" creationId="{C291997A-C196-DCDE-0EA0-51D4FDEDADA6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864249158" sldId="2147483664"/>
              <ac:picMk id="13" creationId="{9AF4D5AD-886B-F49D-187E-EF188BA5C869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864249158" sldId="2147483664"/>
              <ac:picMk id="15" creationId="{0B5606AF-41C6-0137-32A8-807A0A5D0D48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864249158" sldId="2147483664"/>
              <ac:picMk id="16" creationId="{ADB128DF-CD31-0CEB-4D7C-71A658062365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864249158" sldId="2147483664"/>
              <ac:picMk id="25" creationId="{3FF214BE-EBD1-4C75-B559-2A68D3A7182D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1186884085" sldId="2147483666"/>
          </pc:sldLayoutMkLst>
          <pc:spChg chg="mo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1186884085" sldId="2147483666"/>
              <ac:spMk id="34" creationId="{6D44EBC3-45F4-19C6-0AEB-16C907B4BCB5}"/>
            </ac:spMkLst>
          </pc:sp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1186884085" sldId="2147483666"/>
              <ac:picMk id="36" creationId="{E22F56BC-829B-3BC8-96F9-8B26B69F0FD2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1186884085" sldId="2147483666"/>
              <ac:picMk id="41" creationId="{BBA782F0-1339-9AD7-88E8-E482862A0C73}"/>
            </ac:picMkLst>
          </pc:picChg>
          <pc:picChg chg="mo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1186884085" sldId="2147483666"/>
              <ac:picMk id="42" creationId="{955F31CF-FB2A-3612-E2CA-58665EF22E34}"/>
            </ac:picMkLst>
          </pc:picChg>
        </pc:sldLayoutChg>
        <pc:sldLayoutChg chg="mo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1015553595" sldId="2147483648"/>
            <pc:sldLayoutMk cId="4171046270" sldId="2147483668"/>
          </pc:sldLayoutMkLst>
          <pc:cxnChg chg="mod">
            <ac:chgData name="NIES HUI WEN" userId="3541b9e0-606d-4c51-a83e-60dbee75d3cd" providerId="ADAL" clId="{78D103BF-8BC4-4C16-980D-9FBB521C17DC}" dt="2024-09-30T14:08:57.756" v="0"/>
            <ac:cxnSpMkLst>
              <pc:docMk/>
              <pc:sldMasterMk cId="1015553595" sldId="2147483648"/>
              <pc:sldLayoutMk cId="4171046270" sldId="2147483668"/>
              <ac:cxnSpMk id="8" creationId="{74C836B4-5E2D-D94D-B92C-56626921C682}"/>
            </ac:cxnSpMkLst>
          </pc:cxnChg>
        </pc:sldLayoutChg>
      </pc:sldMasterChg>
      <pc:sldMasterChg chg="modSldLayout">
        <pc:chgData name="NIES HUI WEN" userId="3541b9e0-606d-4c51-a83e-60dbee75d3cd" providerId="ADAL" clId="{78D103BF-8BC4-4C16-980D-9FBB521C17DC}" dt="2024-09-30T14:08:57.756" v="0"/>
        <pc:sldMasterMkLst>
          <pc:docMk/>
          <pc:sldMasterMk cId="331532671" sldId="2147483669"/>
        </pc:sldMasterMkLst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2658331221" sldId="2147483670"/>
          </pc:sldLayoutMkLst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2658331221" sldId="2147483670"/>
              <ac:grpSpMk id="9" creationId="{BB56D67D-4497-5379-1DF1-9E025368A7DF}"/>
            </ac:grpSpMkLst>
          </pc:gr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2658331221" sldId="2147483670"/>
              <ac:grpSpMk id="12" creationId="{5E17D1CE-F55D-C30D-1170-C99D2F88BB3A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2658331221" sldId="2147483670"/>
              <ac:picMk id="7" creationId="{9A6B0B4B-BC05-F069-308A-CF9CE0898A3E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2658331221" sldId="2147483670"/>
              <ac:picMk id="8" creationId="{C218EC17-C2A5-3CC4-201E-BBC6A65B0BC4}"/>
            </ac:picMkLst>
          </pc:picChg>
        </pc:sldLayoutChg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3882265479" sldId="2147483671"/>
          </pc:sldLayoutMkLst>
          <pc:spChg chg="ad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3882265479" sldId="2147483671"/>
              <ac:spMk id="8" creationId="{12A8941E-878A-3E7D-B933-AEB61B23D17D}"/>
            </ac:spMkLst>
          </pc:spChg>
          <pc:spChg chg="ad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3882265479" sldId="2147483671"/>
              <ac:spMk id="10" creationId="{55A51AEA-5AF6-303E-B8D1-0D4230D7E94E}"/>
            </ac:spMkLst>
          </pc:s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3882265479" sldId="2147483671"/>
              <ac:grpSpMk id="11" creationId="{D47AAF0B-D9D5-00AB-3089-218D59428AB1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3882265479" sldId="2147483671"/>
              <ac:picMk id="7" creationId="{495E53B3-2309-2C0C-C967-B120F422A754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3882265479" sldId="2147483671"/>
              <ac:picMk id="9" creationId="{2DD2951F-1A2B-C55A-029A-FE20769B5409}"/>
            </ac:picMkLst>
          </pc:picChg>
        </pc:sldLayoutChg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1690718754" sldId="2147483672"/>
          </pc:sldLayoutMkLst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1690718754" sldId="2147483672"/>
              <ac:grpSpMk id="8" creationId="{A718E676-9969-1F60-96F3-7448BDDFA3AC}"/>
            </ac:grpSpMkLst>
          </pc:gr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1690718754" sldId="2147483672"/>
              <ac:grpSpMk id="12" creationId="{966C76B2-1DC8-0C1F-F6C7-CD2C496FF19D}"/>
            </ac:grpSpMkLst>
          </pc:gr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1690718754" sldId="2147483672"/>
              <ac:grpSpMk id="15" creationId="{119402DC-8414-B782-14B4-A0EBCB830A66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1690718754" sldId="2147483672"/>
              <ac:picMk id="7" creationId="{AD9448F9-E83E-3CA9-E7A4-9ECE4348D05C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1690718754" sldId="2147483672"/>
              <ac:picMk id="11" creationId="{5731C0BE-A8C7-AF0F-80E1-BD11C8950ED2}"/>
            </ac:picMkLst>
          </pc:picChg>
        </pc:sldLayoutChg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3476940576" sldId="2147483673"/>
          </pc:sldLayoutMkLst>
          <pc:spChg chg="ad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3476940576" sldId="2147483673"/>
              <ac:spMk id="9" creationId="{516B76C9-D126-1291-18B1-EA28FC240104}"/>
            </ac:spMkLst>
          </pc:s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3476940576" sldId="2147483673"/>
              <ac:grpSpMk id="11" creationId="{E316DD72-0C18-9DDC-03AA-B1378086F226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3476940576" sldId="2147483673"/>
              <ac:picMk id="8" creationId="{C94D4E92-F652-43BC-353C-BFC8F14D727A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3476940576" sldId="2147483673"/>
              <ac:picMk id="10" creationId="{D07E1F1A-D116-ED3C-A829-E17F9AC631E8}"/>
            </ac:picMkLst>
          </pc:picChg>
        </pc:sldLayoutChg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2954705756" sldId="2147483674"/>
          </pc:sldLayoutMkLst>
          <pc:spChg chg="ad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2954705756" sldId="2147483674"/>
              <ac:spMk id="12" creationId="{48410E57-F87D-5097-037F-D39119181ED1}"/>
            </ac:spMkLst>
          </pc:s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2954705756" sldId="2147483674"/>
              <ac:grpSpMk id="13" creationId="{3863F3E3-AA89-2623-B433-07306FB52145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2954705756" sldId="2147483674"/>
              <ac:picMk id="10" creationId="{B77D95B2-E614-77B3-4BF3-9885C7DE454E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2954705756" sldId="2147483674"/>
              <ac:picMk id="11" creationId="{65599A14-565C-6D40-2E3C-8728A7E28A02}"/>
            </ac:picMkLst>
          </pc:picChg>
        </pc:sldLayoutChg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744283534" sldId="2147483675"/>
          </pc:sldLayoutMkLst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744283534" sldId="2147483675"/>
              <ac:grpSpMk id="7" creationId="{C348FABE-4AF0-757C-5CB2-3BD73CAB3F8E}"/>
            </ac:grpSpMkLst>
          </pc:gr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744283534" sldId="2147483675"/>
              <ac:grpSpMk id="11" creationId="{C1C20AC3-5B7C-4178-CDF1-5F174318E151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744283534" sldId="2147483675"/>
              <ac:picMk id="6" creationId="{F83E5801-1E52-3B32-D36B-D3D99AD29717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744283534" sldId="2147483675"/>
              <ac:picMk id="10" creationId="{362F8B8C-B618-7D2D-80BF-FC79F877EBB9}"/>
            </ac:picMkLst>
          </pc:picChg>
        </pc:sldLayoutChg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500341453" sldId="2147483676"/>
          </pc:sldLayoutMkLst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500341453" sldId="2147483676"/>
              <ac:grpSpMk id="7" creationId="{1E134594-5FE4-B65A-9976-A4773E2D01BE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500341453" sldId="2147483676"/>
              <ac:picMk id="5" creationId="{65BEB601-C044-43A6-BE68-4B326C788039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500341453" sldId="2147483676"/>
              <ac:picMk id="6" creationId="{BD05C64A-3566-5E04-F0E8-BF1A62D05AE3}"/>
            </ac:picMkLst>
          </pc:picChg>
        </pc:sldLayoutChg>
        <pc:sldLayoutChg chg="addSp">
          <pc:chgData name="NIES HUI WEN" userId="3541b9e0-606d-4c51-a83e-60dbee75d3cd" providerId="ADAL" clId="{78D103BF-8BC4-4C16-980D-9FBB521C17DC}" dt="2024-09-30T14:08:57.756" v="0"/>
          <pc:sldLayoutMkLst>
            <pc:docMk/>
            <pc:sldMasterMk cId="331532671" sldId="2147483669"/>
            <pc:sldLayoutMk cId="576830058" sldId="2147483677"/>
          </pc:sldLayoutMkLst>
          <pc:spChg chg="ad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576830058" sldId="2147483677"/>
              <ac:spMk id="9" creationId="{3642DA05-9437-6E63-B8A7-7B2BB36D18FB}"/>
            </ac:spMkLst>
          </pc:spChg>
          <pc:spChg chg="add">
            <ac:chgData name="NIES HUI WEN" userId="3541b9e0-606d-4c51-a83e-60dbee75d3cd" providerId="ADAL" clId="{78D103BF-8BC4-4C16-980D-9FBB521C17DC}" dt="2024-09-30T14:08:57.756" v="0"/>
            <ac:spMkLst>
              <pc:docMk/>
              <pc:sldMasterMk cId="331532671" sldId="2147483669"/>
              <pc:sldLayoutMk cId="576830058" sldId="2147483677"/>
              <ac:spMk id="11" creationId="{404B4CF9-8E5E-B37C-05A6-4C8F18C1D6C5}"/>
            </ac:spMkLst>
          </pc:spChg>
          <pc:grpChg chg="add">
            <ac:chgData name="NIES HUI WEN" userId="3541b9e0-606d-4c51-a83e-60dbee75d3cd" providerId="ADAL" clId="{78D103BF-8BC4-4C16-980D-9FBB521C17DC}" dt="2024-09-30T14:08:57.756" v="0"/>
            <ac:grpSpMkLst>
              <pc:docMk/>
              <pc:sldMasterMk cId="331532671" sldId="2147483669"/>
              <pc:sldLayoutMk cId="576830058" sldId="2147483677"/>
              <ac:grpSpMk id="12" creationId="{2F684C76-694D-8923-8266-69B5725998D9}"/>
            </ac:grpSpMkLst>
          </pc:grp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576830058" sldId="2147483677"/>
              <ac:picMk id="8" creationId="{5B1A6063-2033-CFE7-6E2C-0B6304FC7F57}"/>
            </ac:picMkLst>
          </pc:picChg>
          <pc:picChg chg="add">
            <ac:chgData name="NIES HUI WEN" userId="3541b9e0-606d-4c51-a83e-60dbee75d3cd" providerId="ADAL" clId="{78D103BF-8BC4-4C16-980D-9FBB521C17DC}" dt="2024-09-30T14:08:57.756" v="0"/>
            <ac:picMkLst>
              <pc:docMk/>
              <pc:sldMasterMk cId="331532671" sldId="2147483669"/>
              <pc:sldLayoutMk cId="576830058" sldId="2147483677"/>
              <ac:picMk id="10" creationId="{E73D92E6-BE2B-D3AB-BB18-B91E2A8E0B1F}"/>
            </ac:picMkLst>
          </pc:pic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30T14:13:24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806 866 24575,'46'-3'0,"1"-1"0,71-18 0,-93 17 0,105-31 0,-98 27 0,3-6 0,-27 5 0,-9 9 0,1 1 0,0-1 0,-1 0 0,1 1 0,-1-1 0,1 1 0,-1-1 0,1 1 0,-1-1 0,1 1 0,-1-1 0,0 1 0,1-1 0,-1 1 0,1 0 0,-1-1 0,0 1 0,0 0 0,1 0 0,-1-1 0,-1 1 0,-27-6 0,1 1 0,-1 1 0,0 1 0,0 2 0,-37 3 0,8-2 0,-113 3 0,-123-5 0,250-8 0,43 10 0,1 0 0,-1-1 0,0 1 0,0 0 0,0 0 0,1-1 0,-1 1 0,0 0 0,0-1 0,1 1 0,-1-1 0,0 1 0,1-1 0,-1 1 0,0-1 0,1 1 0,-1-1 0,1 0 0,-1 1 0,1-1 0,-1 0 0,1 0 0,0 1 0,-1-1 0,1 0 0,0 0 0,0 0 0,-1 1 0,1-1 0,0 0 0,0 0 0,0 0 0,0 0 0,0 1 0,0-1 0,0 0 0,0 0 0,1 0 0,-1 0 0,0 1 0,0-1 0,1 0 0,-1 0 0,0 1 0,1-1 0,-1 0 0,1 0 0,-1 1 0,2-2 0,5-5 0,0 0 0,0 0 0,1 1 0,0 0 0,1 1 0,-1 0 0,14-6 0,74-28 0,-70 29 0,254-94 0,-628 220 0,342-114 0,-8 2 0,1 1 0,0 0 0,0 0 0,1 1 0,-1 1 0,-12 9 0,25-16 0,-1 0 0,1 1 0,-1-1 0,1 0 0,-1 0 0,1 0 0,0 1 0,-1-1 0,1 0 0,-1 0 0,1 1 0,0-1 0,-1 0 0,1 1 0,0-1 0,0 0 0,-1 1 0,1-1 0,0 0 0,0 1 0,-1-1 0,1 1 0,0-1 0,0 0 0,0 1 0,0-1 0,0 1 0,-1-1 0,1 1 0,0-1 0,0 1 0,0-1 0,0 1 0,1-1 0,-1 0 0,0 1 0,0-1 0,0 1 0,0-1 0,0 1 0,0-1 0,1 0 0,-1 1 0,0-1 0,0 1 0,1-1 0,-1 0 0,0 1 0,1-1 0,-1 0 0,0 1 0,1-1 0,-1 0 0,0 0 0,1 1 0,29 4 0,49-6 0,0-4 0,82-15 0,14-1 0,282-4 0,-443 28 0,-36 4 0,-61 13 0,61-15 0,-56 13 0,-119 13 0,189-32 0,8-2 0,18-8 0,31-10 0,49-16 0,2 4 0,174-32 0,-484 74 0,-1 23 0,52-6 0,147-24 0,1 0 0,-1-1 0,0-1 0,1 0 0,-19-2 0,30 2 0,0 0 0,-1 0 0,1 0 0,0 0 0,0 0 0,0 0 0,-1 0 0,1 0 0,0 0 0,0 0 0,0 0 0,-1 0 0,1-1 0,0 1 0,0 0 0,0 0 0,0 0 0,-1 0 0,1 0 0,0 0 0,0 0 0,0-1 0,0 1 0,0 0 0,-1 0 0,1 0 0,0 0 0,0-1 0,0 1 0,0 0 0,0 0 0,0 0 0,0 0 0,0-1 0,0 1 0,-1 0 0,1 0 0,0 0 0,0-1 0,0 1 0,0 0 0,0 0 0,0 0 0,1-1 0,-1 1 0,0 0 0,0 0 0,0 0 0,0-1 0,0 1 0,0 0 0,0 0 0,0 0 0,0 0 0,0-1 0,1 1 0,-1 0 0,0 0 0,0 0 0,0 0 0,0-1 0,0 1 0,1 0 0,-1 0 0,14-10 0,-13 9 0,32-15 0,1 1 0,1 1 0,0 2 0,0 1 0,51-7 0,33-12 0,-119 30 0,1 0 0,0 0 0,0 0 0,0 0 0,-1 0 0,1 0 0,0-1 0,0 1 0,0 0 0,-1 0 0,1-1 0,0 1 0,0 0 0,-1-1 0,1 1 0,0-1 0,-1 1 0,1-1 0,-1 1 0,1-1 0,0 1 0,-1-1 0,1 0 0,-1 1 0,0-1 0,1 0 0,0 0 0,-22-5 0,-45 3 0,64 3 0,-80 0 0,82 0 0,1 0 0,-1 0 0,0 0 0,0-1 0,0 1 0,0 0 0,1 0 0,-1 0 0,0 0 0,0-1 0,0 1 0,0 0 0,0 0 0,0 0 0,1-1 0,-1 1 0,0 0 0,0 0 0,0-1 0,0 1 0,0 0 0,0 0 0,0-1 0,0 1 0,0 0 0,0 0 0,0 0 0,0-1 0,0 1 0,0 0 0,0 0 0,0-1 0,-1 1 0,1 0 0,0 0 0,0 0 0,0-1 0,0 1 0,0 0 0,0 0 0,-1 0 0,1-1 0,0 1 0,0 0 0,0 0 0,0 0 0,-1 0 0,1 0 0,0-1 0,0 1 0,-1 0 0,1 0 0,0 0 0,0 0 0,0 0 0,-1 0 0,1 0 0,0 0 0,0 0 0,-1 0 0,1 0 0,0 0 0,0 0 0,-1 0 0,22-12 0,49-13 0,1 4 0,0 2 0,108-14 0,3-1 0,-151 26 0,-43 7 0,-54 9 0,-336 23 0,365-32 0,37 1 0,0 0 0,0 0 0,0 0 0,1-1 0,-1 1 0,0 0 0,0 0 0,0 0 0,0 0 0,0 0 0,0 0 0,1-1 0,-1 1 0,0 0 0,0 0 0,0 0 0,0 0 0,0 0 0,0-1 0,0 1 0,0 0 0,0 0 0,0 0 0,0 0 0,0-1 0,0 1 0,0 0 0,0 0 0,0 0 0,0-1 0,0 1 0,0 0 0,0 0 0,0 0 0,0 0 0,0-1 0,0 1 0,0 0 0,0 0 0,0 0 0,0 0 0,-1 0 0,1-1 0,0 1 0,0 0 0,0 0 0,0 0 0,0 0 0,0 0 0,-1 0 0,1 0 0,0-1 0,0 1 0,0 0 0,0 0 0,-1 0 0,1 0 0,0 0 0,0 0 0,0 0 0,0 0 0,-1 0 0,16-10 0,0 1 0,1 1 0,0 0 0,0 1 0,20-5 0,91-24 0,-124 36 0,47-12 0,0 2 0,76-4 0,-340 19 0,300-10 0,141-24 0,-213 23 0,-35 3 0,-43 0 0,-32 4 0,-71-2 0,127-5 0,40 6 0,0 0 0,-1 0 0,1 0 0,0 0 0,0 0 0,-1 0 0,1 0 0,0-1 0,-1 1 0,1 0 0,0 0 0,0 0 0,-1 0 0,1 0 0,0 0 0,0-1 0,-1 1 0,1 0 0,0 0 0,0 0 0,0-1 0,-1 1 0,1 0 0,0 0 0,0-1 0,0 1 0,0 0 0,-1 0 0,1-1 0,0 1 0,0 0 0,0-1 0,0 1 0,0 0 0,0-1 0,0 1 0,0 0 0,0 0 0,0-1 0,0 1 0,0 0 0,0-1 0,0 1 0,0 0 0,0 0 0,0-1 0,1 1 0,-1 0 0,0-1 0,0 1 0,18-15 0,30-9 0,-1 7 0,1 2 0,1 3 0,0 1 0,0 3 0,100-4 0,-183 14 0,0 2 0,0 1 0,1 2 0,-61 19 0,72-13 0,21-12 0,1-1 0,0 0 0,0 0 0,0 1 0,-1-1 0,1 0 0,0 0 0,0 1 0,0-1 0,0 0 0,0 1 0,0-1 0,-1 0 0,1 1 0,0-1 0,0 0 0,0 1 0,0-1 0,0 0 0,0 0 0,0 1 0,1-1 0,-1 0 0,0 1 0,0-1 0,0 0 0,0 1 0,0-1 0,0 0 0,0 0 0,1 1 0,-1-1 0,0 0 0,0 0 0,0 1 0,1-1 0,-1 0 0,3 2 0,1 0 0,-1 0 0,1-1 0,-1 1 0,1-1 0,-1 0 0,1 0 0,0 0 0,5 0 0,47 4 0,59-2 0,-68-4 0,1 3 0,58 9 0,-102-11 0,0 1 0,0 0 0,0 0 0,0 0 0,-1 0 0,1 1 0,0-1 0,-1 1 0,1 0 0,-1 0 0,1 1 0,-1-1 0,0 0 0,0 1 0,5 5 0,-8-7 0,1 0 0,-1 0 0,1 0 0,-1 0 0,0 0 0,1 0 0,-1 0 0,0 0 0,0 0 0,0 0 0,0 1 0,0-1 0,0 0 0,0 0 0,0 0 0,0 0 0,-1 0 0,1 0 0,0 0 0,-1 0 0,0 2 0,0 0 0,-1-1 0,0 1 0,0 0 0,0 0 0,-1-1 0,1 0 0,-1 1 0,1-1 0,-6 4 0,-32 17 0,-1-2 0,0-2 0,-1-2 0,-48 14 0,-9 3 0,-4 8 0,94-34 0,11-3 0,20 0 0,30-3 0,-1-2 0,1-2 0,52-10 0,1 1 0,320-12 0,-423 23 0,0 0 0,-1 0 0,1 0 0,0 0 0,0 0 0,0 0 0,0 0 0,0 0 0,0 1 0,0-1 0,0 1 0,0 0 0,-1-1 0,4 3 0,-5-3 0,0 1 0,0-1 0,-1 1 0,1 0 0,0-1 0,0 1 0,-1 0 0,1-1 0,0 1 0,-1-1 0,1 1 0,0-1 0,-1 1 0,1-1 0,-1 1 0,1-1 0,-1 1 0,1-1 0,-1 0 0,1 1 0,-1-1 0,1 0 0,-1 1 0,0-1 0,1 0 0,-2 0 0,-63 26 0,12-12 0,-1-3 0,1-2 0,-2-3 0,-102 0 0,112-13 0,45 7 0,-1 0 0,0 0 0,1 0 0,-1 0 0,1-1 0,-1 1 0,1 0 0,-1 0 0,1 0 0,-1-1 0,1 1 0,-1 0 0,1 0 0,-1-1 0,1 1 0,-1-1 0,1 1 0,0 0 0,-1-1 0,1 1 0,0-1 0,-1 1 0,1-1 0,0 1 0,-1-1 0,1 1 0,0-1 0,0 1 0,0-1 0,0 1 0,0-1 0,-1 0 0,1 1 0,0-1 0,0 1 0,0-1 0,0 1 0,1-1 0,-1 0 0,0 1 0,0-1 0,0 1 0,0-1 0,0 1 0,1-1 0,-1 1 0,0-1 0,1 1 0,-1-1 0,0 1 0,1-1 0,-1 1 0,0 0 0,1-1 0,-1 1 0,1-1 0,-1 1 0,1 0 0,-1 0 0,1-1 0,-1 1 0,1 0 0,-1 0 0,1-1 0,-1 1 0,2 0 0,27-17 0,-24 15 0,-1 0 0,1 0 0,-1-1 0,1 1 0,-1-1 0,0 0 0,0 0 0,0-1 0,-1 1 0,1-1 0,-1 0 0,4-5 0,-7 8 0,1 0 0,-1 0 0,0 1 0,0-1 0,1 0 0,-1 0 0,0 0 0,0 1 0,0-1 0,0 0 0,0 0 0,0 0 0,0 0 0,0 1 0,-1-1 0,1 0 0,0 0 0,0 0 0,-1 0 0,1 1 0,0-1 0,-1 0 0,1 1 0,-1-1 0,1 0 0,-1 1 0,1-1 0,-1 0 0,0 1 0,1-1 0,-1 1 0,0-1 0,1 1 0,-1-1 0,0 1 0,0 0 0,1-1 0,-1 1 0,0 0 0,0 0 0,-1-1 0,-38-7 0,38 8 0,-90-6 0,-120 8 0,188-1 0,59-12 0,36-2 0,151-3 0,-204 15 0,-36 3 0,-30 2 0,-179 26 0,-149 17 0,336-43 0,87-9 0,153-20 0,409-35 0,-787 104 0,78-25 0,-26 3 0,-141 44 0,242-53 0,25-13 0,0 1 0,0-1 0,0 0 0,0 0 0,0 1 0,0-1 0,0 0 0,0 0 0,0 1 0,0-1 0,0 0 0,0 0 0,0 1 0,0-1 0,0 0 0,0 1 0,0-1 0,0 0 0,1 0 0,-1 0 0,0 1 0,0-1 0,0 0 0,0 0 0,1 0 0,-1 1 0,0-1 0,0 0 0,1 0 0,-1 0 0,0 0 0,0 0 0,1 1 0,-1-1 0,0 0 0,0 0 0,1 0 0,-1 0 0,0 0 0,0 0 0,1 0 0,-1 0 0,1 0 0,50 5 0,286-27 0,-137 5 0,-140 12 0,-39 3 0,-27 2 0,-495 79 0,146-17 0,268-52 0,54-8 0,-1 1 0,1 3 0,0 0 0,-55 19 0,78-17 0,16-3 0,22 0 0,23-6 0,0-1 0,-1-3 0,1-3 0,92-25 0,-104 19 0,-29 5 0,-10 9 0,0-1 0,0 1 0,-1-1 0,1 1 0,-1-1 0,1 1 0,0 0 0,-1-1 0,1 1 0,-1-1 0,1 1 0,-1 0 0,1 0 0,-1-1 0,1 1 0,-1 0 0,1 0 0,-1-1 0,1 1 0,-1 0 0,0 0 0,1 0 0,-1 0 0,1 0 0,-1 0 0,0 0 0,-28-2 0,0 1 0,0 2 0,0 1 0,-56 11 0,31-5 0,-3 0 0,38-2 0,32-2 0,39-3 0,21-4 0,-1-3 0,86-18 0,-156 24 0,0 0 0,-1-1 0,1 1 0,0-1 0,-1 1 0,1-1 0,0 0 0,-1 1 0,1-1 0,-1 0 0,1 0 0,-1 0 0,3-2 0,-4 3 0,0-1 0,0 1 0,0-1 0,0 1 0,0 0 0,0-1 0,0 1 0,0 0 0,0-1 0,0 1 0,-1-1 0,1 1 0,0 0 0,0-1 0,0 1 0,0 0 0,-1-1 0,1 1 0,0 0 0,0-1 0,-1 1 0,1 0 0,0-1 0,0 1 0,-1 0 0,1 0 0,0 0 0,-1-1 0,1 1 0,0 0 0,-1 0 0,1 0 0,0 0 0,-1-1 0,-49-13 0,-49 4 0,-102 4 0,39 2 0,104-3 0,39-2 0,19 8 0,0 0 0,0 1 0,0-1 0,0 1 0,0-1 0,0 0 0,0 1 0,0-1 0,0 1 0,1-1 0,-1 1 0,0-1 0,0 1 0,1-1 0,-1 1 0,0-1 0,1 1 0,-1-1 0,1 1 0,-1 0 0,0-1 0,1 1 0,-1-1 0,1 1 0,-1 0 0,1 0 0,-1-1 0,1 1 0,-1 0 0,1 0 0,0-1 0,-1 1 0,1 0 0,0 0 0,22-9 0,1 1 0,0 1 0,0 1 0,0 1 0,26-1 0,-2-2 0,58-6 0,-64 10 0,0-2 0,-1-1 0,69-23 0,-109 30 0,-1 0 0,1 0 0,0 0 0,-1 0 0,1 0 0,-1 0 0,1-1 0,-1 1 0,1 0 0,-1 0 0,1 0 0,-1-1 0,1 1 0,-1 0 0,1 0 0,-1-1 0,0 1 0,1-1 0,-1 1 0,1 0 0,-1-1 0,0 1 0,1-1 0,-1 1 0,0-1 0,0 1 0,1 0 0,-1-1 0,0 0 0,-17-2 0,-32 6 0,-26 3 0,-76 10 0,266-12 0,427-5 0,-755 2 0,-145-3 0,336 1 0,0 0 0,0-2 0,-34-8 0,55 11 0,1 0 0,-1 0 0,0-1 0,0 1 0,1 0 0,-1 0 0,0-1 0,1 1 0,-1 0 0,0-1 0,0 1 0,1-1 0,-1 1 0,1-1 0,-1 1 0,1-1 0,-1 1 0,1-1 0,-1 0 0,1 1 0,-1-1 0,0 0 0,9-10 0,31-7 0,-36 17 0,76-24 0,2 3 0,164-21 0,-90 18 0,-234 21 0,-83 3 0,-297 13 0,439-10 0,-1 0 0,1 1 0,0 0 0,-36 13 0,55-15 0,0-1 0,0 0 0,0 1 0,0-1 0,0 0 0,0 1 0,0-1 0,0 1 0,0 0 0,0-1 0,0 1 0,0 0 0,0-1 0,1 1 0,-1 0 0,0 0 0,1 0 0,-1 0 0,0 0 0,1 0 0,-1 0 0,0 1 0,2-1 0,-1 0 0,0-1 0,1 1 0,-1 0 0,1 0 0,-1-1 0,1 1 0,-1 0 0,1-1 0,-1 1 0,1-1 0,0 1 0,-1-1 0,1 1 0,0-1 0,0 1 0,-1-1 0,1 0 0,0 1 0,0-1 0,1 1 0,57 11 0,121 1 0,195-11 0,-240-4 0,-101 4 0,-29-1 0,0-1 0,0 0 0,0 1 0,0-2 0,0 1 0,0-1 0,0 0 0,6-1 0,-52 7 0,8-3 0,-545 98 0,534-88 0,44-12 0,0 0 0,-1 0 0,1 0 0,0 0 0,0 0 0,-1 0 0,1 0 0,0 0 0,0 0 0,-1 0 0,1 0 0,0 0 0,0 0 0,-1 0 0,1 0 0,0 0 0,0 0 0,-1 0 0,1 0 0,0 0 0,0 1 0,0-1 0,-1 0 0,1 0 0,0 0 0,0 0 0,0 1 0,-1-1 0,1 0 0,0 0 0,0 0 0,0 1 0,0-1 0,0 0 0,0 0 0,0 1 0,-1-1 0,1 0 0,0 0 0,0 1 0,0-1 0,0 0 0,0 0 0,0 1 0,0-1 0,0 0 0,15 4 0,28-2 0,384-5 0,-442 6 0,-1 1 0,1 1 0,0 1 0,0 0 0,1 1 0,-22 13 0,33-18 0,0-1 0,0 1 0,0 0 0,1 0 0,-1 0 0,0 0 0,1 1 0,-1-1 0,1 0 0,0 1 0,0 0 0,0 0 0,0-1 0,-2 5 0,4-6 0,0 0 0,0-1 0,0 1 0,0 0 0,0 0 0,0-1 0,0 1 0,0 0 0,0-1 0,0 1 0,0 0 0,0 0 0,1-1 0,-1 1 0,0 0 0,1-1 0,-1 1 0,0 0 0,1-1 0,-1 1 0,1-1 0,-1 1 0,1-1 0,0 2 0,1-1 0,1 1 0,0 0 0,-1-1 0,1 0 0,0 0 0,-1 0 0,1 0 0,0 0 0,4 1 0,42 5 0,0-2 0,0-3 0,66-4 0,-73 1 0,-15 4 0,-37 4 0,-41 8 0,22-7 0,1 0 0,0 2 0,-42 22 0,68-31 0,0-1 0,0 1 0,1 0 0,-1 0 0,1 0 0,-1 0 0,0 0 0,1 0 0,0 1 0,-1-1 0,1 0 0,0 1 0,0-1 0,-1 1 0,0 1 0,2-2 0,1 0 0,-1-1 0,0 1 0,0-1 0,1 1 0,-1-1 0,0 1 0,1-1 0,-1 0 0,0 1 0,1-1 0,-1 1 0,1-1 0,-1 0 0,1 1 0,-1-1 0,1 0 0,-1 0 0,1 1 0,-1-1 0,1 0 0,-1 0 0,1 0 0,-1 1 0,1-1 0,0 0 0,-1 0 0,1 0 0,-1 0 0,2 0 0,9 0 0,0 1 0,0-1 0,0-1 0,13-2 0,-4 0 0,-7 2 0,0 0 0,0-2 0,0 0 0,0 0 0,0-1 0,-1 0 0,1-1 0,20-12 0,-33 17 0,0-1 0,1 1 0,-1 0 0,0 0 0,0 0 0,1-1 0,-1 1 0,0 0 0,0 0 0,0-1 0,1 1 0,-1 0 0,0-1 0,0 1 0,0 0 0,0-1 0,0 1 0,0 0 0,0 0 0,0-1 0,0 1 0,0 0 0,0-1 0,0 1 0,0 0 0,0-1 0,0 1 0,0 0 0,0-1 0,0 1 0,0 0 0,0-1 0,0 1 0,-1 0 0,1 0 0,0-1 0,0 1 0,0 0 0,-1-1 0,1 1 0,0 0 0,0 0 0,-1 0 0,1-1 0,0 1 0,0 0 0,-1 0 0,1 0 0,0 0 0,-1 0 0,1-1 0,0 1 0,-1 0 0,1 0 0,0 0 0,0 0 0,-1 0 0,-23-6 0,-50-1 0,-137 5 0,119 3 0,-19 2 0,48-1 0,1-1 0,-91-12 0,128 2 0,25 8 0,0 1 0,0 0 0,0-1 0,0 1 0,0-1 0,0 1 0,0 0 0,0-1 0,0 1 0,0 0 0,0-1 0,1 1 0,-1 0 0,0-1 0,0 1 0,0 0 0,1-1 0,-1 1 0,0 0 0,0 0 0,1-1 0,-1 1 0,0 0 0,1 0 0,-1-1 0,0 1 0,1 0 0,-1 0 0,0 0 0,1 0 0,-1 0 0,0-1 0,1 1 0,-1 0 0,1 0 0,51-15 0,570-74 0,-826 98 0,-241 57 0,429-64 0,9-1 0,-1 0 0,1 0 0,0 0 0,0 1 0,0 0 0,0 1 0,1 0 0,-1 0 0,1 0 0,-8 5 0,14-8 0,0 0 0,0 0 0,0 0 0,-1 0 0,1 1 0,0-1 0,0 0 0,0 0 0,-1 1 0,1-1 0,0 0 0,0 0 0,0 0 0,0 1 0,0-1 0,0 0 0,-1 0 0,1 1 0,0-1 0,0 0 0,0 1 0,0-1 0,0 0 0,0 0 0,0 1 0,0-1 0,0 0 0,0 1 0,0-1 0,1 0 0,-1 0 0,0 1 0,0-1 0,0 0 0,0 0 0,0 1 0,0-1 0,1 0 0,-1 0 0,0 0 0,0 1 0,0-1 0,1 0 0,-1 0 0,0 0 0,0 0 0,0 1 0,1-1 0,-1 0 0,0 0 0,0 0 0,1 0 0,-1 0 0,0 0 0,1 0 0,10 4 0,0-1 0,0-1 0,0 0 0,0-1 0,0 0 0,0 0 0,15-2 0,-16 1 0,365-33 0,-192 11 0,-28 8 0,164-20 0,-273 24 0,-42 6 0,-11 0 0,-18 1 0,-34 5 0,0 3 0,-93 20 0,-113 42 0,244-61 0,-12 3 0,8-4 0,1 2 0,-1 1 0,1 1 0,1 1 0,-27 15 0,50-25 0,-1 1 0,0-1 0,0 0 0,0 1 0,0-1 0,0 0 0,0 1 0,1-1 0,-1 1 0,0 0 0,0-1 0,1 1 0,-1 0 0,0-1 0,1 1 0,-1 0 0,1 0 0,-1-1 0,1 1 0,-1 0 0,1 0 0,0 0 0,-1 0 0,1 0 0,0 0 0,0 0 0,-1 1 0,2-1 0,1 0 0,-1-1 0,0 1 0,0-1 0,0 1 0,1-1 0,-1 1 0,0-1 0,0 1 0,1-1 0,-1 0 0,0 0 0,1 0 0,-1 0 0,3 0 0,60-5 0,-33 1 0,-9 1 0,1-1 0,-1 0 0,31-11 0,-36 4 0,-30 8 0,-43 8 0,-316 71 0,-50 8 0,338-70 0,60-7 0,58-11 0,438-111 0,-186 37 0,-18 20 0,64-17 0,-300 63 0,-32 12 0,0 0 0,0-1 0,0 1 0,0 0 0,0 0 0,0-1 0,0 1 0,0 0 0,0 0 0,0-1 0,0 1 0,0 0 0,0 0 0,0-1 0,0 1 0,-1 0 0,1 0 0,0-1 0,0 1 0,0 0 0,0 0 0,-1 0 0,1-1 0,0 1 0,0 0 0,-1 0 0,1 0 0,0 0 0,0 0 0,0-1 0,-1 1 0,1 0 0,0 0 0,-1 0 0,1 0 0,0 0 0,0 0 0,-1 0 0,1 0 0,0 0 0,0 0 0,-1 0 0,1 0 0,0 0 0,0 0 0,-1 0 0,1 0 0,0 1 0,-1-1 0,-65-2 0,-315 27 0,153-7 0,190-15 0,12-1 0,55-7 0,115-11 0,48-6 0,-160 17 0,0-2 0,-1-2 0,53-20 0,-64 14 0,-20 15 0,0-1 0,0 0 0,-1 1 0,1-1 0,0 1 0,0-1 0,-1 1 0,1-1 0,-1 1 0,1-1 0,0 1 0,-1-1 0,1 1 0,-1-1 0,1 1 0,-1 0 0,1-1 0,-1 1 0,1 0 0,-1-1 0,0 1 0,1 0 0,-1 0 0,1-1 0,-1 1 0,0 0 0,1 0 0,-1 0 0,0 0 0,1 0 0,-1 0 0,0 0 0,1 0 0,-1 0 0,1 1 0,-2-1 0,-29-2 0,0 2 0,-1 2 0,1 0 0,-55 13 0,6-3 0,8-3 0,14-3 0,1 2 0,0 2 0,-87 29 0,133-32 0,17-2 0,23 0 0,52-3 0,-1-4 0,133-18 0,-135 10 0,400-42 0,-461 49 0,-18 1 0,-28 1 0,-100 5 0,-185 29 0,253-25 0,-340 56 0,350-51 0,44-9 0,16 0 0,26-1 0,-1-1 0,1-2 0,0-1 0,39-7 0,0 1 0,452-57 0,-510 60 0,-15 1 0,-27 2 0,-115 12 0,-184 38 0,307-46 0,-18 3 0,-70 23 0,105-29 0,0 0 0,-1 1 0,1-1 0,0 0 0,0 1 0,0-1 0,-1 1 0,1 0 0,0-1 0,0 1 0,0 0 0,0 0 0,0-1 0,0 1 0,0 0 0,1 0 0,-3 2 0,4-2 0,-1-1 0,0 1 0,1-1 0,-1 1 0,0-1 0,1 1 0,-1-1 0,0 1 0,1-1 0,-1 1 0,1-1 0,-1 0 0,1 1 0,-1-1 0,1 0 0,0 1 0,-1-1 0,1 0 0,-1 0 0,1 0 0,-1 1 0,1-1 0,0 0 0,0 0 0,56 7 0,412-4 0,-64-3 0,-351 6 0,-54-6 0,-1 0 0,1 0 0,0 0 0,-1 1 0,1-1 0,0 0 0,0 0 0,-1 0 0,1 0 0,0 1 0,0-1 0,0 0 0,-1 0 0,1 1 0,0-1 0,0 0 0,0 0 0,0 1 0,0-1 0,-1 0 0,1 1 0,0-1 0,0 0 0,0 0 0,0 1 0,0-1 0,0 0 0,0 1 0,0-1 0,0 0 0,0 1 0,0-1 0,0 0 0,0 0 0,0 1 0,1-1 0,-1 0 0,0 1 0,0-1 0,0 0 0,0 0 0,0 1 0,1-1 0,-1 0 0,0 0 0,0 0 0,0 1 0,1-1 0,-1 0 0,0 0 0,0 0 0,1 1 0,-1-1 0,0 0 0,0 0 0,1 0 0,-1 0 0,0 0 0,1 0 0,-1 0 0,1 0 0,-32 12 0,-102 17 0,-183 17 0,244-38 0,-643 58 0,62-7 0,601-50 0,52-9 0,1 0 0,-1 0 0,0 0 0,0 0 0,0 0 0,0 0 0,0 1 0,0-1 0,1 0 0,-1 0 0,0 0 0,0 0 0,0 0 0,0 0 0,0 1 0,0-1 0,0 0 0,0 0 0,0 0 0,0 0 0,0 0 0,0 1 0,0-1 0,0 0 0,0 0 0,0 0 0,0 0 0,0 0 0,0 1 0,0-1 0,0 0 0,0 0 0,0 0 0,0 0 0,0 0 0,0 1 0,0-1 0,0 0 0,0 0 0,0 0 0,0 0 0,-1 0 0,1 0 0,0 1 0,83 4 0,552-27 0,-290 3 0,-176 13 0,-327 25 0,0 6 0,-248 75 0,376-86 0,30-14 0,0 0 0,-1 0 0,1 0 0,0 0 0,0 0 0,0 0 0,0 1 0,-1-1 0,1 0 0,0 0 0,0 0 0,0 0 0,0 1 0,-1-1 0,1 0 0,0 0 0,0 0 0,0 1 0,0-1 0,0 0 0,0 0 0,0 1 0,0-1 0,0 0 0,0 0 0,0 1 0,0-1 0,0 0 0,0 0 0,0 1 0,0-1 0,0 0 0,0 0 0,0 0 0,0 1 0,0-1 0,0 0 0,0 0 0,0 1 0,1-1 0,-1 0 0,0 0 0,0 0 0,0 0 0,0 1 0,1-1 0,-1 0 0,0 0 0,0 0 0,6 2 0,-1 0 0,0 0 0,0-1 0,0 0 0,1 0 0,-1-1 0,8 1 0,154 0 0,224-25 0,-248 12 0,-77 6 0,-64 5 0,-8 0 0,-23-1 0,-49 1 0,-114 20 0,1 8 0,2 8 0,-244 78 0,411-106 0,6-3 0,-1 0 0,1 2 0,0 0 0,0 1 0,1 0 0,0 2 0,-14 9 0,28-17 0,0-1 0,1 0 0,-1 0 0,1 1 0,-1-1 0,1 0 0,-1 0 0,1 1 0,0-1 0,-1 1 0,1-1 0,-1 1 0,1-1 0,0 0 0,-1 1 0,1-1 0,0 1 0,-1-1 0,1 1 0,0 0 0,0-1 0,0 1 0,-1-1 0,1 1 0,0-1 0,0 1 0,0 0 0,0-1 0,0 1 0,0-1 0,0 1 0,0-1 0,0 1 0,1 0 0,-1-1 0,0 1 0,0-1 0,0 1 0,1-1 0,-1 1 0,0-1 0,1 1 0,-1-1 0,0 1 0,1-1 0,-1 1 0,1-1 0,-1 0 0,0 1 0,1-1 0,-1 1 0,1-1 0,-1 0 0,1 0 0,-1 1 0,2-1 0,36 9 0,10-8 0,0-1 0,0-3 0,89-16 0,-60 7 0,62-8 0,198-26 0,-245 40 0,-67 13 0,-24-7 0,-1 0 0,0 1 0,0-1 0,0 0 0,1 0 0,-1 1 0,0-1 0,0 0 0,0 1 0,0-1 0,1 0 0,-1 1 0,0-1 0,0 0 0,0 1 0,0-1 0,0 0 0,0 1 0,0-1 0,0 0 0,0 1 0,0-1 0,0 0 0,0 1 0,0-1 0,0 0 0,0 1 0,-1-1 0,1 0 0,0 1 0,0-1 0,0 0 0,0 1 0,-1-1 0,1 1 0,-4 3 0,0 0 0,-1 0 0,1 0 0,-1-1 0,0 1 0,-6 2 0,-398 205 0,72-41 0,318-160 0,13-8 0,0 1 0,1 0 0,-1-1 0,1 2 0,0-1 0,0 1 0,0 0 0,1 0 0,-1 0 0,1 0 0,-7 9 0,11-12 0,0 0 0,0-1 0,1 1 0,-1 0 0,0-1 0,0 1 0,0 0 0,0-1 0,1 1 0,-1-1 0,0 1 0,1 0 0,-1-1 0,0 1 0,1-1 0,-1 1 0,1-1 0,-1 1 0,1-1 0,-1 1 0,1-1 0,-1 0 0,1 1 0,-1-1 0,1 0 0,0 1 0,-1-1 0,1 0 0,-1 0 0,1 1 0,0-1 0,-1 0 0,1 0 0,0 0 0,-1 0 0,1 0 0,0 0 0,-1 0 0,2 0 0,34 2 0,42-9 0,-1-2 0,99-26 0,-35 6 0,-103 20 0,-12 4 0,-53 16 0,-177 60 0,-282 87 0,294-104 0,613-196 0,-362 115 0,-58 27 0,0 0 0,0-1 0,0 1 0,0-1 0,0 0 0,0 1 0,0-1 0,0 0 0,0 0 0,0 1 0,0-1 0,0 0 0,0 0 0,-1 0 0,1 0 0,0 0 0,0-2 0,-1 3 0,-1-1 0,0 1 0,0-1 0,0 1 0,0-1 0,0 1 0,1 0 0,-1 0 0,0-1 0,0 1 0,0 0 0,0 0 0,0 0 0,0 0 0,0 0 0,0 0 0,0 0 0,0 0 0,0 0 0,-1 1 0,-21 3 0,0 0 0,0 2 0,1 0 0,0 2 0,-28 13 0,-1 0 0,6-5 0,0 2 0,1 2 0,-58 37 0,98-55 15,1 1 0,-1 0 0,1 0 0,-1 0 0,1 0 0,0 0 0,-3 6 0,5-8-46,1-1 0,0 1 0,-1 0 0,1-1 0,0 1 0,-1 0 0,1-1 0,0 1 0,0 0 0,0 0 0,0-1 0,0 1 1,0 0-1,0-1 0,0 1 0,0 0 0,0 0 0,0-1 0,1 1 0,-1 0 0,0-1 0,0 1 0,1 0 0,-1-1 0,0 1 0,1 0 0,-1-1 1,1 1-1,-1-1 0,1 1 0,-1-1 0,1 1 0,-1-1 0,1 1 0,0-1 0,-1 1 0,1-1 0,-1 0 0,1 1 0,0-1 0,-1 0 1,1 0-1,0 1 0,0-1 0,-1 0 0,1 0 0,1 0 0,24 6-6795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30-Sep-24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tiff"/><Relationship Id="rId5" Type="http://schemas.openxmlformats.org/officeDocument/2006/relationships/image" Target="../media/image7.svg"/><Relationship Id="rId10" Type="http://schemas.openxmlformats.org/officeDocument/2006/relationships/image" Target="../media/image11.sv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9AD4D-18D5-4BBE-A03C-328BD2BA0A0B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6B0B4B-BC05-F069-308A-CF9CE0898A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18EC17-C2A5-3CC4-201E-BBC6A65B0B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B56D67D-4497-5379-1DF1-9E025368A7DF}"/>
              </a:ext>
            </a:extLst>
          </p:cNvPr>
          <p:cNvGrpSpPr/>
          <p:nvPr userDrawn="1"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3CC86A-7192-E514-E725-BC4767D567D1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13DAC4A5-7685-AF9C-7A1C-694E96290348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17D1CE-F55D-C30D-1170-C99D2F88BB3A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E84CC1-5B15-9C07-4C24-F5A58A3FC55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1A2A61-ED23-070D-FF9B-D59CBE5E0CD3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833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685D-CF90-4073-BCE5-BFF3F8C09F40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E53B3-2309-2C0C-C967-B120F422A7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A8941E-878A-3E7D-B933-AEB61B23D17D}"/>
              </a:ext>
            </a:extLst>
          </p:cNvPr>
          <p:cNvSpPr/>
          <p:nvPr userDrawn="1"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D2951F-1A2B-C55A-029A-FE20769B54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5A51AEA-5AF6-303E-B8D1-0D4230D7E94E}"/>
              </a:ext>
            </a:extLst>
          </p:cNvPr>
          <p:cNvSpPr/>
          <p:nvPr userDrawn="1"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7AAF0B-D9D5-00AB-3089-218D59428AB1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5F1A1B-C77F-A915-C667-5B6C7332DF6D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6B0045-683E-F374-F906-EF41E02340B2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226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3BFE-A7B7-42A2-A495-F8C1511DB28B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448F9-E83E-3CA9-E7A4-9ECE4348D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18E676-9969-1F60-96F3-7448BDDFA3AC}"/>
              </a:ext>
            </a:extLst>
          </p:cNvPr>
          <p:cNvGrpSpPr/>
          <p:nvPr userDrawn="1"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64ECE5-3B8E-77E2-4B8D-BB0AD40C201B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A36602EA-EC1A-3A35-3A95-A0FCD987D84D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1C0BE-A8C7-AF0F-80E1-BD11C8950E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66C76B2-1DC8-0C1F-F6C7-CD2C496FF19D}"/>
              </a:ext>
            </a:extLst>
          </p:cNvPr>
          <p:cNvGrpSpPr/>
          <p:nvPr userDrawn="1"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DB049F-A486-34CE-EBEA-8998639DC234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6026D243-E711-96A5-B6FC-D25C799BCB04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9402DC-8414-B782-14B4-A0EBCB830A66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078A44-238C-EB90-0934-0A2D1E5BF81D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D20D91-5275-06DB-3F4C-0B6A7CCF8AFD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71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B03EB-AFFF-4F28-9698-7E6C58D9F81A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D4E92-F652-43BC-353C-BFC8F14D72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16B76C9-D126-1291-18B1-EA28FC240104}"/>
              </a:ext>
            </a:extLst>
          </p:cNvPr>
          <p:cNvSpPr/>
          <p:nvPr userDrawn="1"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7E1F1A-D116-ED3C-A829-E17F9AC631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316DD72-0C18-9DDC-03AA-B1378086F226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8C2E3B-F6D8-38F0-B56B-EFBE314443E4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A2FD0B-80EB-8E2D-B8C7-2C6777D5E405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94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5AA1-5273-4125-A237-22E02337F4D7}" type="datetime1">
              <a:rPr lang="en-US" smtClean="0"/>
              <a:t>30-Sep-24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7D95B2-E614-77B3-4BF3-9885C7DE45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99A14-565C-6D40-2E3C-8728A7E28A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410E57-F87D-5097-037F-D39119181ED1}"/>
              </a:ext>
            </a:extLst>
          </p:cNvPr>
          <p:cNvSpPr/>
          <p:nvPr userDrawn="1"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63F3E3-AA89-2623-B433-07306FB52145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643A54-3EA1-CB08-6D75-4DD1B81C8346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F5C3F7-9593-968D-84F5-A4C9313842DF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70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1702-1677-444B-8893-8100AA4FDF38}" type="datetime1">
              <a:rPr lang="en-US" smtClean="0"/>
              <a:t>30-Sep-24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3E5801-1E52-3B32-D36B-D3D99AD297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348FABE-4AF0-757C-5CB2-3BD73CAB3F8E}"/>
              </a:ext>
            </a:extLst>
          </p:cNvPr>
          <p:cNvGrpSpPr/>
          <p:nvPr userDrawn="1"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5A030C-FFF3-F9CE-15C2-0808A57B39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69E73123-9BC6-81E5-3E76-2337BA5FBF69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62F8B8C-B618-7D2D-80BF-FC79F877EB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1C20AC3-5B7C-4178-CDF1-5F174318E151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362EEB-2412-A9AC-A17D-F1526974A403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01CC39-F722-C585-8B5A-C8EF5629EEC6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428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EA390-286B-491E-991C-D7CEECB8CE21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EB601-C044-43A6-BE68-4B326C788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05C64A-3566-5E04-F0E8-BF1A62D05A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E134594-5FE4-B65A-9976-A4773E2D01BE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75A34-D1B9-DE87-DFA4-8BBDFA763AB5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54FFDE-0EB7-1419-45B2-8545F9EAF6C3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034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1677-E0B7-4D3E-A155-D46249D03892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1A6063-2033-CFE7-6E2C-0B6304FC7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42DA05-9437-6E63-B8A7-7B2BB36D18FB}"/>
              </a:ext>
            </a:extLst>
          </p:cNvPr>
          <p:cNvSpPr/>
          <p:nvPr userDrawn="1"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D92E6-BE2B-D3AB-BB18-B91E2A8E0B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4B4CF9-8E5E-B37C-05A6-4C8F18C1D6C5}"/>
              </a:ext>
            </a:extLst>
          </p:cNvPr>
          <p:cNvSpPr/>
          <p:nvPr userDrawn="1"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684C76-694D-8923-8266-69B5725998D9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AE5196-2FF7-1B68-45C1-97776FBE38D3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A382C1-1733-80DB-7E3D-0C07422C0B8C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683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C90-3ED7-4EFE-B4FC-5D75DA645402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8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871D-42C0-463E-9AC9-96DCB775E089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6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58BD4-9D8D-4C7C-875E-67E0B223586D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88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662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 userDrawn="1"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60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E16E-4C0F-4E3B-A431-3B7FE65931EC}" type="datetime1">
              <a:rPr lang="en-US" smtClean="0"/>
              <a:t>30-Sep-24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60D6-77D1-4A78-AAF5-D99A3F2CB8CF}" type="datetime1">
              <a:rPr lang="en-US" smtClean="0"/>
              <a:t>30-Sep-24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70B1-F70D-49CC-859C-2282173E7A41}" type="datetime1">
              <a:rPr lang="en-US" smtClean="0"/>
              <a:t>30-Sep-24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07D7F-7421-4B75-AB52-936FC7DA437C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E843-0168-40CD-8887-1AA9317D1294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Logical DB Design Part 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DD8F2-2859-4550-8B10-AAC59A1C5843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64" r:id="rId14"/>
    <p:sldLayoutId id="2147483666" r:id="rId15"/>
    <p:sldLayoutId id="2147483662" r:id="rId16"/>
    <p:sldLayoutId id="2147483657" r:id="rId17"/>
    <p:sldLayoutId id="214748366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295775" y="3216670"/>
            <a:ext cx="6258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6A | LOGICAL DATABASE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248727" y="2524173"/>
            <a:ext cx="822272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822" y="6319379"/>
            <a:ext cx="1602578" cy="120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2DD83-1D7D-D9BF-F0F3-053EE3201597}"/>
              </a:ext>
            </a:extLst>
          </p:cNvPr>
          <p:cNvSpPr txBox="1"/>
          <p:nvPr/>
        </p:nvSpPr>
        <p:spPr>
          <a:xfrm>
            <a:off x="604157" y="5948454"/>
            <a:ext cx="800916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1050" dirty="0"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Content adapted from </a:t>
            </a:r>
            <a:r>
              <a:rPr lang="en-MY" sz="1050" dirty="0">
                <a:latin typeface="Helvetica" pitchFamily="2" charset="0"/>
              </a:rPr>
              <a:t>Connolly, T., </a:t>
            </a:r>
            <a:r>
              <a:rPr lang="en-MY" sz="1050" dirty="0" err="1">
                <a:latin typeface="Helvetica" pitchFamily="2" charset="0"/>
              </a:rPr>
              <a:t>Begg</a:t>
            </a:r>
            <a:r>
              <a:rPr lang="en-MY" sz="1050" dirty="0">
                <a:latin typeface="Helvetica" pitchFamily="2" charset="0"/>
              </a:rPr>
              <a:t>, C., 2015. Database Systems: A Practical Approach to Design, Implementation, and Management, Global Edition. Pearson Education.</a:t>
            </a:r>
          </a:p>
          <a:p>
            <a:endParaRPr lang="en-GB" sz="1350" dirty="0"/>
          </a:p>
        </p:txBody>
      </p:sp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567123" y="2349187"/>
            <a:ext cx="8117798" cy="623822"/>
            <a:chOff x="531658" y="2405747"/>
            <a:chExt cx="10823730" cy="8317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Text Placeholder 22">
              <a:extLst>
                <a:ext uri="{FF2B5EF4-FFF2-40B4-BE49-F238E27FC236}">
                  <a16:creationId xmlns:a16="http://schemas.microsoft.com/office/drawing/2014/main" id="{2F0FB714-3007-23C8-9764-E8C7159E2C4E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500" b="1" dirty="0">
                  <a:solidFill>
                    <a:schemeClr val="bg1"/>
                  </a:solidFill>
                  <a:cs typeface="Arial" pitchFamily="34" charset="0"/>
                </a:rPr>
                <a:t>Derive a logical data model from conceptual ERD.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58F1EA-447C-486C-DE06-EF8199F79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514" y="5802954"/>
            <a:ext cx="1463448" cy="110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51645" y="2010859"/>
            <a:ext cx="458776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350" b="1" dirty="0"/>
              <a:t>By the end of this lecture, students should be able to:</a:t>
            </a:r>
            <a:endParaRPr lang="en-MY" sz="13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4AC4C7-0CB4-FF63-FCB9-63FEE6F22477}"/>
              </a:ext>
            </a:extLst>
          </p:cNvPr>
          <p:cNvSpPr/>
          <p:nvPr/>
        </p:nvSpPr>
        <p:spPr>
          <a:xfrm>
            <a:off x="567123" y="3007572"/>
            <a:ext cx="8117798" cy="623822"/>
          </a:xfrm>
          <a:prstGeom prst="round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76F8F-9451-9946-9AC6-6A4DC9337D85}"/>
              </a:ext>
            </a:extLst>
          </p:cNvPr>
          <p:cNvSpPr txBox="1"/>
          <p:nvPr/>
        </p:nvSpPr>
        <p:spPr>
          <a:xfrm>
            <a:off x="1306799" y="3048046"/>
            <a:ext cx="7101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500" b="1" dirty="0">
                <a:solidFill>
                  <a:schemeClr val="bg1"/>
                </a:solidFill>
                <a:cs typeface="Arial" pitchFamily="34" charset="0"/>
              </a:rPr>
              <a:t>Derive a set of relations from a local logical data model.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551645" y="3669242"/>
            <a:ext cx="8117798" cy="623822"/>
            <a:chOff x="531658" y="2405747"/>
            <a:chExt cx="10823730" cy="83176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500" b="1" dirty="0">
                  <a:solidFill>
                    <a:schemeClr val="bg1"/>
                  </a:solidFill>
                  <a:cs typeface="Arial" pitchFamily="34" charset="0"/>
                </a:rPr>
                <a:t>Validate these relations using the technique of normalization.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7C946A-1124-5C9A-FCDA-337B0D88CB6E}"/>
              </a:ext>
            </a:extLst>
          </p:cNvPr>
          <p:cNvGrpSpPr/>
          <p:nvPr/>
        </p:nvGrpSpPr>
        <p:grpSpPr>
          <a:xfrm>
            <a:off x="551645" y="4330736"/>
            <a:ext cx="8117798" cy="623822"/>
            <a:chOff x="531658" y="2405747"/>
            <a:chExt cx="10823730" cy="831763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70EA452-E984-6F24-0C71-96FD331BF962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Text Placeholder 22">
              <a:extLst>
                <a:ext uri="{FF2B5EF4-FFF2-40B4-BE49-F238E27FC236}">
                  <a16:creationId xmlns:a16="http://schemas.microsoft.com/office/drawing/2014/main" id="{4DB3C0A5-4666-F0C1-FC3F-BAD05E7E35A8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51F453-C9ED-7148-FA7B-213C2A2B0E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500" b="1" dirty="0">
                  <a:solidFill>
                    <a:schemeClr val="bg1"/>
                  </a:solidFill>
                  <a:cs typeface="Arial" pitchFamily="34" charset="0"/>
                </a:rPr>
                <a:t>Validate a logical data model to ensure it supports required user transactions.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E64A61-AF64-8C1C-AE68-38AC78A34D82}"/>
              </a:ext>
            </a:extLst>
          </p:cNvPr>
          <p:cNvGrpSpPr/>
          <p:nvPr/>
        </p:nvGrpSpPr>
        <p:grpSpPr>
          <a:xfrm>
            <a:off x="535698" y="4995033"/>
            <a:ext cx="8117798" cy="623822"/>
            <a:chOff x="531658" y="2405747"/>
            <a:chExt cx="10823730" cy="831763"/>
          </a:xfrm>
          <a:solidFill>
            <a:srgbClr val="6C1D35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2E08248-E79B-2E05-D3E8-12472C915B91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Text Placeholder 22">
              <a:extLst>
                <a:ext uri="{FF2B5EF4-FFF2-40B4-BE49-F238E27FC236}">
                  <a16:creationId xmlns:a16="http://schemas.microsoft.com/office/drawing/2014/main" id="{9479A75C-6D43-360E-7ADC-66AC01E35117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5ACF9B-94E0-C8EA-A24E-D98A00EB4FFB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500" b="1" dirty="0">
                  <a:solidFill>
                    <a:schemeClr val="bg1"/>
                  </a:solidFill>
                  <a:cs typeface="Arial" pitchFamily="34" charset="0"/>
                </a:rPr>
                <a:t>Merge local logical data models based on specific views into a global logical data model of the enterprise.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7B451-5DDC-4BEA-F02A-E19F26AF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Logical Database Design Phase: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MY" b="1" dirty="0">
                <a:solidFill>
                  <a:srgbClr val="0070C0"/>
                </a:solidFill>
              </a:rPr>
              <a:t>METHODOLOGY REVIEW</a:t>
            </a:r>
            <a:r>
              <a:rPr lang="en-MY" b="1" dirty="0"/>
              <a:t>:</a:t>
            </a:r>
          </a:p>
          <a:p>
            <a:pPr lvl="1"/>
            <a:r>
              <a:rPr lang="en-MY" dirty="0"/>
              <a:t>Build and validate local logical data model</a:t>
            </a:r>
          </a:p>
          <a:p>
            <a:pPr lvl="2"/>
            <a:r>
              <a:rPr lang="en-MY" b="1" dirty="0">
                <a:solidFill>
                  <a:srgbClr val="0070C0"/>
                </a:solidFill>
              </a:rPr>
              <a:t>Input</a:t>
            </a:r>
            <a:r>
              <a:rPr lang="en-MY" dirty="0"/>
              <a:t>: Conceptual data model (e.g.: conceptual ERD) &amp; Data dictionary</a:t>
            </a:r>
          </a:p>
          <a:p>
            <a:pPr lvl="2"/>
            <a:r>
              <a:rPr lang="en-MY" b="1" dirty="0">
                <a:solidFill>
                  <a:srgbClr val="0070C0"/>
                </a:solidFill>
              </a:rPr>
              <a:t>Output</a:t>
            </a:r>
            <a:r>
              <a:rPr lang="en-MY" dirty="0"/>
              <a:t>: Relational DB schemas (e.g.: the relations) &amp; Logical data model (e.g.: Logical ERD)</a:t>
            </a:r>
          </a:p>
          <a:p>
            <a:pPr lvl="1"/>
            <a:r>
              <a:rPr lang="en-MY" dirty="0"/>
              <a:t>Steps: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b="1" dirty="0">
                <a:solidFill>
                  <a:srgbClr val="0070C0"/>
                </a:solidFill>
              </a:rPr>
              <a:t>Derive relations for local logical data model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Validate relations using normalization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Validate relations against user transactions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Define integrity constraints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Review local logical data model with user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Merge logical data models into global model (optional)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Check for future growth</a:t>
            </a:r>
          </a:p>
          <a:p>
            <a:pPr lvl="1"/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97173"/>
            <a:ext cx="6905261" cy="6217920"/>
          </a:xfrm>
          <a:prstGeom prst="rect">
            <a:avLst/>
          </a:prstGeom>
        </p:spPr>
      </p:pic>
      <p:sp>
        <p:nvSpPr>
          <p:cNvPr id="8" name="Cloud Callout 6"/>
          <p:cNvSpPr>
            <a:spLocks noChangeArrowheads="1"/>
          </p:cNvSpPr>
          <p:nvPr/>
        </p:nvSpPr>
        <p:spPr bwMode="auto">
          <a:xfrm>
            <a:off x="6462873" y="1387385"/>
            <a:ext cx="2335343" cy="1634060"/>
          </a:xfrm>
          <a:prstGeom prst="cloudCallout">
            <a:avLst>
              <a:gd name="adj1" fmla="val -49000"/>
              <a:gd name="adj2" fmla="val 71602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i="1" dirty="0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we are using this data model as examples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7815"/>
            <a:ext cx="7886700" cy="927100"/>
          </a:xfrm>
        </p:spPr>
        <p:txBody>
          <a:bodyPr>
            <a:normAutofit fontScale="90000"/>
          </a:bodyPr>
          <a:lstStyle/>
          <a:p>
            <a:r>
              <a:rPr lang="en-US" dirty="0"/>
              <a:t>Local conceptual data model: Staff View</a:t>
            </a:r>
            <a:endParaRPr lang="en-MY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Purpose: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To create relations </a:t>
            </a:r>
            <a:r>
              <a:rPr lang="en-US" dirty="0"/>
              <a:t>for the local logical data model that represent the entities, relationships, and attributes identified in the conceptual data model (conceptual ERD – </a:t>
            </a:r>
            <a:r>
              <a:rPr lang="en-US" dirty="0" err="1"/>
              <a:t>cERD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Must consider following structure you may have in </a:t>
            </a:r>
            <a:r>
              <a:rPr lang="en-US" dirty="0" err="1"/>
              <a:t>cERD</a:t>
            </a:r>
            <a:r>
              <a:rPr lang="en-US" dirty="0"/>
              <a:t>: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Strong entity type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Weak entity type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One-to-many (1:*) binary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Superclass/subclass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Recursive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Complex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Multi-valued attributes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0319"/>
            <a:ext cx="7886700" cy="927100"/>
          </a:xfrm>
        </p:spPr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6238"/>
            <a:ext cx="4119813" cy="453072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Strong entity types</a:t>
            </a:r>
          </a:p>
          <a:p>
            <a:pPr lvl="1"/>
            <a:r>
              <a:rPr lang="en-US" dirty="0"/>
              <a:t>Create a relation for each strong entity that includes all simple attributes of that entity. </a:t>
            </a:r>
          </a:p>
          <a:p>
            <a:pPr lvl="1"/>
            <a:r>
              <a:rPr lang="en-US" dirty="0"/>
              <a:t>For composite attributes, include only constituent simple attributes.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5112" y="4568850"/>
            <a:ext cx="7886701" cy="20320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 dirty="0"/>
              <a:t>Strong entity (from slide 4): </a:t>
            </a:r>
            <a:r>
              <a:rPr lang="en-GB" altLang="en-US" sz="2000" i="1" dirty="0">
                <a:solidFill>
                  <a:srgbClr val="FF000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** entity with PK identified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rgbClr val="0000CC"/>
                </a:solidFill>
              </a:rPr>
              <a:t>Staff, Client, </a:t>
            </a:r>
            <a:r>
              <a:rPr lang="en-GB" altLang="en-US" sz="2000" dirty="0" err="1">
                <a:solidFill>
                  <a:srgbClr val="0000CC"/>
                </a:solidFill>
              </a:rPr>
              <a:t>PropertyForRent</a:t>
            </a:r>
            <a:r>
              <a:rPr lang="en-GB" altLang="en-US" sz="2000" dirty="0">
                <a:solidFill>
                  <a:srgbClr val="0000CC"/>
                </a:solidFill>
              </a:rPr>
              <a:t>, Lease, Owner</a:t>
            </a:r>
          </a:p>
          <a:p>
            <a:pPr eaLnBrk="1" hangingPunct="1"/>
            <a:endParaRPr lang="en-GB" altLang="en-US" sz="2000" dirty="0">
              <a:solidFill>
                <a:srgbClr val="0066FF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latin typeface="Century Gothic" charset="0"/>
              <a:ea typeface="Times New Roman" panose="02020603050405020304" charset="0"/>
              <a:cs typeface="Times New Roman" panose="02020603050405020304" charset="0"/>
            </a:endParaRPr>
          </a:p>
          <a:p>
            <a:pPr lvl="1" eaLnBrk="1" hangingPunct="1"/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 (</a:t>
            </a:r>
            <a:r>
              <a:rPr lang="en-US" altLang="en-US" sz="24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position, sex, DOB)</a:t>
            </a:r>
          </a:p>
          <a:p>
            <a:pPr lvl="1" eaLnBrk="1" hangingPunct="1"/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 (</a:t>
            </a:r>
            <a:r>
              <a:rPr lang="en-GB" altLang="en-US" sz="24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telNo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 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082" y="1368070"/>
            <a:ext cx="3534268" cy="25435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81082" y="1368070"/>
            <a:ext cx="1155023" cy="11826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/>
          <p:cNvSpPr/>
          <p:nvPr/>
        </p:nvSpPr>
        <p:spPr>
          <a:xfrm>
            <a:off x="7360327" y="2886931"/>
            <a:ext cx="1155023" cy="1024669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TextBox 10"/>
          <p:cNvSpPr txBox="1"/>
          <p:nvPr/>
        </p:nvSpPr>
        <p:spPr>
          <a:xfrm>
            <a:off x="5707562" y="3879100"/>
            <a:ext cx="1871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200" dirty="0"/>
              <a:t>Portion of ERD from slide 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0550" y="4328188"/>
            <a:ext cx="7924800" cy="193833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ea typeface="Times New Roman" panose="02020603050405020304" charset="0"/>
                <a:cs typeface="Times New Roman" panose="02020603050405020304" charset="0"/>
              </a:rPr>
              <a:t>Example of weak entity: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CC"/>
                </a:solidFill>
                <a:ea typeface="Times New Roman" panose="02020603050405020304" charset="0"/>
                <a:cs typeface="Times New Roman" panose="02020603050405020304" charset="0"/>
              </a:rPr>
              <a:t>Preference</a:t>
            </a:r>
          </a:p>
          <a:p>
            <a:pPr lvl="2" eaLnBrk="1" hangingPunct="1"/>
            <a:endParaRPr lang="en-US" altLang="en-US" sz="2400" dirty="0">
              <a:ea typeface="Times New Roman" panose="02020603050405020304" charset="0"/>
              <a:cs typeface="Times New Roman" panose="02020603050405020304" charset="0"/>
            </a:endParaRPr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PREFERENCE (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prefType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maxRent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  <a:p>
            <a:pPr lvl="3" eaLnBrk="1" hangingPunct="1"/>
            <a:r>
              <a:rPr lang="en-US" altLang="en-US" sz="2400" i="1" dirty="0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Primary Key : None (at present)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EB7B70-741F-A304-F018-8DAEFF4C5BCF}"/>
                  </a:ext>
                </a:extLst>
              </p14:cNvPr>
              <p14:cNvContentPartPr/>
              <p14:nvPr/>
            </p14:nvContentPartPr>
            <p14:xfrm>
              <a:off x="8063103" y="1346217"/>
              <a:ext cx="892800" cy="671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EB7B70-741F-A304-F018-8DAEFF4C5B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54463" y="1337577"/>
                <a:ext cx="910440" cy="6886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46F7D9B-43AA-C31D-34C2-11466E85A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756" y="1177871"/>
            <a:ext cx="2982429" cy="302761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6238"/>
            <a:ext cx="5691939" cy="453072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Weak entity types</a:t>
            </a:r>
          </a:p>
          <a:p>
            <a:pPr lvl="1"/>
            <a:r>
              <a:rPr lang="en-US" dirty="0"/>
              <a:t>Create a relation that includes all simple attributes of that entity.</a:t>
            </a:r>
          </a:p>
          <a:p>
            <a:pPr lvl="1"/>
            <a:r>
              <a:rPr lang="en-US" dirty="0"/>
              <a:t>Primary key is partially or fully derived from each owner entity</a:t>
            </a:r>
          </a:p>
          <a:p>
            <a:pPr lvl="2"/>
            <a:r>
              <a:rPr lang="en-US" dirty="0"/>
              <a:t>Usually can be made after all relationship with owner entities have been mapped.</a:t>
            </a:r>
          </a:p>
          <a:p>
            <a:endParaRPr lang="en-MY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461" y="329146"/>
            <a:ext cx="7886700" cy="927100"/>
          </a:xfrm>
        </p:spPr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462" y="1163637"/>
            <a:ext cx="3993576" cy="4530725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One-to-many (1:*) binary relationship types</a:t>
            </a:r>
          </a:p>
          <a:p>
            <a:pPr lvl="1"/>
            <a:r>
              <a:rPr lang="en-US" sz="2000" dirty="0"/>
              <a:t>Identify parent &amp; child entity by using cardinality.</a:t>
            </a:r>
            <a:endParaRPr lang="en-US" dirty="0"/>
          </a:p>
          <a:p>
            <a:pPr lvl="2"/>
            <a:r>
              <a:rPr lang="en-US" sz="1800" dirty="0"/>
              <a:t>Entity on ‘</a:t>
            </a:r>
            <a:r>
              <a:rPr lang="en-US" sz="1800" b="1" dirty="0">
                <a:solidFill>
                  <a:srgbClr val="0070C0"/>
                </a:solidFill>
              </a:rPr>
              <a:t>one</a:t>
            </a:r>
            <a:r>
              <a:rPr lang="en-US" sz="1800" dirty="0"/>
              <a:t>’ side is designated as </a:t>
            </a:r>
            <a:r>
              <a:rPr lang="en-US" sz="1800" b="1" dirty="0">
                <a:solidFill>
                  <a:srgbClr val="0070C0"/>
                </a:solidFill>
              </a:rPr>
              <a:t>parent</a:t>
            </a:r>
            <a:r>
              <a:rPr lang="en-US" sz="1800" dirty="0"/>
              <a:t> entity.</a:t>
            </a:r>
          </a:p>
          <a:p>
            <a:pPr lvl="2"/>
            <a:r>
              <a:rPr lang="en-US" sz="1800" dirty="0"/>
              <a:t>Entity on ‘</a:t>
            </a:r>
            <a:r>
              <a:rPr lang="en-US" sz="1800" b="1" dirty="0">
                <a:solidFill>
                  <a:srgbClr val="0070C0"/>
                </a:solidFill>
              </a:rPr>
              <a:t>many</a:t>
            </a:r>
            <a:r>
              <a:rPr lang="en-US" sz="1800" dirty="0"/>
              <a:t>’ side is the </a:t>
            </a:r>
            <a:r>
              <a:rPr lang="en-US" sz="1800" b="1" dirty="0">
                <a:solidFill>
                  <a:srgbClr val="0070C0"/>
                </a:solidFill>
              </a:rPr>
              <a:t>child</a:t>
            </a:r>
            <a:r>
              <a:rPr lang="en-US" sz="1800" dirty="0"/>
              <a:t> entity.</a:t>
            </a:r>
            <a:endParaRPr lang="en-US" dirty="0"/>
          </a:p>
          <a:p>
            <a:pPr lvl="1"/>
            <a:r>
              <a:rPr lang="en-US" sz="2000" dirty="0"/>
              <a:t>Copy the primary key attribute of parent entity into relation representing child entity, to act as a foreign key.</a:t>
            </a:r>
            <a:endParaRPr lang="en-US" dirty="0"/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37461" y="4838604"/>
            <a:ext cx="8001000" cy="1630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Relationship Registers between Staff and Client</a:t>
            </a:r>
          </a:p>
          <a:p>
            <a:pPr lvl="1" eaLnBrk="1" hangingPunct="1"/>
            <a:r>
              <a:rPr lang="en-US" altLang="en-US" sz="2000" dirty="0">
                <a:solidFill>
                  <a:srgbClr val="C00000"/>
                </a:solidFill>
              </a:rPr>
              <a:t>Parent </a:t>
            </a:r>
            <a:r>
              <a:rPr lang="en-US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 Staff</a:t>
            </a:r>
            <a:r>
              <a:rPr lang="en-US" altLang="en-US" sz="2000" dirty="0">
                <a:sym typeface="Wingdings" panose="05000000000000000000" pitchFamily="2" charset="2"/>
              </a:rPr>
              <a:t>		</a:t>
            </a:r>
            <a:r>
              <a:rPr lang="en-US" altLang="en-US" sz="2000" dirty="0">
                <a:solidFill>
                  <a:srgbClr val="0000CC"/>
                </a:solidFill>
                <a:sym typeface="Wingdings" panose="05000000000000000000" pitchFamily="2" charset="2"/>
              </a:rPr>
              <a:t>Child  Client</a:t>
            </a:r>
          </a:p>
          <a:p>
            <a:pPr eaLnBrk="1" hangingPunct="1"/>
            <a:endParaRPr lang="en-US" altLang="en-US" sz="2000" dirty="0">
              <a:solidFill>
                <a:srgbClr val="0066FF"/>
              </a:solidFill>
              <a:latin typeface="Times New Roman" panose="0202060305040502030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	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 (</a:t>
            </a:r>
            <a:r>
              <a:rPr lang="en-US" altLang="en-US" sz="20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position, sex, DOB)</a:t>
            </a:r>
          </a:p>
          <a:p>
            <a:pPr eaLnBrk="1" hangingPunct="1"/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CLIENT (</a:t>
            </a:r>
            <a:r>
              <a:rPr lang="en-US" altLang="en-US" sz="2000" u="sng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130046-36BD-D6E9-C60B-94D359F64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660" y="1204214"/>
            <a:ext cx="4934354" cy="32592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lvl="1"/>
            <a:r>
              <a:rPr lang="en-US" dirty="0"/>
              <a:t>More complex as cardinality cannot be used to identify parent and child entities in a relationship.</a:t>
            </a:r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rgbClr val="0070C0"/>
                </a:solidFill>
              </a:rPr>
              <a:t>participation</a:t>
            </a:r>
            <a:r>
              <a:rPr lang="en-US" dirty="0"/>
              <a:t> to decide whether to combine entities to produce one relation or to create two relations and post copy of primary key from one relation to another.</a:t>
            </a:r>
          </a:p>
          <a:p>
            <a:pPr lvl="1"/>
            <a:r>
              <a:rPr lang="en-US" dirty="0"/>
              <a:t>Consider the following participation constraint: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US" dirty="0"/>
              <a:t>Mandatory participation on both sides;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US" dirty="0"/>
              <a:t>Mandatory participation on one side, optional on the another;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US" dirty="0"/>
              <a:t>Optional participation on both sides;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7786" y="4326707"/>
            <a:ext cx="8868427" cy="2332946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Relationship States</a:t>
            </a:r>
            <a:r>
              <a:rPr lang="en-US" altLang="en-US" sz="2000" i="1" dirty="0"/>
              <a:t> </a:t>
            </a:r>
            <a:r>
              <a:rPr lang="en-US" altLang="en-US" sz="2000" dirty="0"/>
              <a:t>between Client and Preference 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0000CC"/>
                </a:solidFill>
                <a:sym typeface="Wingdings" panose="05000000000000000000" pitchFamily="2" charset="2"/>
              </a:rPr>
              <a:t>  combine Client &amp; Preference </a:t>
            </a:r>
            <a:endParaRPr lang="en-US" altLang="en-US" sz="2000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 dirty="0"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CLIENT_PREF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prefType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maxRent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20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i="1" dirty="0" err="1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Fk</a:t>
            </a:r>
            <a:r>
              <a:rPr lang="en-US" altLang="en-US" sz="2000" i="1" dirty="0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: </a:t>
            </a:r>
            <a:r>
              <a:rPr lang="en-US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references Staff(</a:t>
            </a:r>
            <a:r>
              <a:rPr lang="en-US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Notes:   **  Relation PREFERENCE no longer exist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**  Relation CLIENT is renamed as CLIENT_PREF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183942-A6C6-F711-4F4A-662E8D481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377" y="822716"/>
            <a:ext cx="3307120" cy="33645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786" y="365126"/>
            <a:ext cx="8377564" cy="1325563"/>
          </a:xfrm>
        </p:spPr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86" y="1857698"/>
            <a:ext cx="4945658" cy="233294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830E3E"/>
                </a:solidFill>
              </a:rPr>
              <a:t>a) Mandatory participation on both sides</a:t>
            </a:r>
          </a:p>
          <a:p>
            <a:pPr lvl="1"/>
            <a:r>
              <a:rPr lang="en-US" sz="1800" dirty="0"/>
              <a:t>Combine entities involved into one relation.</a:t>
            </a:r>
          </a:p>
          <a:p>
            <a:pPr lvl="1"/>
            <a:r>
              <a:rPr lang="en-US" sz="1800" dirty="0"/>
              <a:t>Choose one of the primary keys of original entities to be primary key of new relation, while other (if exists) is used as an alternate key.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684" y="1825625"/>
            <a:ext cx="85151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830E3E"/>
                </a:solidFill>
              </a:rPr>
              <a:t>b) Mandatory participation on one side, optional on another</a:t>
            </a:r>
            <a:endParaRPr lang="en-US" sz="2400" b="1" dirty="0">
              <a:solidFill>
                <a:srgbClr val="830E3E"/>
              </a:solidFill>
            </a:endParaRPr>
          </a:p>
          <a:p>
            <a:pPr lvl="1"/>
            <a:r>
              <a:rPr lang="en-US" sz="1800" dirty="0"/>
              <a:t>Entity with optional participation is the parent.</a:t>
            </a:r>
          </a:p>
          <a:p>
            <a:pPr lvl="1"/>
            <a:r>
              <a:rPr lang="en-US" sz="1800" dirty="0"/>
              <a:t>Entity with mandatory participation is child.</a:t>
            </a:r>
          </a:p>
          <a:p>
            <a:pPr lvl="1"/>
            <a:r>
              <a:rPr lang="en-US" sz="1800" dirty="0"/>
              <a:t>Create one relation for each entity, then copy PK of parent into child relation.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16" y="3497497"/>
            <a:ext cx="4040478" cy="5260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8454" y="4090972"/>
            <a:ext cx="8356861" cy="2185214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66FF"/>
                </a:solidFill>
                <a:sym typeface="Wingdings" panose="05000000000000000000" pitchFamily="2" charset="2"/>
              </a:rPr>
              <a:t>Client   optional		Preference      mandatory</a:t>
            </a:r>
          </a:p>
          <a:p>
            <a:pPr eaLnBrk="1" hangingPunct="1"/>
            <a:r>
              <a:rPr lang="en-US" altLang="en-US" dirty="0">
                <a:solidFill>
                  <a:srgbClr val="0066FF"/>
                </a:solidFill>
                <a:sym typeface="Wingdings" panose="05000000000000000000" pitchFamily="2" charset="2"/>
              </a:rPr>
              <a:t>	     parent			                 child</a:t>
            </a:r>
          </a:p>
          <a:p>
            <a:pPr eaLnBrk="1" hangingPunct="1"/>
            <a:endParaRPr lang="en-US" altLang="en-US" sz="2000" dirty="0">
              <a:solidFill>
                <a:srgbClr val="0066FF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	CLIENT (</a:t>
            </a:r>
            <a:r>
              <a:rPr lang="en-US" altLang="en-US" sz="2000" u="sng" dirty="0" err="1">
                <a:solidFill>
                  <a:srgbClr val="FF0000"/>
                </a:solidFill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staffNo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)</a:t>
            </a:r>
          </a:p>
          <a:p>
            <a:pPr eaLnBrk="1" hangingPunct="1"/>
            <a:r>
              <a:rPr lang="en-US" altLang="en-US" sz="2000" i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US" altLang="en-US" sz="20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FK: </a:t>
            </a:r>
            <a:r>
              <a:rPr lang="en-US" altLang="en-US" sz="2000" dirty="0" err="1">
                <a:latin typeface="Times New Roman" panose="02020603050405020304" charset="0"/>
              </a:rPr>
              <a:t>staffNo</a:t>
            </a:r>
            <a:r>
              <a:rPr lang="en-US" altLang="en-US" sz="2000" dirty="0">
                <a:latin typeface="Times New Roman" panose="02020603050405020304" charset="0"/>
              </a:rPr>
              <a:t> references Staff(</a:t>
            </a:r>
            <a:r>
              <a:rPr lang="en-US" altLang="en-US" sz="2000" dirty="0" err="1">
                <a:latin typeface="Times New Roman" panose="02020603050405020304" charset="0"/>
              </a:rPr>
              <a:t>staffNo</a:t>
            </a:r>
            <a:r>
              <a:rPr lang="en-US" altLang="en-US" sz="2000" dirty="0">
                <a:latin typeface="Times New Roman" panose="02020603050405020304" charset="0"/>
              </a:rPr>
              <a:t>)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	PREFERENCE (</a:t>
            </a:r>
            <a:r>
              <a:rPr lang="en-US" altLang="en-US" sz="2000" u="sng" dirty="0" err="1">
                <a:solidFill>
                  <a:srgbClr val="FF0000"/>
                </a:solidFill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prefType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maxRent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)</a:t>
            </a:r>
          </a:p>
          <a:p>
            <a:pPr eaLnBrk="1" hangingPunct="1"/>
            <a:r>
              <a:rPr lang="en-US" altLang="en-US" sz="2000" i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US" altLang="en-US" sz="20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FK: </a:t>
            </a:r>
            <a:r>
              <a:rPr lang="en-US" altLang="en-US" sz="2000" dirty="0" err="1"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latin typeface="Times New Roman" panose="02020603050405020304" charset="0"/>
              </a:rPr>
              <a:t> references Client(</a:t>
            </a:r>
            <a:r>
              <a:rPr lang="en-US" altLang="en-US" sz="2000" dirty="0" err="1"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latin typeface="Times New Roman" panose="02020603050405020304" charset="0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830E3E"/>
                </a:solidFill>
              </a:rPr>
              <a:t>c) Optional participation on both sides</a:t>
            </a:r>
          </a:p>
          <a:p>
            <a:pPr lvl="1"/>
            <a:r>
              <a:rPr lang="en-US" sz="1800" dirty="0"/>
              <a:t>Designation of the parent and child entities is arbitrary unless can find out more about the relationship.</a:t>
            </a:r>
          </a:p>
          <a:p>
            <a:pPr lvl="1"/>
            <a:r>
              <a:rPr lang="en-US" sz="1800" dirty="0"/>
              <a:t>Must try to understand more about the relationship</a:t>
            </a:r>
          </a:p>
          <a:p>
            <a:pPr lvl="2"/>
            <a:r>
              <a:rPr lang="en-US" sz="1800" dirty="0"/>
              <a:t>Entity which is closer to being optional is the parent.</a:t>
            </a:r>
          </a:p>
          <a:p>
            <a:pPr lvl="2"/>
            <a:r>
              <a:rPr lang="en-US" sz="1800" dirty="0"/>
              <a:t>Entity which is closer to being mandatory is the child.</a:t>
            </a:r>
          </a:p>
          <a:p>
            <a:pPr lvl="1"/>
            <a:r>
              <a:rPr lang="en-US" sz="1800" dirty="0"/>
              <a:t>Create a relation for each entity, then copy PK of parent into child.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931" y="4316918"/>
            <a:ext cx="3041984" cy="475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1223" y="4826285"/>
            <a:ext cx="8529821" cy="147732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 A</a:t>
            </a:r>
            <a:r>
              <a:rPr lang="en-US" altLang="en-US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ssume majority of cars, but not all, are used by staff and only minority of staff use cars.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 Car entity, although optional, is closer to being mandatory than Staff entity. </a:t>
            </a:r>
            <a:br>
              <a:rPr lang="en-US" altLang="en-US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</a:br>
            <a:r>
              <a:rPr lang="en-US" altLang="en-US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  Therefore, designate Staff as parent entity and Car as child entity.</a:t>
            </a:r>
          </a:p>
          <a:p>
            <a:pPr eaLnBrk="1" hangingPunct="1"/>
            <a:r>
              <a:rPr lang="en-US" altLang="en-US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sName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		CAR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carNo</a:t>
            </a:r>
            <a:r>
              <a:rPr lang="en-US" altLang="en-US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Superclass/subclass relationship types</a:t>
            </a:r>
          </a:p>
          <a:p>
            <a:pPr lvl="1"/>
            <a:r>
              <a:rPr lang="en-US" dirty="0"/>
              <a:t>Designate superclass as parent entity and subclass as child entity.</a:t>
            </a:r>
          </a:p>
          <a:p>
            <a:pPr lvl="1"/>
            <a:r>
              <a:rPr lang="en-US" dirty="0"/>
              <a:t>There are various options on how to represent such a relationship as one or more relations.</a:t>
            </a:r>
          </a:p>
          <a:p>
            <a:pPr lvl="1"/>
            <a:r>
              <a:rPr lang="en-US" dirty="0"/>
              <a:t>Most appropriate option depends on number of factors such as:</a:t>
            </a:r>
          </a:p>
          <a:p>
            <a:pPr lvl="2"/>
            <a:r>
              <a:rPr lang="en-US" dirty="0"/>
              <a:t>Disjoint and participation constraints on the superclass/subclass relationship.</a:t>
            </a:r>
          </a:p>
          <a:p>
            <a:pPr lvl="2"/>
            <a:r>
              <a:rPr lang="en-US" dirty="0"/>
              <a:t>Whether subclasses are involved in distinct relationships,</a:t>
            </a:r>
          </a:p>
          <a:p>
            <a:pPr lvl="2"/>
            <a:r>
              <a:rPr lang="en-US" dirty="0"/>
              <a:t>Number of participants in superclass/subclass relationship.</a:t>
            </a:r>
          </a:p>
          <a:p>
            <a:endParaRPr lang="en-US" dirty="0"/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Superclass/subclass relationship types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4" y="2381638"/>
            <a:ext cx="7794217" cy="41112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58008C-02BE-14E4-D277-A13C84B9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13" y="1891648"/>
            <a:ext cx="4098237" cy="31008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7468"/>
            <a:ext cx="8993686" cy="1538883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CC"/>
                </a:solidFill>
              </a:rPr>
              <a:t>Guideline No 3:</a:t>
            </a:r>
          </a:p>
          <a:p>
            <a:pPr eaLnBrk="1" hangingPunct="1"/>
            <a:endParaRPr lang="en-US" altLang="en-US" dirty="0">
              <a:solidFill>
                <a:srgbClr val="00B050"/>
              </a:solidFill>
              <a:latin typeface="Times New Roman" panose="02020603050405020304" charset="0"/>
            </a:endParaRP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PRIVATEOWNER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address,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BUSINESSOWNER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bType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address,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565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Superclass/subclass relationship types</a:t>
            </a:r>
          </a:p>
          <a:p>
            <a:endParaRPr lang="en-MY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830E3E"/>
                </a:solidFill>
              </a:rPr>
              <a:t>Option 1</a:t>
            </a:r>
          </a:p>
          <a:p>
            <a:pPr lvl="1"/>
            <a:r>
              <a:rPr lang="en-US" sz="1800" dirty="0"/>
              <a:t>First, transform *:* relationships by creating two 1:* relationships</a:t>
            </a:r>
          </a:p>
          <a:p>
            <a:pPr lvl="1"/>
            <a:r>
              <a:rPr lang="en-US" sz="1800" dirty="0"/>
              <a:t>Then, create relations from the transformed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 descr="DS3-Figure 15-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3" r="12621" b="45238"/>
          <a:stretch>
            <a:fillRect/>
          </a:stretch>
        </p:blipFill>
        <p:spPr bwMode="auto">
          <a:xfrm>
            <a:off x="3459436" y="3229496"/>
            <a:ext cx="5364793" cy="1623556"/>
          </a:xfrm>
          <a:prstGeom prst="rect">
            <a:avLst/>
          </a:prstGeom>
          <a:solidFill>
            <a:srgbClr val="FFFF00"/>
          </a:solidFill>
          <a:ln w="9525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8" name="Picture 7" descr="DS3-Figure 15-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05" b="7143"/>
          <a:stretch>
            <a:fillRect/>
          </a:stretch>
        </p:blipFill>
        <p:spPr bwMode="auto">
          <a:xfrm>
            <a:off x="446240" y="5053102"/>
            <a:ext cx="8001000" cy="1219200"/>
          </a:xfrm>
          <a:prstGeom prst="rect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075543" y="3203228"/>
            <a:ext cx="144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MS PGothic" panose="020B0600070205080204" charset="-128"/>
              </a:rPr>
              <a:t>Original</a:t>
            </a:r>
            <a:r>
              <a:rPr lang="en-US" altLang="en-US" sz="2000" dirty="0">
                <a:solidFill>
                  <a:srgbClr val="00B0F0"/>
                </a:solidFill>
                <a:latin typeface="Arial" panose="020B0604020202020204" pitchFamily="34" charset="0"/>
                <a:ea typeface="MS PGothic" panose="020B0600070205080204" charset="-128"/>
              </a:rPr>
              <a:t>: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6240" y="4582765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Transformed</a:t>
            </a:r>
            <a:r>
              <a:rPr lang="en-US" altLang="en-US" sz="2000" dirty="0">
                <a:solidFill>
                  <a:srgbClr val="00B0F0"/>
                </a:solidFill>
                <a:latin typeface="Arial" panose="020B0604020202020204" pitchFamily="34" charset="0"/>
                <a:ea typeface="MS PGothic" panose="020B0600070205080204" charset="-128"/>
              </a:rPr>
              <a:t>:</a:t>
            </a:r>
          </a:p>
        </p:txBody>
      </p:sp>
      <p:sp>
        <p:nvSpPr>
          <p:cNvPr id="11" name="Curved Left Arrow 9"/>
          <p:cNvSpPr>
            <a:spLocks noChangeArrowheads="1"/>
          </p:cNvSpPr>
          <p:nvPr/>
        </p:nvSpPr>
        <p:spPr bwMode="auto">
          <a:xfrm>
            <a:off x="8447240" y="4059559"/>
            <a:ext cx="609600" cy="13716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STEP 1: </a:t>
            </a:r>
            <a:br>
              <a:rPr lang="en-US" sz="2400" dirty="0"/>
            </a:br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1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17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/>
        </p:nvSpPr>
        <p:spPr bwMode="auto">
          <a:xfrm>
            <a:off x="542925" y="2818314"/>
            <a:ext cx="8058150" cy="353803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0000CC"/>
                </a:solidFill>
              </a:rPr>
              <a:t>Relations: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PROPERTYFORRENT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street, city, postcode, type, rooms, rent)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VIEWING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viewDate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comment)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CLIENT_PREF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prefType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maxRent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  <a:r>
              <a:rPr lang="en-US" altLang="en-US" sz="20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 </a:t>
            </a:r>
          </a:p>
          <a:p>
            <a:pPr lvl="1">
              <a:buFontTx/>
              <a:buNone/>
            </a:pPr>
            <a:endParaRPr lang="en-US" altLang="en-US" sz="2000" i="1" dirty="0">
              <a:solidFill>
                <a:srgbClr val="FF0000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lvl="1">
              <a:buFontTx/>
              <a:buNone/>
            </a:pP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Note:  recall that relation CLIENT_PREF is the result from our earlier work on deriving relation for 1..1 binary relationship</a:t>
            </a:r>
            <a:endParaRPr lang="en-US" altLang="en-US" sz="2400" i="1" dirty="0">
              <a:solidFill>
                <a:srgbClr val="FF0000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lvl="1">
              <a:buFontTx/>
              <a:buNone/>
            </a:pPr>
            <a:endParaRPr lang="en-US" altLang="en-US" sz="2000" dirty="0">
              <a:solidFill>
                <a:srgbClr val="00B050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3820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30E3E"/>
                </a:solidFill>
              </a:rPr>
              <a:t>Option 2</a:t>
            </a:r>
          </a:p>
          <a:p>
            <a:pPr lvl="1"/>
            <a:r>
              <a:rPr lang="en-US" sz="2000" dirty="0"/>
              <a:t>Create a </a:t>
            </a:r>
            <a:r>
              <a:rPr lang="en-US" sz="2000" b="1" dirty="0">
                <a:solidFill>
                  <a:srgbClr val="0070C0"/>
                </a:solidFill>
              </a:rPr>
              <a:t>new relation </a:t>
            </a:r>
            <a:r>
              <a:rPr lang="en-US" sz="2000" dirty="0"/>
              <a:t>to represent the relationship and include any attributes that are part of relationship.</a:t>
            </a:r>
          </a:p>
          <a:p>
            <a:pPr lvl="1"/>
            <a:r>
              <a:rPr lang="en-US" sz="2000" dirty="0"/>
              <a:t>Copy the primary key attribute(s) of the entities that participate in relationship into the new relation.</a:t>
            </a:r>
            <a:endParaRPr lang="en-US" dirty="0"/>
          </a:p>
          <a:p>
            <a:pPr lvl="2"/>
            <a:r>
              <a:rPr lang="en-US" dirty="0"/>
              <a:t>This attribute(s) is now acting as </a:t>
            </a:r>
            <a:r>
              <a:rPr lang="en-US" b="1" dirty="0">
                <a:solidFill>
                  <a:srgbClr val="0070C0"/>
                </a:solidFill>
              </a:rPr>
              <a:t>foreign key </a:t>
            </a:r>
            <a:r>
              <a:rPr lang="en-US" dirty="0"/>
              <a:t>in the new relation.</a:t>
            </a:r>
          </a:p>
          <a:p>
            <a:pPr lvl="2"/>
            <a:r>
              <a:rPr lang="en-US" dirty="0"/>
              <a:t>This attribute (the FK) is also the primary key of new relation, possibly in combination with some of the attributes of the relationships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1000" y="5202571"/>
            <a:ext cx="8382000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CLIENT_PREF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telNo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prefType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maxRent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PROPERTYFORRENT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street, city, postcode, type, rooms, rent)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VIEWING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viewDate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comment)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658045" y="5481705"/>
            <a:ext cx="601249" cy="640459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506944" y="5801934"/>
            <a:ext cx="644142" cy="320230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30E3E"/>
                </a:solidFill>
              </a:rPr>
              <a:t>1:1 recursive relationships</a:t>
            </a:r>
          </a:p>
          <a:p>
            <a:pPr lvl="1"/>
            <a:r>
              <a:rPr lang="en-US" sz="2000" dirty="0"/>
              <a:t>Use rules for participation for a 1:1 relationship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Mandatory participation on both sides:</a:t>
            </a:r>
            <a:endParaRPr lang="en-US" b="1" dirty="0">
              <a:solidFill>
                <a:srgbClr val="0070C0"/>
              </a:solidFill>
            </a:endParaRPr>
          </a:p>
          <a:p>
            <a:pPr lvl="2"/>
            <a:r>
              <a:rPr lang="en-US" sz="1800" dirty="0"/>
              <a:t>Represent recursive relationship as a single relation with two copies of the primary key</a:t>
            </a:r>
          </a:p>
          <a:p>
            <a:pPr lvl="2"/>
            <a:r>
              <a:rPr lang="en-US" sz="1800" dirty="0"/>
              <a:t>One copy of the primary key represents a foreign key and should be renamed to represent the relationship it presents.</a:t>
            </a:r>
            <a:endParaRPr lang="en-US" dirty="0"/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327625" y="4817268"/>
            <a:ext cx="3030538" cy="1190625"/>
            <a:chOff x="2971800" y="4191000"/>
            <a:chExt cx="2449791" cy="515666"/>
          </a:xfrm>
        </p:grpSpPr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2971800" y="4407106"/>
              <a:ext cx="1094382" cy="2618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charset="-128"/>
                </a:rPr>
                <a:t>staff</a:t>
              </a:r>
            </a:p>
          </p:txBody>
        </p:sp>
        <p:cxnSp>
          <p:nvCxnSpPr>
            <p:cNvPr id="9" name="Shape 12"/>
            <p:cNvCxnSpPr>
              <a:cxnSpLocks noChangeShapeType="1"/>
              <a:stCxn id="8" idx="3"/>
              <a:endCxn id="8" idx="0"/>
            </p:cNvCxnSpPr>
            <p:nvPr/>
          </p:nvCxnSpPr>
          <p:spPr bwMode="auto">
            <a:xfrm flipH="1" flipV="1">
              <a:off x="3518991" y="4407106"/>
              <a:ext cx="547191" cy="130930"/>
            </a:xfrm>
            <a:prstGeom prst="bentConnector4">
              <a:avLst>
                <a:gd name="adj1" fmla="val -33778"/>
                <a:gd name="adj2" fmla="val 351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5"/>
            <p:cNvSpPr txBox="1">
              <a:spLocks noChangeArrowheads="1"/>
            </p:cNvSpPr>
            <p:nvPr/>
          </p:nvSpPr>
          <p:spPr bwMode="auto">
            <a:xfrm>
              <a:off x="4127790" y="4578582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1..1</a:t>
              </a:r>
            </a:p>
          </p:txBody>
        </p: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>
              <a:off x="3142037" y="4296705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1..1</a:t>
              </a:r>
            </a:p>
          </p:txBody>
        </p:sp>
        <p:sp>
          <p:nvSpPr>
            <p:cNvPr id="12" name="TextBox 17"/>
            <p:cNvSpPr txBox="1">
              <a:spLocks noChangeArrowheads="1"/>
            </p:cNvSpPr>
            <p:nvPr/>
          </p:nvSpPr>
          <p:spPr bwMode="auto">
            <a:xfrm>
              <a:off x="4559057" y="4191000"/>
              <a:ext cx="862534" cy="218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MS PGothic" panose="020B0600070205080204" charset="-128"/>
                </a:rPr>
                <a:t>supervise</a:t>
              </a:r>
            </a:p>
          </p:txBody>
        </p:sp>
        <p:sp>
          <p:nvSpPr>
            <p:cNvPr id="13" name="Isosceles Triangle 12"/>
            <p:cNvSpPr>
              <a:spLocks noChangeArrowheads="1"/>
            </p:cNvSpPr>
            <p:nvPr/>
          </p:nvSpPr>
          <p:spPr bwMode="auto">
            <a:xfrm>
              <a:off x="4374230" y="4245027"/>
              <a:ext cx="123217" cy="51677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4" name="TextBox 20"/>
          <p:cNvSpPr txBox="1">
            <a:spLocks noChangeArrowheads="1"/>
          </p:cNvSpPr>
          <p:nvPr/>
        </p:nvSpPr>
        <p:spPr bwMode="auto">
          <a:xfrm>
            <a:off x="3586761" y="4942681"/>
            <a:ext cx="5029200" cy="1138237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SUPERVISION (</a:t>
            </a:r>
            <a:r>
              <a:rPr lang="en-US" altLang="en-US" sz="2000" u="sng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, superviseeNo)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  <a:ea typeface="MS PGothic" panose="020B0600070205080204" charset="-128"/>
              </a:rPr>
              <a:t>    PK : staffNo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  <a:ea typeface="MS PGothic" panose="020B0600070205080204" charset="-128"/>
              </a:rPr>
              <a:t>    FK1: staffNo references Staff(staffNo)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  <a:ea typeface="MS PGothic" panose="020B0600070205080204" charset="-128"/>
              </a:rPr>
              <a:t>    FK2: superviseeNo references Staff(staffNo)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45" y="1825625"/>
            <a:ext cx="882311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30E3E"/>
                </a:solidFill>
              </a:rPr>
              <a:t>1:1 recursive relationships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Mandatory participation on only one side:</a:t>
            </a:r>
            <a:endParaRPr lang="en-US" b="1" dirty="0">
              <a:solidFill>
                <a:srgbClr val="0070C0"/>
              </a:solidFill>
            </a:endParaRPr>
          </a:p>
          <a:p>
            <a:pPr lvl="2"/>
            <a:r>
              <a:rPr lang="en-US" sz="1800" dirty="0"/>
              <a:t>Option 1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Create a single relation with two copies of primary key</a:t>
            </a:r>
          </a:p>
          <a:p>
            <a:pPr lvl="2"/>
            <a:r>
              <a:rPr lang="en-US" sz="1800" dirty="0"/>
              <a:t>Option 2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Create a new relation to represent the relationship. </a:t>
            </a:r>
            <a:br>
              <a:rPr lang="en-US" sz="1800" dirty="0"/>
            </a:br>
            <a:r>
              <a:rPr lang="en-US" sz="1800" dirty="0"/>
              <a:t>The new relation would only have two attributes, both copies of the primary key.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5901917" y="4572751"/>
            <a:ext cx="3030538" cy="1114425"/>
            <a:chOff x="2971800" y="4191000"/>
            <a:chExt cx="2449791" cy="515666"/>
          </a:xfrm>
        </p:grpSpPr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2971800" y="4407106"/>
              <a:ext cx="1094382" cy="2618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charset="-128"/>
                </a:rPr>
                <a:t>staff</a:t>
              </a:r>
            </a:p>
          </p:txBody>
        </p:sp>
        <p:cxnSp>
          <p:nvCxnSpPr>
            <p:cNvPr id="9" name="Shape 12"/>
            <p:cNvCxnSpPr>
              <a:cxnSpLocks noChangeShapeType="1"/>
              <a:stCxn id="8" idx="3"/>
              <a:endCxn id="8" idx="0"/>
            </p:cNvCxnSpPr>
            <p:nvPr/>
          </p:nvCxnSpPr>
          <p:spPr bwMode="auto">
            <a:xfrm flipH="1" flipV="1">
              <a:off x="3518991" y="4407106"/>
              <a:ext cx="547191" cy="130930"/>
            </a:xfrm>
            <a:prstGeom prst="bentConnector4">
              <a:avLst>
                <a:gd name="adj1" fmla="val -33778"/>
                <a:gd name="adj2" fmla="val 351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5"/>
            <p:cNvSpPr txBox="1">
              <a:spLocks noChangeArrowheads="1"/>
            </p:cNvSpPr>
            <p:nvPr/>
          </p:nvSpPr>
          <p:spPr bwMode="auto">
            <a:xfrm>
              <a:off x="4127790" y="4578582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1..1</a:t>
              </a:r>
            </a:p>
          </p:txBody>
        </p: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>
              <a:off x="3142037" y="4296705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0..1</a:t>
              </a:r>
            </a:p>
          </p:txBody>
        </p:sp>
        <p:sp>
          <p:nvSpPr>
            <p:cNvPr id="12" name="TextBox 17"/>
            <p:cNvSpPr txBox="1">
              <a:spLocks noChangeArrowheads="1"/>
            </p:cNvSpPr>
            <p:nvPr/>
          </p:nvSpPr>
          <p:spPr bwMode="auto">
            <a:xfrm>
              <a:off x="4559057" y="4191000"/>
              <a:ext cx="862534" cy="218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MS PGothic" panose="020B0600070205080204" charset="-128"/>
                </a:rPr>
                <a:t>supervise</a:t>
              </a:r>
            </a:p>
          </p:txBody>
        </p:sp>
        <p:sp>
          <p:nvSpPr>
            <p:cNvPr id="13" name="Isosceles Triangle 12"/>
            <p:cNvSpPr>
              <a:spLocks noChangeArrowheads="1"/>
            </p:cNvSpPr>
            <p:nvPr/>
          </p:nvSpPr>
          <p:spPr bwMode="auto">
            <a:xfrm>
              <a:off x="4374230" y="4245027"/>
              <a:ext cx="123217" cy="51677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1172698" y="4058024"/>
            <a:ext cx="4558080" cy="892552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STAFF (</a:t>
            </a:r>
            <a:r>
              <a:rPr lang="en-US" altLang="en-US" sz="2000" u="sng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, </a:t>
            </a:r>
            <a:r>
              <a:rPr lang="en-US" altLang="en-US" sz="20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PK: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endParaRPr lang="en-US" altLang="en-US" sz="1600" dirty="0"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FK: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 reference STAFF(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1172698" y="5040495"/>
            <a:ext cx="4558080" cy="892552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 (</a:t>
            </a:r>
            <a:r>
              <a:rPr lang="en-US" altLang="en-US" sz="2000" u="sng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, </a:t>
            </a:r>
            <a:r>
              <a:rPr lang="en-US" altLang="en-US" sz="20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PK: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endParaRPr lang="en-US" altLang="en-US" sz="1600" dirty="0"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FK: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 reference STAFF(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1" y="4373540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Option 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9340" y="5322743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Option 2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30E3E"/>
                </a:solidFill>
              </a:rPr>
              <a:t>1:1 recursive relationships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Optional participation on both sides:</a:t>
            </a:r>
          </a:p>
          <a:p>
            <a:pPr lvl="2"/>
            <a:r>
              <a:rPr lang="en-US" sz="1800" dirty="0"/>
              <a:t>Create a new relation as described above</a:t>
            </a:r>
          </a:p>
          <a:p>
            <a:endParaRPr lang="en-MY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253653" y="3836391"/>
            <a:ext cx="3030538" cy="1114425"/>
            <a:chOff x="2971800" y="4191000"/>
            <a:chExt cx="2449791" cy="515666"/>
          </a:xfrm>
        </p:grpSpPr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2971800" y="4407106"/>
              <a:ext cx="1094382" cy="2618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MS PGothic" panose="020B0600070205080204" charset="-128"/>
                </a:rPr>
                <a:t>staff</a:t>
              </a:r>
            </a:p>
          </p:txBody>
        </p:sp>
        <p:cxnSp>
          <p:nvCxnSpPr>
            <p:cNvPr id="9" name="Shape 12"/>
            <p:cNvCxnSpPr>
              <a:cxnSpLocks noChangeShapeType="1"/>
              <a:stCxn id="8" idx="3"/>
              <a:endCxn id="8" idx="0"/>
            </p:cNvCxnSpPr>
            <p:nvPr/>
          </p:nvCxnSpPr>
          <p:spPr bwMode="auto">
            <a:xfrm flipH="1" flipV="1">
              <a:off x="3518991" y="4407106"/>
              <a:ext cx="547191" cy="130930"/>
            </a:xfrm>
            <a:prstGeom prst="bentConnector4">
              <a:avLst>
                <a:gd name="adj1" fmla="val -33778"/>
                <a:gd name="adj2" fmla="val 351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5"/>
            <p:cNvSpPr txBox="1">
              <a:spLocks noChangeArrowheads="1"/>
            </p:cNvSpPr>
            <p:nvPr/>
          </p:nvSpPr>
          <p:spPr bwMode="auto">
            <a:xfrm>
              <a:off x="4127790" y="4578582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0..1</a:t>
              </a:r>
            </a:p>
          </p:txBody>
        </p: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>
              <a:off x="3142037" y="4296705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0..1</a:t>
              </a:r>
            </a:p>
          </p:txBody>
        </p:sp>
        <p:sp>
          <p:nvSpPr>
            <p:cNvPr id="12" name="TextBox 17"/>
            <p:cNvSpPr txBox="1">
              <a:spLocks noChangeArrowheads="1"/>
            </p:cNvSpPr>
            <p:nvPr/>
          </p:nvSpPr>
          <p:spPr bwMode="auto">
            <a:xfrm>
              <a:off x="4559057" y="4191000"/>
              <a:ext cx="862534" cy="218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MS PGothic" panose="020B0600070205080204" charset="-128"/>
                </a:rPr>
                <a:t>supervise</a:t>
              </a:r>
            </a:p>
          </p:txBody>
        </p:sp>
        <p:sp>
          <p:nvSpPr>
            <p:cNvPr id="13" name="Isosceles Triangle 12"/>
            <p:cNvSpPr>
              <a:spLocks noChangeArrowheads="1"/>
            </p:cNvSpPr>
            <p:nvPr/>
          </p:nvSpPr>
          <p:spPr bwMode="auto">
            <a:xfrm>
              <a:off x="4374230" y="4245027"/>
              <a:ext cx="123217" cy="51677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3301653" y="3472854"/>
            <a:ext cx="5638800" cy="1662112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B050"/>
              </a:solidFill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 (</a:t>
            </a:r>
            <a:r>
              <a:rPr lang="en-US" altLang="en-US" sz="2400" u="sng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, superviseeNo)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MS PGothic" panose="020B0600070205080204" charset="-128"/>
              </a:rPr>
              <a:t>PK: staffNo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MS PGothic" panose="020B0600070205080204" charset="-128"/>
              </a:rPr>
              <a:t>FK: superviseeNo reference STAFF(staffNo)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*:* recursive relationships</a:t>
            </a:r>
          </a:p>
          <a:p>
            <a:pPr lvl="1"/>
            <a:r>
              <a:rPr lang="en-US" dirty="0"/>
              <a:t>Transform *:* recursive relationship into 1:* binary relationship</a:t>
            </a:r>
          </a:p>
          <a:p>
            <a:pPr lvl="1"/>
            <a:r>
              <a:rPr lang="en-US" dirty="0"/>
              <a:t>Create relations to represent relationships from the transformed diagram, follow rules for participation 1:*</a:t>
            </a:r>
          </a:p>
          <a:p>
            <a:pPr lvl="2"/>
            <a:r>
              <a:rPr lang="en-US" dirty="0"/>
              <a:t>Entity on ‘one’ side is designated the parent entity and entity on ‘many’ side is the child entity.</a:t>
            </a:r>
          </a:p>
          <a:p>
            <a:pPr lvl="2"/>
            <a:r>
              <a:rPr lang="en-US" dirty="0"/>
              <a:t>Copy the primary key attribute(s) of parent entity into relation representing child entity, to act as a foreign key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MY" sz="2400" b="1" dirty="0">
                <a:solidFill>
                  <a:srgbClr val="830E3E"/>
                </a:solidFill>
              </a:rPr>
              <a:t>*:* recursive relationships</a:t>
            </a:r>
          </a:p>
          <a:p>
            <a:pPr marL="0" indent="0">
              <a:buNone/>
            </a:pPr>
            <a:endParaRPr lang="en-MY" sz="2400" b="1" dirty="0">
              <a:solidFill>
                <a:srgbClr val="0070C0"/>
              </a:solidFill>
            </a:endParaRPr>
          </a:p>
          <a:p>
            <a:endParaRPr lang="en-MY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23</a:t>
            </a:fld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95" y="2744086"/>
            <a:ext cx="6679769" cy="38099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233" y="1687145"/>
            <a:ext cx="855953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Complex relationship types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30E3E"/>
                </a:solidFill>
              </a:rPr>
              <a:t>Option 1:</a:t>
            </a:r>
          </a:p>
          <a:p>
            <a:pPr lvl="1"/>
            <a:r>
              <a:rPr lang="en-US" sz="2000" dirty="0"/>
              <a:t>Transform *:* relationship by creating a new entity and binary relationships between original entities with this new entity.</a:t>
            </a:r>
          </a:p>
          <a:p>
            <a:pPr lvl="1"/>
            <a:r>
              <a:rPr lang="en-US" sz="2000" dirty="0"/>
              <a:t>Create relations for all entities (follow appropriate rules for binary relationships)</a:t>
            </a:r>
          </a:p>
          <a:p>
            <a:endParaRPr lang="en-MY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 descr="DS3-Figure 15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5263" b="55814"/>
          <a:stretch>
            <a:fillRect/>
          </a:stretch>
        </p:blipFill>
        <p:spPr bwMode="auto">
          <a:xfrm>
            <a:off x="292233" y="3883992"/>
            <a:ext cx="3594970" cy="1894183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hape 8"/>
          <p:cNvCxnSpPr>
            <a:cxnSpLocks noChangeShapeType="1"/>
            <a:stCxn id="7" idx="2"/>
          </p:cNvCxnSpPr>
          <p:nvPr/>
        </p:nvCxnSpPr>
        <p:spPr bwMode="auto">
          <a:xfrm rot="16200000" flipH="1">
            <a:off x="2996921" y="4870971"/>
            <a:ext cx="398789" cy="2213195"/>
          </a:xfrm>
          <a:prstGeom prst="bentConnector2">
            <a:avLst/>
          </a:prstGeom>
          <a:noFill/>
          <a:ln w="38100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" name="Picture 8" descr="DS3-Figure 15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06" b="4463"/>
          <a:stretch>
            <a:fillRect/>
          </a:stretch>
        </p:blipFill>
        <p:spPr bwMode="auto">
          <a:xfrm>
            <a:off x="4302913" y="4460655"/>
            <a:ext cx="4419600" cy="2134759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Complex relationship types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30E3E"/>
                </a:solidFill>
              </a:rPr>
              <a:t>Option 2:</a:t>
            </a:r>
          </a:p>
          <a:p>
            <a:pPr lvl="1"/>
            <a:r>
              <a:rPr lang="en-US" sz="2000" dirty="0"/>
              <a:t>Create relation to represent relationship and include any attributes that are part of the relationship. </a:t>
            </a:r>
          </a:p>
          <a:p>
            <a:pPr lvl="1"/>
            <a:r>
              <a:rPr lang="en-US" sz="2000" dirty="0"/>
              <a:t>Copy primary key attribute(s) of entities that participate in the complex relationship into new relation, to act as foreign keys. </a:t>
            </a:r>
          </a:p>
          <a:p>
            <a:pPr lvl="1"/>
            <a:r>
              <a:rPr lang="en-US" sz="2000" dirty="0"/>
              <a:t>Any foreign keys that represent a ‘many’ relationship (for example, 1..*, 0..*) generally will also form the primary key of new relation, possibly in combination with some of the attributes of the relationship.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133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Complex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2: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 descr="DS3-Figure 15-0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5263" b="55814"/>
          <a:stretch>
            <a:fillRect/>
          </a:stretch>
        </p:blipFill>
        <p:spPr bwMode="auto">
          <a:xfrm>
            <a:off x="683126" y="2388459"/>
            <a:ext cx="7850035" cy="2205066"/>
          </a:xfrm>
          <a:prstGeom prst="rect">
            <a:avLst/>
          </a:prstGeom>
          <a:noFill/>
          <a:ln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88474" y="4661739"/>
            <a:ext cx="7772400" cy="1569660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REGISTRATION (</a:t>
            </a:r>
            <a:r>
              <a:rPr lang="en-US" altLang="en-US" sz="2400" u="sng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, branchNo,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PK:  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endParaRPr lang="en-US" altLang="en-US" sz="1800" dirty="0"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FK1: 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references CLIENT (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FK2: branchNo references BRANCH (branchNo)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FK3: 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reference STAFF (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7175"/>
            <a:ext cx="84124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Multi-valued attributes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30E3E"/>
                </a:solidFill>
              </a:rPr>
              <a:t>Option 1:</a:t>
            </a:r>
          </a:p>
          <a:p>
            <a:pPr lvl="1"/>
            <a:r>
              <a:rPr lang="en-US" sz="2000" dirty="0"/>
              <a:t>Remove multi-valued attribute from original entity and put in new entity</a:t>
            </a:r>
          </a:p>
          <a:p>
            <a:pPr lvl="1"/>
            <a:r>
              <a:rPr lang="en-US" sz="2000" dirty="0"/>
              <a:t>Create relationship between original entity to newly formed entity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27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42" y="3161654"/>
            <a:ext cx="6621716" cy="33307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325563"/>
          </a:xfrm>
        </p:spPr>
        <p:txBody>
          <a:bodyPr/>
          <a:lstStyle/>
          <a:p>
            <a:r>
              <a:rPr lang="en-MY" sz="2400" dirty="0"/>
              <a:t>Summary Derive Relation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98" y="976394"/>
            <a:ext cx="7058020" cy="57736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886700" cy="979354"/>
          </a:xfrm>
        </p:spPr>
        <p:txBody>
          <a:bodyPr/>
          <a:lstStyle/>
          <a:p>
            <a:r>
              <a:rPr lang="en-US" sz="2400" dirty="0"/>
              <a:t>Local conceptual data model: Staff View</a:t>
            </a:r>
            <a:endParaRPr lang="en-MY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39" y="706114"/>
            <a:ext cx="6741763" cy="607069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5254"/>
          </a:xfrm>
        </p:spPr>
        <p:txBody>
          <a:bodyPr/>
          <a:lstStyle/>
          <a:p>
            <a:r>
              <a:rPr lang="en-US" sz="2400" dirty="0"/>
              <a:t>Relations for the Staff View of </a:t>
            </a:r>
            <a:r>
              <a:rPr lang="en-US" sz="2400" dirty="0" err="1"/>
              <a:t>DreamHome</a:t>
            </a:r>
            <a:endParaRPr lang="en-MY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9" y="842801"/>
            <a:ext cx="7050467" cy="587727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Practice 1: Derive Relations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 bwMode="auto">
          <a:xfrm>
            <a:off x="244474" y="1152525"/>
            <a:ext cx="8929133" cy="4697130"/>
            <a:chOff x="0" y="0"/>
            <a:chExt cx="9000" cy="3646"/>
          </a:xfrm>
        </p:grpSpPr>
        <p:sp>
          <p:nvSpPr>
            <p:cNvPr id="8" name="AutoShape 72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9000" cy="3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7028" y="163"/>
              <a:ext cx="1540" cy="2180"/>
            </a:xfrm>
            <a:prstGeom prst="rect">
              <a:avLst/>
            </a:prstGeom>
            <a:solidFill>
              <a:srgbClr val="FFFFCC"/>
            </a:solidFill>
            <a:ln w="4">
              <a:solidFill>
                <a:srgbClr val="990033"/>
              </a:solidFill>
              <a:miter lim="800000"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7340" y="216"/>
              <a:ext cx="90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Customers</a:t>
              </a:r>
              <a:endParaRPr lang="en-US" altLang="en-US" sz="180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7028" y="465"/>
              <a:ext cx="1540" cy="1878"/>
            </a:xfrm>
            <a:prstGeom prst="rect">
              <a:avLst/>
            </a:prstGeom>
            <a:noFill/>
            <a:ln w="4">
              <a:solidFill>
                <a:srgbClr val="990033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7311" y="494"/>
              <a:ext cx="97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custNo {PK}</a:t>
              </a:r>
              <a:endParaRPr lang="en-US" altLang="en-US" sz="1800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7311" y="719"/>
              <a:ext cx="81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firstName</a:t>
              </a:r>
              <a:endParaRPr lang="en-US" altLang="en-US" sz="1800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7311" y="944"/>
              <a:ext cx="79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lastName</a:t>
              </a:r>
              <a:endParaRPr lang="en-US" altLang="en-US" sz="1800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7311" y="1169"/>
              <a:ext cx="45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street</a:t>
              </a:r>
              <a:endParaRPr lang="en-US" altLang="en-US" sz="180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7311" y="1394"/>
              <a:ext cx="27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city</a:t>
              </a:r>
              <a:endParaRPr lang="en-US" altLang="en-US" sz="18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7311" y="1620"/>
              <a:ext cx="75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postcode</a:t>
              </a:r>
              <a:endParaRPr lang="en-US" altLang="en-US" sz="180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7311" y="1845"/>
              <a:ext cx="82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custTelNo</a:t>
              </a:r>
              <a:endParaRPr lang="en-US" altLang="en-US" sz="1800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7311" y="2070"/>
              <a:ext cx="76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credLimit</a:t>
              </a:r>
              <a:endParaRPr lang="en-US" altLang="en-US" sz="180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521" y="613"/>
              <a:ext cx="1646" cy="1280"/>
            </a:xfrm>
            <a:prstGeom prst="rect">
              <a:avLst/>
            </a:prstGeom>
            <a:solidFill>
              <a:srgbClr val="FFFFCC"/>
            </a:solidFill>
            <a:ln w="4">
              <a:solidFill>
                <a:srgbClr val="990033"/>
              </a:solidFill>
              <a:miter lim="800000"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4116" y="666"/>
              <a:ext cx="46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Order</a:t>
              </a:r>
              <a:endParaRPr lang="en-US" altLang="en-US" sz="1800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3521" y="915"/>
              <a:ext cx="1646" cy="978"/>
            </a:xfrm>
            <a:prstGeom prst="rect">
              <a:avLst/>
            </a:prstGeom>
            <a:noFill/>
            <a:ln w="4">
              <a:solidFill>
                <a:srgbClr val="990033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3804" y="944"/>
              <a:ext cx="108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orderNo {PK}</a:t>
              </a:r>
              <a:endParaRPr lang="en-US" altLang="en-US" sz="180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3804" y="1169"/>
              <a:ext cx="70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dateDue</a:t>
              </a:r>
              <a:endParaRPr lang="en-US" altLang="en-US" sz="1800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804" y="1394"/>
              <a:ext cx="76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totalPrice</a:t>
              </a:r>
              <a:endParaRPr lang="en-US" altLang="en-US" sz="1800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804" y="1620"/>
              <a:ext cx="48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status</a:t>
              </a:r>
              <a:endParaRPr lang="en-US" altLang="en-US" sz="1800"/>
            </a:p>
          </p:txBody>
        </p:sp>
        <p:sp>
          <p:nvSpPr>
            <p:cNvPr id="27" name="Line 41"/>
            <p:cNvSpPr>
              <a:spLocks noChangeShapeType="1"/>
            </p:cNvSpPr>
            <p:nvPr/>
          </p:nvSpPr>
          <p:spPr bwMode="auto">
            <a:xfrm flipH="1">
              <a:off x="5181" y="1260"/>
              <a:ext cx="921" cy="1"/>
            </a:xfrm>
            <a:prstGeom prst="line">
              <a:avLst/>
            </a:prstGeom>
            <a:noFill/>
            <a:ln w="4">
              <a:solidFill>
                <a:srgbClr val="9900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5205" y="1409"/>
              <a:ext cx="27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0..*</a:t>
              </a:r>
              <a:endParaRPr lang="en-US" altLang="en-US" sz="1800"/>
            </a:p>
          </p:txBody>
        </p:sp>
        <p:sp>
          <p:nvSpPr>
            <p:cNvPr id="29" name="Line 39"/>
            <p:cNvSpPr>
              <a:spLocks noChangeShapeType="1"/>
            </p:cNvSpPr>
            <p:nvPr/>
          </p:nvSpPr>
          <p:spPr bwMode="auto">
            <a:xfrm>
              <a:off x="6102" y="1260"/>
              <a:ext cx="921" cy="1"/>
            </a:xfrm>
            <a:prstGeom prst="line">
              <a:avLst/>
            </a:prstGeom>
            <a:noFill/>
            <a:ln w="4">
              <a:solidFill>
                <a:srgbClr val="9900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6644" y="1409"/>
              <a:ext cx="30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1..1</a:t>
              </a:r>
              <a:endParaRPr lang="en-US" altLang="en-US" sz="1800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5205" y="1409"/>
              <a:ext cx="27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0..*</a:t>
              </a:r>
              <a:endParaRPr lang="en-US" altLang="en-US" sz="1800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6644" y="1409"/>
              <a:ext cx="30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1..1</a:t>
              </a:r>
              <a:endParaRPr lang="en-US" altLang="en-US" sz="1800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5876" y="867"/>
              <a:ext cx="559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 i="1">
                  <a:solidFill>
                    <a:srgbClr val="000000"/>
                  </a:solidFill>
                </a:rPr>
                <a:t>place</a:t>
              </a:r>
              <a:endParaRPr lang="en-US" altLang="en-US" sz="1800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887" y="556"/>
              <a:ext cx="63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Product</a:t>
              </a:r>
              <a:endParaRPr lang="en-US" altLang="en-US" sz="1800"/>
            </a:p>
          </p:txBody>
        </p:sp>
        <p:grpSp>
          <p:nvGrpSpPr>
            <p:cNvPr id="35" name="Group 34"/>
            <p:cNvGrpSpPr/>
            <p:nvPr/>
          </p:nvGrpSpPr>
          <p:grpSpPr bwMode="auto">
            <a:xfrm>
              <a:off x="408" y="503"/>
              <a:ext cx="1578" cy="1780"/>
              <a:chOff x="408" y="503"/>
              <a:chExt cx="1578" cy="1502"/>
            </a:xfrm>
          </p:grpSpPr>
          <p:sp>
            <p:nvSpPr>
              <p:cNvPr id="55" name="Rectangle 54"/>
              <p:cNvSpPr>
                <a:spLocks noChangeArrowheads="1"/>
              </p:cNvSpPr>
              <p:nvPr/>
            </p:nvSpPr>
            <p:spPr bwMode="auto">
              <a:xfrm>
                <a:off x="408" y="503"/>
                <a:ext cx="1578" cy="1502"/>
              </a:xfrm>
              <a:prstGeom prst="rect">
                <a:avLst/>
              </a:prstGeom>
              <a:solidFill>
                <a:srgbClr val="FFFFCC"/>
              </a:solidFill>
              <a:ln w="4">
                <a:solidFill>
                  <a:srgbClr val="990033"/>
                </a:solidFill>
                <a:miter lim="800000"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100">
                    <a:ea typeface="Times New Roman" panose="02020603050405020304" charset="0"/>
                    <a:cs typeface="Times New Roman" panose="02020603050405020304" charset="0"/>
                  </a:rPr>
                  <a:t>Product</a:t>
                </a:r>
                <a:endParaRPr lang="en-US" altLang="en-US" sz="1800"/>
              </a:p>
            </p:txBody>
          </p:sp>
          <p:sp>
            <p:nvSpPr>
              <p:cNvPr id="56" name="Rectangle 55"/>
              <p:cNvSpPr>
                <a:spLocks noChangeArrowheads="1"/>
              </p:cNvSpPr>
              <p:nvPr/>
            </p:nvSpPr>
            <p:spPr bwMode="auto">
              <a:xfrm>
                <a:off x="408" y="805"/>
                <a:ext cx="1578" cy="1198"/>
              </a:xfrm>
              <a:prstGeom prst="rect">
                <a:avLst/>
              </a:prstGeom>
              <a:noFill/>
              <a:ln w="4">
                <a:solidFill>
                  <a:srgbClr val="990033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691" y="834"/>
              <a:ext cx="102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prodNo {PK}</a:t>
              </a:r>
              <a:endParaRPr lang="en-US" altLang="en-US" sz="1800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691" y="1059"/>
              <a:ext cx="39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desc</a:t>
              </a:r>
              <a:endParaRPr lang="en-US" altLang="en-US" sz="1800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691" y="1284"/>
              <a:ext cx="33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cost</a:t>
              </a:r>
              <a:endParaRPr lang="en-US" altLang="en-US" sz="1800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691" y="1510"/>
              <a:ext cx="40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price</a:t>
              </a:r>
              <a:endParaRPr lang="en-US" altLang="en-US" sz="1800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691" y="1735"/>
              <a:ext cx="81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noInStock</a:t>
              </a:r>
              <a:endParaRPr lang="en-US" altLang="en-US" sz="1800"/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 flipH="1">
              <a:off x="2000" y="1260"/>
              <a:ext cx="758" cy="1"/>
            </a:xfrm>
            <a:prstGeom prst="line">
              <a:avLst/>
            </a:prstGeom>
            <a:noFill/>
            <a:ln w="4">
              <a:solidFill>
                <a:srgbClr val="9900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2005" y="1409"/>
              <a:ext cx="27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1..*</a:t>
              </a:r>
              <a:endParaRPr lang="en-US" altLang="en-US" sz="1800"/>
            </a:p>
          </p:txBody>
        </p:sp>
        <p:sp>
          <p:nvSpPr>
            <p:cNvPr id="43" name="Line 18"/>
            <p:cNvSpPr>
              <a:spLocks noChangeShapeType="1"/>
            </p:cNvSpPr>
            <p:nvPr/>
          </p:nvSpPr>
          <p:spPr bwMode="auto">
            <a:xfrm>
              <a:off x="2758" y="1260"/>
              <a:ext cx="758" cy="1"/>
            </a:xfrm>
            <a:prstGeom prst="line">
              <a:avLst/>
            </a:prstGeom>
            <a:noFill/>
            <a:ln w="4">
              <a:solidFill>
                <a:srgbClr val="9900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3238" y="1409"/>
              <a:ext cx="27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1..*</a:t>
              </a:r>
              <a:endParaRPr lang="en-US" altLang="en-US" sz="1800"/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2423" y="867"/>
              <a:ext cx="707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 i="1">
                  <a:solidFill>
                    <a:srgbClr val="000000"/>
                  </a:solidFill>
                </a:rPr>
                <a:t>involves</a:t>
              </a:r>
              <a:endParaRPr lang="en-US" altLang="en-US" sz="1800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3238" y="1409"/>
              <a:ext cx="27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1..*</a:t>
              </a:r>
              <a:endParaRPr lang="en-US" altLang="en-US" sz="1800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005" y="1409"/>
              <a:ext cx="27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1..*</a:t>
              </a:r>
              <a:endParaRPr lang="en-US" altLang="en-US" sz="1800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2096" y="2415"/>
              <a:ext cx="1272" cy="1050"/>
            </a:xfrm>
            <a:prstGeom prst="rect">
              <a:avLst/>
            </a:prstGeom>
            <a:solidFill>
              <a:srgbClr val="FFFFCC"/>
            </a:solidFill>
            <a:ln w="4">
              <a:solidFill>
                <a:srgbClr val="990033"/>
              </a:solidFill>
              <a:miter lim="800000"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2096" y="2717"/>
              <a:ext cx="1272" cy="748"/>
            </a:xfrm>
            <a:prstGeom prst="rect">
              <a:avLst/>
            </a:prstGeom>
            <a:noFill/>
            <a:ln w="4">
              <a:solidFill>
                <a:srgbClr val="990033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2379" y="2746"/>
              <a:ext cx="64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quantity</a:t>
              </a:r>
              <a:endParaRPr lang="en-US" altLang="en-US" sz="1800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2379" y="2971"/>
              <a:ext cx="76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totalPrice</a:t>
              </a:r>
              <a:endParaRPr lang="en-US" altLang="en-US" sz="1800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2379" y="3196"/>
              <a:ext cx="48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status</a:t>
              </a:r>
              <a:endParaRPr lang="en-US" altLang="en-US" sz="1800"/>
            </a:p>
          </p:txBody>
        </p:sp>
        <p:sp>
          <p:nvSpPr>
            <p:cNvPr id="53" name="Line 5"/>
            <p:cNvSpPr>
              <a:spLocks noChangeShapeType="1"/>
            </p:cNvSpPr>
            <p:nvPr/>
          </p:nvSpPr>
          <p:spPr bwMode="auto">
            <a:xfrm flipH="1">
              <a:off x="2752" y="1260"/>
              <a:ext cx="1" cy="1155"/>
            </a:xfrm>
            <a:prstGeom prst="line">
              <a:avLst/>
            </a:prstGeom>
            <a:noFill/>
            <a:ln w="0">
              <a:solidFill>
                <a:srgbClr val="990033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691" y="2005"/>
              <a:ext cx="1001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</a:rPr>
                <a:t>noAllocated</a:t>
              </a: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9187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Practice 2: Derive Relations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81113"/>
            <a:ext cx="73152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Practice 3: Derive Relations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33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12" y="1217627"/>
            <a:ext cx="7550776" cy="48987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Practice 4: Derive Relations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Picture 6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281907"/>
            <a:ext cx="8216900" cy="429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rest of steps in logical DB design: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0070C0"/>
                </a:solidFill>
              </a:rPr>
              <a:t>Step 2.2  Validate relations using normalization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To validate the relations in the local logical data model using the technique of normalization (details will be discussed in Chapter Normalization). </a:t>
            </a:r>
          </a:p>
          <a:p>
            <a:r>
              <a:rPr lang="en-US" sz="2000" b="1" dirty="0"/>
              <a:t>Step 2.3  Validate relations against user transactions</a:t>
            </a:r>
          </a:p>
          <a:p>
            <a:pPr lvl="1"/>
            <a:r>
              <a:rPr lang="en-US" sz="1800" dirty="0"/>
              <a:t>To ensure that the relations in the local logical data model support the transactions required by the view. </a:t>
            </a:r>
          </a:p>
          <a:p>
            <a:r>
              <a:rPr lang="en-US" sz="2000" b="1" dirty="0"/>
              <a:t>Step 2.4  Check integrity constraints</a:t>
            </a:r>
          </a:p>
          <a:p>
            <a:pPr lvl="1"/>
            <a:r>
              <a:rPr lang="en-US" sz="1800" dirty="0"/>
              <a:t>To check that integrity constraints are represented in logical data model (i.e. required data, entity and referential integrity, domains, and enterprise constraints).</a:t>
            </a:r>
          </a:p>
          <a:p>
            <a:r>
              <a:rPr lang="en-US" sz="2000" b="1" dirty="0"/>
              <a:t>Step 2.5  Review local logical data model with user</a:t>
            </a:r>
          </a:p>
          <a:p>
            <a:pPr lvl="1"/>
            <a:r>
              <a:rPr lang="en-US" sz="1800" dirty="0"/>
              <a:t>To ensure that the local logical data model and supporting documentation that describes the model is a true representation of the view.</a:t>
            </a:r>
          </a:p>
          <a:p>
            <a:endParaRPr lang="en-MY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rest of steps in logical DB design: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2.6  Merge local logical data models into global model (optional step)</a:t>
            </a:r>
          </a:p>
          <a:p>
            <a:pPr lvl="1"/>
            <a:r>
              <a:rPr lang="en-US" dirty="0"/>
              <a:t>To merge the individual local logical data models into a single global logical data model of the enterprise that represents all user views of a database.</a:t>
            </a:r>
          </a:p>
          <a:p>
            <a:pPr lvl="2"/>
            <a:r>
              <a:rPr lang="en-US" dirty="0"/>
              <a:t>2.6.1	Merge logical data models into global logical data model</a:t>
            </a:r>
          </a:p>
          <a:p>
            <a:pPr lvl="2"/>
            <a:r>
              <a:rPr lang="en-US" dirty="0"/>
              <a:t>2.6.2	Validate global logical data model</a:t>
            </a:r>
          </a:p>
          <a:p>
            <a:pPr lvl="2"/>
            <a:r>
              <a:rPr lang="en-US" dirty="0"/>
              <a:t>2.6.3	Review global logical data model with users</a:t>
            </a:r>
          </a:p>
          <a:p>
            <a:r>
              <a:rPr lang="en-US" b="1" dirty="0"/>
              <a:t>Step 2.7  Check for future growth </a:t>
            </a:r>
          </a:p>
          <a:p>
            <a:pPr lvl="1"/>
            <a:r>
              <a:rPr lang="en-US" dirty="0"/>
              <a:t>To determine whether there are any significant changes likely in the foreseeable future and to assess whether the global logical data model can accommodate these changes.</a:t>
            </a:r>
          </a:p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37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7320</TotalTime>
  <Words>2452</Words>
  <Application>Microsoft Office PowerPoint</Application>
  <PresentationFormat>On-screen Show (4:3)</PresentationFormat>
  <Paragraphs>338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Montserrat Semi</vt:lpstr>
      <vt:lpstr>Arial</vt:lpstr>
      <vt:lpstr>Calibri</vt:lpstr>
      <vt:lpstr>Calibri Light</vt:lpstr>
      <vt:lpstr>Century Gothic</vt:lpstr>
      <vt:lpstr>Helvetica</vt:lpstr>
      <vt:lpstr>Times New Roman</vt:lpstr>
      <vt:lpstr>Verdana</vt:lpstr>
      <vt:lpstr>Wingdings</vt:lpstr>
      <vt:lpstr>Office 2013 - 2022 Theme</vt:lpstr>
      <vt:lpstr>PowerPoint Presentation</vt:lpstr>
      <vt:lpstr>LECTURE LEARNING OUTCOME</vt:lpstr>
      <vt:lpstr>Logical Database Design Phase:</vt:lpstr>
      <vt:lpstr>Local conceptual data model: Staff View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STEP 1:  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Summary Derive Relation</vt:lpstr>
      <vt:lpstr>Local conceptual data model: Staff View</vt:lpstr>
      <vt:lpstr>Relations for the Staff View of DreamHome</vt:lpstr>
      <vt:lpstr>Practice 1: Derive Relations</vt:lpstr>
      <vt:lpstr>Practice 2: Derive Relations</vt:lpstr>
      <vt:lpstr>Practice 3: Derive Relations</vt:lpstr>
      <vt:lpstr>Practice 4: Derive Relations</vt:lpstr>
      <vt:lpstr>The rest of steps in logical DB design:</vt:lpstr>
      <vt:lpstr>The rest of steps in logical DB design: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NIES HUI WEN</cp:lastModifiedBy>
  <cp:revision>47</cp:revision>
  <dcterms:created xsi:type="dcterms:W3CDTF">2023-12-31T03:09:43Z</dcterms:created>
  <dcterms:modified xsi:type="dcterms:W3CDTF">2024-09-30T14:31:45Z</dcterms:modified>
</cp:coreProperties>
</file>