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23"/>
  </p:notesMasterIdLst>
  <p:sldIdLst>
    <p:sldId id="315" r:id="rId2"/>
    <p:sldId id="275" r:id="rId3"/>
    <p:sldId id="258" r:id="rId4"/>
    <p:sldId id="259" r:id="rId5"/>
    <p:sldId id="260" r:id="rId6"/>
    <p:sldId id="261" r:id="rId7"/>
    <p:sldId id="262" r:id="rId8"/>
    <p:sldId id="263" r:id="rId9"/>
    <p:sldId id="264" r:id="rId10"/>
    <p:sldId id="265" r:id="rId11"/>
    <p:sldId id="266" r:id="rId12"/>
    <p:sldId id="267" r:id="rId13"/>
    <p:sldId id="268" r:id="rId14"/>
    <p:sldId id="269" r:id="rId15"/>
    <p:sldId id="316" r:id="rId16"/>
    <p:sldId id="270" r:id="rId17"/>
    <p:sldId id="271" r:id="rId18"/>
    <p:sldId id="272" r:id="rId19"/>
    <p:sldId id="273" r:id="rId20"/>
    <p:sldId id="274" r:id="rId21"/>
    <p:sldId id="313"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1D35"/>
    <a:srgbClr val="956251"/>
    <a:srgbClr val="9B2D1F"/>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05A3CE-0BA2-4162-A159-C2680868289E}" v="4" dt="2024-09-30T13:56:09.7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39" autoAdjust="0"/>
    <p:restoredTop sz="95374" autoAdjust="0"/>
  </p:normalViewPr>
  <p:slideViewPr>
    <p:cSldViewPr snapToGrid="0">
      <p:cViewPr varScale="1">
        <p:scale>
          <a:sx n="62" d="100"/>
          <a:sy n="62" d="100"/>
        </p:scale>
        <p:origin x="1356"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ES HUI WEN" userId="3541b9e0-606d-4c51-a83e-60dbee75d3cd" providerId="ADAL" clId="{AC05A3CE-0BA2-4162-A159-C2680868289E}"/>
    <pc:docChg chg="undo custSel addSld delSld modSld modMainMaster modNotesMaster">
      <pc:chgData name="NIES HUI WEN" userId="3541b9e0-606d-4c51-a83e-60dbee75d3cd" providerId="ADAL" clId="{AC05A3CE-0BA2-4162-A159-C2680868289E}" dt="2024-09-30T13:57:19.166" v="55" actId="14100"/>
      <pc:docMkLst>
        <pc:docMk/>
      </pc:docMkLst>
      <pc:sldChg chg="modSp add">
        <pc:chgData name="NIES HUI WEN" userId="3541b9e0-606d-4c51-a83e-60dbee75d3cd" providerId="ADAL" clId="{AC05A3CE-0BA2-4162-A159-C2680868289E}" dt="2024-09-30T13:55:52.838" v="37"/>
        <pc:sldMkLst>
          <pc:docMk/>
          <pc:sldMk cId="0" sldId="258"/>
        </pc:sldMkLst>
        <pc:spChg chg="mod">
          <ac:chgData name="NIES HUI WEN" userId="3541b9e0-606d-4c51-a83e-60dbee75d3cd" providerId="ADAL" clId="{AC05A3CE-0BA2-4162-A159-C2680868289E}" dt="2024-09-30T13:55:52.838" v="37"/>
          <ac:spMkLst>
            <pc:docMk/>
            <pc:sldMk cId="0" sldId="258"/>
            <ac:spMk id="6" creationId="{00000000-0000-0000-0000-000000000000}"/>
          </ac:spMkLst>
        </pc:spChg>
      </pc:sldChg>
      <pc:sldChg chg="modSp add">
        <pc:chgData name="NIES HUI WEN" userId="3541b9e0-606d-4c51-a83e-60dbee75d3cd" providerId="ADAL" clId="{AC05A3CE-0BA2-4162-A159-C2680868289E}" dt="2024-09-30T13:55:52.838" v="37"/>
        <pc:sldMkLst>
          <pc:docMk/>
          <pc:sldMk cId="0" sldId="259"/>
        </pc:sldMkLst>
        <pc:spChg chg="mod">
          <ac:chgData name="NIES HUI WEN" userId="3541b9e0-606d-4c51-a83e-60dbee75d3cd" providerId="ADAL" clId="{AC05A3CE-0BA2-4162-A159-C2680868289E}" dt="2024-09-30T13:55:52.838" v="37"/>
          <ac:spMkLst>
            <pc:docMk/>
            <pc:sldMk cId="0" sldId="259"/>
            <ac:spMk id="6" creationId="{00000000-0000-0000-0000-000000000000}"/>
          </ac:spMkLst>
        </pc:spChg>
      </pc:sldChg>
      <pc:sldChg chg="modSp add">
        <pc:chgData name="NIES HUI WEN" userId="3541b9e0-606d-4c51-a83e-60dbee75d3cd" providerId="ADAL" clId="{AC05A3CE-0BA2-4162-A159-C2680868289E}" dt="2024-09-30T13:55:52.838" v="37"/>
        <pc:sldMkLst>
          <pc:docMk/>
          <pc:sldMk cId="0" sldId="260"/>
        </pc:sldMkLst>
        <pc:spChg chg="mod">
          <ac:chgData name="NIES HUI WEN" userId="3541b9e0-606d-4c51-a83e-60dbee75d3cd" providerId="ADAL" clId="{AC05A3CE-0BA2-4162-A159-C2680868289E}" dt="2024-09-30T13:55:52.838" v="37"/>
          <ac:spMkLst>
            <pc:docMk/>
            <pc:sldMk cId="0" sldId="260"/>
            <ac:spMk id="6" creationId="{00000000-0000-0000-0000-000000000000}"/>
          </ac:spMkLst>
        </pc:spChg>
      </pc:sldChg>
      <pc:sldChg chg="modSp add">
        <pc:chgData name="NIES HUI WEN" userId="3541b9e0-606d-4c51-a83e-60dbee75d3cd" providerId="ADAL" clId="{AC05A3CE-0BA2-4162-A159-C2680868289E}" dt="2024-09-30T13:55:52.838" v="37"/>
        <pc:sldMkLst>
          <pc:docMk/>
          <pc:sldMk cId="0" sldId="261"/>
        </pc:sldMkLst>
        <pc:spChg chg="mod">
          <ac:chgData name="NIES HUI WEN" userId="3541b9e0-606d-4c51-a83e-60dbee75d3cd" providerId="ADAL" clId="{AC05A3CE-0BA2-4162-A159-C2680868289E}" dt="2024-09-30T13:55:52.838" v="37"/>
          <ac:spMkLst>
            <pc:docMk/>
            <pc:sldMk cId="0" sldId="261"/>
            <ac:spMk id="6" creationId="{00000000-0000-0000-0000-000000000000}"/>
          </ac:spMkLst>
        </pc:spChg>
      </pc:sldChg>
      <pc:sldChg chg="modSp add mod">
        <pc:chgData name="NIES HUI WEN" userId="3541b9e0-606d-4c51-a83e-60dbee75d3cd" providerId="ADAL" clId="{AC05A3CE-0BA2-4162-A159-C2680868289E}" dt="2024-09-30T13:55:52.901" v="38" actId="27636"/>
        <pc:sldMkLst>
          <pc:docMk/>
          <pc:sldMk cId="0" sldId="262"/>
        </pc:sldMkLst>
        <pc:spChg chg="mod">
          <ac:chgData name="NIES HUI WEN" userId="3541b9e0-606d-4c51-a83e-60dbee75d3cd" providerId="ADAL" clId="{AC05A3CE-0BA2-4162-A159-C2680868289E}" dt="2024-09-30T13:55:52.901" v="38" actId="27636"/>
          <ac:spMkLst>
            <pc:docMk/>
            <pc:sldMk cId="0" sldId="262"/>
            <ac:spMk id="3" creationId="{00000000-0000-0000-0000-000000000000}"/>
          </ac:spMkLst>
        </pc:spChg>
        <pc:spChg chg="mod">
          <ac:chgData name="NIES HUI WEN" userId="3541b9e0-606d-4c51-a83e-60dbee75d3cd" providerId="ADAL" clId="{AC05A3CE-0BA2-4162-A159-C2680868289E}" dt="2024-09-30T13:55:52.838" v="37"/>
          <ac:spMkLst>
            <pc:docMk/>
            <pc:sldMk cId="0" sldId="262"/>
            <ac:spMk id="6" creationId="{00000000-0000-0000-0000-000000000000}"/>
          </ac:spMkLst>
        </pc:spChg>
      </pc:sldChg>
      <pc:sldChg chg="modSp del">
        <pc:chgData name="NIES HUI WEN" userId="3541b9e0-606d-4c51-a83e-60dbee75d3cd" providerId="ADAL" clId="{AC05A3CE-0BA2-4162-A159-C2680868289E}" dt="2024-09-30T13:55:50.166" v="35" actId="47"/>
        <pc:sldMkLst>
          <pc:docMk/>
          <pc:sldMk cId="2699332576" sldId="262"/>
        </pc:sldMkLst>
        <pc:spChg chg="mod">
          <ac:chgData name="NIES HUI WEN" userId="3541b9e0-606d-4c51-a83e-60dbee75d3cd" providerId="ADAL" clId="{AC05A3CE-0BA2-4162-A159-C2680868289E}" dt="2024-09-30T13:53:57.180" v="0"/>
          <ac:spMkLst>
            <pc:docMk/>
            <pc:sldMk cId="2699332576" sldId="262"/>
            <ac:spMk id="3" creationId="{FCA24613-6786-F397-A6D4-BC823DA25298}"/>
          </ac:spMkLst>
        </pc:spChg>
        <pc:spChg chg="mod">
          <ac:chgData name="NIES HUI WEN" userId="3541b9e0-606d-4c51-a83e-60dbee75d3cd" providerId="ADAL" clId="{AC05A3CE-0BA2-4162-A159-C2680868289E}" dt="2024-09-30T13:53:57.180" v="0"/>
          <ac:spMkLst>
            <pc:docMk/>
            <pc:sldMk cId="2699332576" sldId="262"/>
            <ac:spMk id="5" creationId="{2BEF3A2A-94C1-9044-E916-211EB45749FB}"/>
          </ac:spMkLst>
        </pc:spChg>
        <pc:spChg chg="mod">
          <ac:chgData name="NIES HUI WEN" userId="3541b9e0-606d-4c51-a83e-60dbee75d3cd" providerId="ADAL" clId="{AC05A3CE-0BA2-4162-A159-C2680868289E}" dt="2024-09-30T13:53:57.180" v="0"/>
          <ac:spMkLst>
            <pc:docMk/>
            <pc:sldMk cId="2699332576" sldId="262"/>
            <ac:spMk id="7" creationId="{080CF681-95FD-20D2-B99C-5C876EC4B422}"/>
          </ac:spMkLst>
        </pc:spChg>
        <pc:spChg chg="mod">
          <ac:chgData name="NIES HUI WEN" userId="3541b9e0-606d-4c51-a83e-60dbee75d3cd" providerId="ADAL" clId="{AC05A3CE-0BA2-4162-A159-C2680868289E}" dt="2024-09-30T13:53:57.180" v="0"/>
          <ac:spMkLst>
            <pc:docMk/>
            <pc:sldMk cId="2699332576" sldId="262"/>
            <ac:spMk id="8" creationId="{C25BDAC7-AF3F-67DF-4F18-78B7C660723C}"/>
          </ac:spMkLst>
        </pc:spChg>
        <pc:spChg chg="mod">
          <ac:chgData name="NIES HUI WEN" userId="3541b9e0-606d-4c51-a83e-60dbee75d3cd" providerId="ADAL" clId="{AC05A3CE-0BA2-4162-A159-C2680868289E}" dt="2024-09-30T13:53:57.180" v="0"/>
          <ac:spMkLst>
            <pc:docMk/>
            <pc:sldMk cId="2699332576" sldId="262"/>
            <ac:spMk id="9" creationId="{FA60AAD9-7F57-D3DC-B4F1-11E7C53691D0}"/>
          </ac:spMkLst>
        </pc:spChg>
        <pc:spChg chg="mod">
          <ac:chgData name="NIES HUI WEN" userId="3541b9e0-606d-4c51-a83e-60dbee75d3cd" providerId="ADAL" clId="{AC05A3CE-0BA2-4162-A159-C2680868289E}" dt="2024-09-30T13:53:57.180" v="0"/>
          <ac:spMkLst>
            <pc:docMk/>
            <pc:sldMk cId="2699332576" sldId="262"/>
            <ac:spMk id="10" creationId="{E03A9152-69B0-736A-2CFE-04A297940E6A}"/>
          </ac:spMkLst>
        </pc:spChg>
        <pc:spChg chg="mod">
          <ac:chgData name="NIES HUI WEN" userId="3541b9e0-606d-4c51-a83e-60dbee75d3cd" providerId="ADAL" clId="{AC05A3CE-0BA2-4162-A159-C2680868289E}" dt="2024-09-30T13:53:57.180" v="0"/>
          <ac:spMkLst>
            <pc:docMk/>
            <pc:sldMk cId="2699332576" sldId="262"/>
            <ac:spMk id="29" creationId="{B6E4D0E0-0363-7D00-9476-926580CC8B81}"/>
          </ac:spMkLst>
        </pc:spChg>
        <pc:spChg chg="mod">
          <ac:chgData name="NIES HUI WEN" userId="3541b9e0-606d-4c51-a83e-60dbee75d3cd" providerId="ADAL" clId="{AC05A3CE-0BA2-4162-A159-C2680868289E}" dt="2024-09-30T13:53:57.180" v="0"/>
          <ac:spMkLst>
            <pc:docMk/>
            <pc:sldMk cId="2699332576" sldId="262"/>
            <ac:spMk id="30" creationId="{1533923C-0FE2-D0D7-D3D2-546A2398E56F}"/>
          </ac:spMkLst>
        </pc:spChg>
        <pc:spChg chg="mod">
          <ac:chgData name="NIES HUI WEN" userId="3541b9e0-606d-4c51-a83e-60dbee75d3cd" providerId="ADAL" clId="{AC05A3CE-0BA2-4162-A159-C2680868289E}" dt="2024-09-30T13:53:57.180" v="0"/>
          <ac:spMkLst>
            <pc:docMk/>
            <pc:sldMk cId="2699332576" sldId="262"/>
            <ac:spMk id="33" creationId="{9E4484E9-F589-F0D0-E711-BD1AD2477BB3}"/>
          </ac:spMkLst>
        </pc:spChg>
        <pc:spChg chg="mod">
          <ac:chgData name="NIES HUI WEN" userId="3541b9e0-606d-4c51-a83e-60dbee75d3cd" providerId="ADAL" clId="{AC05A3CE-0BA2-4162-A159-C2680868289E}" dt="2024-09-30T13:53:57.180" v="0"/>
          <ac:spMkLst>
            <pc:docMk/>
            <pc:sldMk cId="2699332576" sldId="262"/>
            <ac:spMk id="34" creationId="{F08DE2FE-EE81-76C5-D3F5-E4AFA05286F0}"/>
          </ac:spMkLst>
        </pc:spChg>
        <pc:spChg chg="mod">
          <ac:chgData name="NIES HUI WEN" userId="3541b9e0-606d-4c51-a83e-60dbee75d3cd" providerId="ADAL" clId="{AC05A3CE-0BA2-4162-A159-C2680868289E}" dt="2024-09-30T13:53:57.180" v="0"/>
          <ac:spMkLst>
            <pc:docMk/>
            <pc:sldMk cId="2699332576" sldId="262"/>
            <ac:spMk id="37" creationId="{A6B8D799-B9DD-C367-C39E-7D4C8AA8760C}"/>
          </ac:spMkLst>
        </pc:spChg>
        <pc:spChg chg="mod">
          <ac:chgData name="NIES HUI WEN" userId="3541b9e0-606d-4c51-a83e-60dbee75d3cd" providerId="ADAL" clId="{AC05A3CE-0BA2-4162-A159-C2680868289E}" dt="2024-09-30T13:53:57.180" v="0"/>
          <ac:spMkLst>
            <pc:docMk/>
            <pc:sldMk cId="2699332576" sldId="262"/>
            <ac:spMk id="38" creationId="{0B653FF4-B6FB-AB93-3922-3E2C06C965CE}"/>
          </ac:spMkLst>
        </pc:spChg>
        <pc:grpChg chg="mod">
          <ac:chgData name="NIES HUI WEN" userId="3541b9e0-606d-4c51-a83e-60dbee75d3cd" providerId="ADAL" clId="{AC05A3CE-0BA2-4162-A159-C2680868289E}" dt="2024-09-30T13:53:57.180" v="0"/>
          <ac:grpSpMkLst>
            <pc:docMk/>
            <pc:sldMk cId="2699332576" sldId="262"/>
            <ac:grpSpMk id="2" creationId="{E31933D3-F573-B1DE-109A-841063E04740}"/>
          </ac:grpSpMkLst>
        </pc:grpChg>
        <pc:grpChg chg="mod">
          <ac:chgData name="NIES HUI WEN" userId="3541b9e0-606d-4c51-a83e-60dbee75d3cd" providerId="ADAL" clId="{AC05A3CE-0BA2-4162-A159-C2680868289E}" dt="2024-09-30T13:53:57.180" v="0"/>
          <ac:grpSpMkLst>
            <pc:docMk/>
            <pc:sldMk cId="2699332576" sldId="262"/>
            <ac:grpSpMk id="6" creationId="{7DA178B5-9907-BB89-7B61-67BB8D645FB2}"/>
          </ac:grpSpMkLst>
        </pc:grpChg>
        <pc:grpChg chg="mod">
          <ac:chgData name="NIES HUI WEN" userId="3541b9e0-606d-4c51-a83e-60dbee75d3cd" providerId="ADAL" clId="{AC05A3CE-0BA2-4162-A159-C2680868289E}" dt="2024-09-30T13:53:57.180" v="0"/>
          <ac:grpSpMkLst>
            <pc:docMk/>
            <pc:sldMk cId="2699332576" sldId="262"/>
            <ac:grpSpMk id="11" creationId="{630E09E0-332F-3E06-48B0-67500B459963}"/>
          </ac:grpSpMkLst>
        </pc:grpChg>
        <pc:grpChg chg="mod">
          <ac:chgData name="NIES HUI WEN" userId="3541b9e0-606d-4c51-a83e-60dbee75d3cd" providerId="ADAL" clId="{AC05A3CE-0BA2-4162-A159-C2680868289E}" dt="2024-09-30T13:53:57.180" v="0"/>
          <ac:grpSpMkLst>
            <pc:docMk/>
            <pc:sldMk cId="2699332576" sldId="262"/>
            <ac:grpSpMk id="36" creationId="{E9613243-C4DA-5CC5-7318-211CCB5D3BA1}"/>
          </ac:grpSpMkLst>
        </pc:grpChg>
        <pc:picChg chg="mod">
          <ac:chgData name="NIES HUI WEN" userId="3541b9e0-606d-4c51-a83e-60dbee75d3cd" providerId="ADAL" clId="{AC05A3CE-0BA2-4162-A159-C2680868289E}" dt="2024-09-30T13:53:57.180" v="0"/>
          <ac:picMkLst>
            <pc:docMk/>
            <pc:sldMk cId="2699332576" sldId="262"/>
            <ac:picMk id="4" creationId="{1A63027A-A8CD-9E48-8312-06F52A14B338}"/>
          </ac:picMkLst>
        </pc:picChg>
      </pc:sldChg>
      <pc:sldChg chg="modSp add mod">
        <pc:chgData name="NIES HUI WEN" userId="3541b9e0-606d-4c51-a83e-60dbee75d3cd" providerId="ADAL" clId="{AC05A3CE-0BA2-4162-A159-C2680868289E}" dt="2024-09-30T13:57:19.166" v="55" actId="14100"/>
        <pc:sldMkLst>
          <pc:docMk/>
          <pc:sldMk cId="0" sldId="263"/>
        </pc:sldMkLst>
        <pc:spChg chg="mod">
          <ac:chgData name="NIES HUI WEN" userId="3541b9e0-606d-4c51-a83e-60dbee75d3cd" providerId="ADAL" clId="{AC05A3CE-0BA2-4162-A159-C2680868289E}" dt="2024-09-30T13:55:52.838" v="37"/>
          <ac:spMkLst>
            <pc:docMk/>
            <pc:sldMk cId="0" sldId="263"/>
            <ac:spMk id="6" creationId="{00000000-0000-0000-0000-000000000000}"/>
          </ac:spMkLst>
        </pc:spChg>
        <pc:picChg chg="mod">
          <ac:chgData name="NIES HUI WEN" userId="3541b9e0-606d-4c51-a83e-60dbee75d3cd" providerId="ADAL" clId="{AC05A3CE-0BA2-4162-A159-C2680868289E}" dt="2024-09-30T13:57:19.166" v="55" actId="14100"/>
          <ac:picMkLst>
            <pc:docMk/>
            <pc:sldMk cId="0" sldId="263"/>
            <ac:picMk id="7" creationId="{00000000-0000-0000-0000-000000000000}"/>
          </ac:picMkLst>
        </pc:picChg>
      </pc:sldChg>
      <pc:sldChg chg="modSp add mod">
        <pc:chgData name="NIES HUI WEN" userId="3541b9e0-606d-4c51-a83e-60dbee75d3cd" providerId="ADAL" clId="{AC05A3CE-0BA2-4162-A159-C2680868289E}" dt="2024-09-30T13:55:52.916" v="39" actId="27636"/>
        <pc:sldMkLst>
          <pc:docMk/>
          <pc:sldMk cId="0" sldId="264"/>
        </pc:sldMkLst>
        <pc:spChg chg="mod">
          <ac:chgData name="NIES HUI WEN" userId="3541b9e0-606d-4c51-a83e-60dbee75d3cd" providerId="ADAL" clId="{AC05A3CE-0BA2-4162-A159-C2680868289E}" dt="2024-09-30T13:55:52.916" v="39" actId="27636"/>
          <ac:spMkLst>
            <pc:docMk/>
            <pc:sldMk cId="0" sldId="264"/>
            <ac:spMk id="2" creationId="{00000000-0000-0000-0000-000000000000}"/>
          </ac:spMkLst>
        </pc:spChg>
        <pc:spChg chg="mod">
          <ac:chgData name="NIES HUI WEN" userId="3541b9e0-606d-4c51-a83e-60dbee75d3cd" providerId="ADAL" clId="{AC05A3CE-0BA2-4162-A159-C2680868289E}" dt="2024-09-30T13:55:52.838" v="37"/>
          <ac:spMkLst>
            <pc:docMk/>
            <pc:sldMk cId="0" sldId="264"/>
            <ac:spMk id="6" creationId="{00000000-0000-0000-0000-000000000000}"/>
          </ac:spMkLst>
        </pc:spChg>
      </pc:sldChg>
      <pc:sldChg chg="modSp add mod">
        <pc:chgData name="NIES HUI WEN" userId="3541b9e0-606d-4c51-a83e-60dbee75d3cd" providerId="ADAL" clId="{AC05A3CE-0BA2-4162-A159-C2680868289E}" dt="2024-09-30T13:55:52.916" v="40" actId="27636"/>
        <pc:sldMkLst>
          <pc:docMk/>
          <pc:sldMk cId="0" sldId="265"/>
        </pc:sldMkLst>
        <pc:spChg chg="mod">
          <ac:chgData name="NIES HUI WEN" userId="3541b9e0-606d-4c51-a83e-60dbee75d3cd" providerId="ADAL" clId="{AC05A3CE-0BA2-4162-A159-C2680868289E}" dt="2024-09-30T13:55:52.916" v="40" actId="27636"/>
          <ac:spMkLst>
            <pc:docMk/>
            <pc:sldMk cId="0" sldId="265"/>
            <ac:spMk id="2" creationId="{00000000-0000-0000-0000-000000000000}"/>
          </ac:spMkLst>
        </pc:spChg>
        <pc:spChg chg="mod">
          <ac:chgData name="NIES HUI WEN" userId="3541b9e0-606d-4c51-a83e-60dbee75d3cd" providerId="ADAL" clId="{AC05A3CE-0BA2-4162-A159-C2680868289E}" dt="2024-09-30T13:55:52.838" v="37"/>
          <ac:spMkLst>
            <pc:docMk/>
            <pc:sldMk cId="0" sldId="265"/>
            <ac:spMk id="6" creationId="{00000000-0000-0000-0000-000000000000}"/>
          </ac:spMkLst>
        </pc:spChg>
      </pc:sldChg>
      <pc:sldChg chg="modSp add">
        <pc:chgData name="NIES HUI WEN" userId="3541b9e0-606d-4c51-a83e-60dbee75d3cd" providerId="ADAL" clId="{AC05A3CE-0BA2-4162-A159-C2680868289E}" dt="2024-09-30T13:55:52.838" v="37"/>
        <pc:sldMkLst>
          <pc:docMk/>
          <pc:sldMk cId="0" sldId="266"/>
        </pc:sldMkLst>
        <pc:spChg chg="mod">
          <ac:chgData name="NIES HUI WEN" userId="3541b9e0-606d-4c51-a83e-60dbee75d3cd" providerId="ADAL" clId="{AC05A3CE-0BA2-4162-A159-C2680868289E}" dt="2024-09-30T13:55:52.838" v="37"/>
          <ac:spMkLst>
            <pc:docMk/>
            <pc:sldMk cId="0" sldId="266"/>
            <ac:spMk id="6" creationId="{00000000-0000-0000-0000-000000000000}"/>
          </ac:spMkLst>
        </pc:spChg>
      </pc:sldChg>
      <pc:sldChg chg="modSp add mod">
        <pc:chgData name="NIES HUI WEN" userId="3541b9e0-606d-4c51-a83e-60dbee75d3cd" providerId="ADAL" clId="{AC05A3CE-0BA2-4162-A159-C2680868289E}" dt="2024-09-30T13:55:52.932" v="41" actId="27636"/>
        <pc:sldMkLst>
          <pc:docMk/>
          <pc:sldMk cId="0" sldId="267"/>
        </pc:sldMkLst>
        <pc:spChg chg="mod">
          <ac:chgData name="NIES HUI WEN" userId="3541b9e0-606d-4c51-a83e-60dbee75d3cd" providerId="ADAL" clId="{AC05A3CE-0BA2-4162-A159-C2680868289E}" dt="2024-09-30T13:55:52.932" v="41" actId="27636"/>
          <ac:spMkLst>
            <pc:docMk/>
            <pc:sldMk cId="0" sldId="267"/>
            <ac:spMk id="3" creationId="{00000000-0000-0000-0000-000000000000}"/>
          </ac:spMkLst>
        </pc:spChg>
        <pc:spChg chg="mod">
          <ac:chgData name="NIES HUI WEN" userId="3541b9e0-606d-4c51-a83e-60dbee75d3cd" providerId="ADAL" clId="{AC05A3CE-0BA2-4162-A159-C2680868289E}" dt="2024-09-30T13:55:52.838" v="37"/>
          <ac:spMkLst>
            <pc:docMk/>
            <pc:sldMk cId="0" sldId="267"/>
            <ac:spMk id="6" creationId="{00000000-0000-0000-0000-000000000000}"/>
          </ac:spMkLst>
        </pc:spChg>
      </pc:sldChg>
      <pc:sldChg chg="modSp add">
        <pc:chgData name="NIES HUI WEN" userId="3541b9e0-606d-4c51-a83e-60dbee75d3cd" providerId="ADAL" clId="{AC05A3CE-0BA2-4162-A159-C2680868289E}" dt="2024-09-30T13:55:52.838" v="37"/>
        <pc:sldMkLst>
          <pc:docMk/>
          <pc:sldMk cId="0" sldId="268"/>
        </pc:sldMkLst>
        <pc:spChg chg="mod">
          <ac:chgData name="NIES HUI WEN" userId="3541b9e0-606d-4c51-a83e-60dbee75d3cd" providerId="ADAL" clId="{AC05A3CE-0BA2-4162-A159-C2680868289E}" dt="2024-09-30T13:55:52.838" v="37"/>
          <ac:spMkLst>
            <pc:docMk/>
            <pc:sldMk cId="0" sldId="268"/>
            <ac:spMk id="6" creationId="{00000000-0000-0000-0000-000000000000}"/>
          </ac:spMkLst>
        </pc:spChg>
      </pc:sldChg>
      <pc:sldChg chg="modSp del">
        <pc:chgData name="NIES HUI WEN" userId="3541b9e0-606d-4c51-a83e-60dbee75d3cd" providerId="ADAL" clId="{AC05A3CE-0BA2-4162-A159-C2680868289E}" dt="2024-09-30T13:55:50.994" v="36" actId="47"/>
        <pc:sldMkLst>
          <pc:docMk/>
          <pc:sldMk cId="3185706956" sldId="268"/>
        </pc:sldMkLst>
        <pc:spChg chg="mod">
          <ac:chgData name="NIES HUI WEN" userId="3541b9e0-606d-4c51-a83e-60dbee75d3cd" providerId="ADAL" clId="{AC05A3CE-0BA2-4162-A159-C2680868289E}" dt="2024-09-30T13:53:57.180" v="0"/>
          <ac:spMkLst>
            <pc:docMk/>
            <pc:sldMk cId="3185706956" sldId="268"/>
            <ac:spMk id="2" creationId="{1D6F0991-BD72-5567-C1A9-171C243F52DB}"/>
          </ac:spMkLst>
        </pc:spChg>
        <pc:spChg chg="mod">
          <ac:chgData name="NIES HUI WEN" userId="3541b9e0-606d-4c51-a83e-60dbee75d3cd" providerId="ADAL" clId="{AC05A3CE-0BA2-4162-A159-C2680868289E}" dt="2024-09-30T13:53:57.180" v="0"/>
          <ac:spMkLst>
            <pc:docMk/>
            <pc:sldMk cId="3185706956" sldId="268"/>
            <ac:spMk id="3" creationId="{42337C4D-15EF-7004-5D2D-86CD15812424}"/>
          </ac:spMkLst>
        </pc:spChg>
      </pc:sldChg>
      <pc:sldChg chg="modSp add">
        <pc:chgData name="NIES HUI WEN" userId="3541b9e0-606d-4c51-a83e-60dbee75d3cd" providerId="ADAL" clId="{AC05A3CE-0BA2-4162-A159-C2680868289E}" dt="2024-09-30T13:55:52.838" v="37"/>
        <pc:sldMkLst>
          <pc:docMk/>
          <pc:sldMk cId="0" sldId="269"/>
        </pc:sldMkLst>
        <pc:spChg chg="mod">
          <ac:chgData name="NIES HUI WEN" userId="3541b9e0-606d-4c51-a83e-60dbee75d3cd" providerId="ADAL" clId="{AC05A3CE-0BA2-4162-A159-C2680868289E}" dt="2024-09-30T13:55:52.838" v="37"/>
          <ac:spMkLst>
            <pc:docMk/>
            <pc:sldMk cId="0" sldId="269"/>
            <ac:spMk id="6" creationId="{00000000-0000-0000-0000-000000000000}"/>
          </ac:spMkLst>
        </pc:spChg>
      </pc:sldChg>
      <pc:sldChg chg="addSp delSp modSp add mod">
        <pc:chgData name="NIES HUI WEN" userId="3541b9e0-606d-4c51-a83e-60dbee75d3cd" providerId="ADAL" clId="{AC05A3CE-0BA2-4162-A159-C2680868289E}" dt="2024-09-30T13:57:01.775" v="52" actId="1076"/>
        <pc:sldMkLst>
          <pc:docMk/>
          <pc:sldMk cId="0" sldId="270"/>
        </pc:sldMkLst>
        <pc:spChg chg="mod">
          <ac:chgData name="NIES HUI WEN" userId="3541b9e0-606d-4c51-a83e-60dbee75d3cd" providerId="ADAL" clId="{AC05A3CE-0BA2-4162-A159-C2680868289E}" dt="2024-09-30T13:55:52.838" v="37"/>
          <ac:spMkLst>
            <pc:docMk/>
            <pc:sldMk cId="0" sldId="270"/>
            <ac:spMk id="6" creationId="{00000000-0000-0000-0000-000000000000}"/>
          </ac:spMkLst>
        </pc:spChg>
        <pc:picChg chg="add del mod modCrop">
          <ac:chgData name="NIES HUI WEN" userId="3541b9e0-606d-4c51-a83e-60dbee75d3cd" providerId="ADAL" clId="{AC05A3CE-0BA2-4162-A159-C2680868289E}" dt="2024-09-30T13:57:01.775" v="52" actId="1076"/>
          <ac:picMkLst>
            <pc:docMk/>
            <pc:sldMk cId="0" sldId="270"/>
            <ac:picMk id="7" creationId="{00000000-0000-0000-0000-000000000000}"/>
          </ac:picMkLst>
        </pc:picChg>
      </pc:sldChg>
      <pc:sldChg chg="modSp add mod">
        <pc:chgData name="NIES HUI WEN" userId="3541b9e0-606d-4c51-a83e-60dbee75d3cd" providerId="ADAL" clId="{AC05A3CE-0BA2-4162-A159-C2680868289E}" dt="2024-09-30T13:55:52.948" v="43" actId="27636"/>
        <pc:sldMkLst>
          <pc:docMk/>
          <pc:sldMk cId="0" sldId="271"/>
        </pc:sldMkLst>
        <pc:spChg chg="mod">
          <ac:chgData name="NIES HUI WEN" userId="3541b9e0-606d-4c51-a83e-60dbee75d3cd" providerId="ADAL" clId="{AC05A3CE-0BA2-4162-A159-C2680868289E}" dt="2024-09-30T13:55:52.948" v="43" actId="27636"/>
          <ac:spMkLst>
            <pc:docMk/>
            <pc:sldMk cId="0" sldId="271"/>
            <ac:spMk id="2" creationId="{00000000-0000-0000-0000-000000000000}"/>
          </ac:spMkLst>
        </pc:spChg>
        <pc:spChg chg="mod">
          <ac:chgData name="NIES HUI WEN" userId="3541b9e0-606d-4c51-a83e-60dbee75d3cd" providerId="ADAL" clId="{AC05A3CE-0BA2-4162-A159-C2680868289E}" dt="2024-09-30T13:55:52.838" v="37"/>
          <ac:spMkLst>
            <pc:docMk/>
            <pc:sldMk cId="0" sldId="271"/>
            <ac:spMk id="6" creationId="{00000000-0000-0000-0000-000000000000}"/>
          </ac:spMkLst>
        </pc:spChg>
      </pc:sldChg>
      <pc:sldChg chg="modSp add">
        <pc:chgData name="NIES HUI WEN" userId="3541b9e0-606d-4c51-a83e-60dbee75d3cd" providerId="ADAL" clId="{AC05A3CE-0BA2-4162-A159-C2680868289E}" dt="2024-09-30T13:55:52.838" v="37"/>
        <pc:sldMkLst>
          <pc:docMk/>
          <pc:sldMk cId="0" sldId="272"/>
        </pc:sldMkLst>
        <pc:spChg chg="mod">
          <ac:chgData name="NIES HUI WEN" userId="3541b9e0-606d-4c51-a83e-60dbee75d3cd" providerId="ADAL" clId="{AC05A3CE-0BA2-4162-A159-C2680868289E}" dt="2024-09-30T13:55:52.838" v="37"/>
          <ac:spMkLst>
            <pc:docMk/>
            <pc:sldMk cId="0" sldId="272"/>
            <ac:spMk id="6" creationId="{00000000-0000-0000-0000-000000000000}"/>
          </ac:spMkLst>
        </pc:spChg>
      </pc:sldChg>
      <pc:sldChg chg="modSp add">
        <pc:chgData name="NIES HUI WEN" userId="3541b9e0-606d-4c51-a83e-60dbee75d3cd" providerId="ADAL" clId="{AC05A3CE-0BA2-4162-A159-C2680868289E}" dt="2024-09-30T13:55:52.838" v="37"/>
        <pc:sldMkLst>
          <pc:docMk/>
          <pc:sldMk cId="0" sldId="273"/>
        </pc:sldMkLst>
        <pc:spChg chg="mod">
          <ac:chgData name="NIES HUI WEN" userId="3541b9e0-606d-4c51-a83e-60dbee75d3cd" providerId="ADAL" clId="{AC05A3CE-0BA2-4162-A159-C2680868289E}" dt="2024-09-30T13:55:52.838" v="37"/>
          <ac:spMkLst>
            <pc:docMk/>
            <pc:sldMk cId="0" sldId="273"/>
            <ac:spMk id="6" creationId="{00000000-0000-0000-0000-000000000000}"/>
          </ac:spMkLst>
        </pc:spChg>
      </pc:sldChg>
      <pc:sldChg chg="modSp add">
        <pc:chgData name="NIES HUI WEN" userId="3541b9e0-606d-4c51-a83e-60dbee75d3cd" providerId="ADAL" clId="{AC05A3CE-0BA2-4162-A159-C2680868289E}" dt="2024-09-30T13:55:52.838" v="37"/>
        <pc:sldMkLst>
          <pc:docMk/>
          <pc:sldMk cId="0" sldId="274"/>
        </pc:sldMkLst>
        <pc:spChg chg="mod">
          <ac:chgData name="NIES HUI WEN" userId="3541b9e0-606d-4c51-a83e-60dbee75d3cd" providerId="ADAL" clId="{AC05A3CE-0BA2-4162-A159-C2680868289E}" dt="2024-09-30T13:55:52.838" v="37"/>
          <ac:spMkLst>
            <pc:docMk/>
            <pc:sldMk cId="0" sldId="274"/>
            <ac:spMk id="6" creationId="{00000000-0000-0000-0000-000000000000}"/>
          </ac:spMkLst>
        </pc:spChg>
      </pc:sldChg>
      <pc:sldChg chg="delSp modSp mod">
        <pc:chgData name="NIES HUI WEN" userId="3541b9e0-606d-4c51-a83e-60dbee75d3cd" providerId="ADAL" clId="{AC05A3CE-0BA2-4162-A159-C2680868289E}" dt="2024-09-30T13:55:31.295" v="34" actId="478"/>
        <pc:sldMkLst>
          <pc:docMk/>
          <pc:sldMk cId="793206217" sldId="275"/>
        </pc:sldMkLst>
        <pc:spChg chg="mod">
          <ac:chgData name="NIES HUI WEN" userId="3541b9e0-606d-4c51-a83e-60dbee75d3cd" providerId="ADAL" clId="{AC05A3CE-0BA2-4162-A159-C2680868289E}" dt="2024-09-30T13:53:57.180" v="0"/>
          <ac:spMkLst>
            <pc:docMk/>
            <pc:sldMk cId="793206217" sldId="275"/>
            <ac:spMk id="2" creationId="{1BE86133-417D-9582-AD5C-C9B40323D15B}"/>
          </ac:spMkLst>
        </pc:spChg>
        <pc:spChg chg="mod">
          <ac:chgData name="NIES HUI WEN" userId="3541b9e0-606d-4c51-a83e-60dbee75d3cd" providerId="ADAL" clId="{AC05A3CE-0BA2-4162-A159-C2680868289E}" dt="2024-09-30T13:53:57.180" v="0"/>
          <ac:spMkLst>
            <pc:docMk/>
            <pc:sldMk cId="793206217" sldId="275"/>
            <ac:spMk id="6" creationId="{F7CF5489-1A93-67FA-16A5-04A76546BEFF}"/>
          </ac:spMkLst>
        </pc:spChg>
        <pc:spChg chg="mod">
          <ac:chgData name="NIES HUI WEN" userId="3541b9e0-606d-4c51-a83e-60dbee75d3cd" providerId="ADAL" clId="{AC05A3CE-0BA2-4162-A159-C2680868289E}" dt="2024-09-30T13:53:57.180" v="0"/>
          <ac:spMkLst>
            <pc:docMk/>
            <pc:sldMk cId="793206217" sldId="275"/>
            <ac:spMk id="9" creationId="{C1F245CD-7264-D27E-FACB-A8B4DD06F1D6}"/>
          </ac:spMkLst>
        </pc:spChg>
        <pc:spChg chg="mod">
          <ac:chgData name="NIES HUI WEN" userId="3541b9e0-606d-4c51-a83e-60dbee75d3cd" providerId="ADAL" clId="{AC05A3CE-0BA2-4162-A159-C2680868289E}" dt="2024-09-30T13:53:57.180" v="0"/>
          <ac:spMkLst>
            <pc:docMk/>
            <pc:sldMk cId="793206217" sldId="275"/>
            <ac:spMk id="12" creationId="{344AC4C7-0CB4-FF63-FCB9-63FEE6F22477}"/>
          </ac:spMkLst>
        </pc:spChg>
        <pc:spChg chg="mod">
          <ac:chgData name="NIES HUI WEN" userId="3541b9e0-606d-4c51-a83e-60dbee75d3cd" providerId="ADAL" clId="{AC05A3CE-0BA2-4162-A159-C2680868289E}" dt="2024-09-30T13:53:57.180" v="0"/>
          <ac:spMkLst>
            <pc:docMk/>
            <pc:sldMk cId="793206217" sldId="275"/>
            <ac:spMk id="13" creationId="{2F0FB714-3007-23C8-9764-E8C7159E2C4E}"/>
          </ac:spMkLst>
        </pc:spChg>
        <pc:spChg chg="mod">
          <ac:chgData name="NIES HUI WEN" userId="3541b9e0-606d-4c51-a83e-60dbee75d3cd" providerId="ADAL" clId="{AC05A3CE-0BA2-4162-A159-C2680868289E}" dt="2024-09-30T13:53:57.180" v="0"/>
          <ac:spMkLst>
            <pc:docMk/>
            <pc:sldMk cId="793206217" sldId="275"/>
            <ac:spMk id="14" creationId="{1C8EDED6-5A04-187B-A687-9F2524E0180E}"/>
          </ac:spMkLst>
        </pc:spChg>
        <pc:spChg chg="mod">
          <ac:chgData name="NIES HUI WEN" userId="3541b9e0-606d-4c51-a83e-60dbee75d3cd" providerId="ADAL" clId="{AC05A3CE-0BA2-4162-A159-C2680868289E}" dt="2024-09-30T13:55:25.273" v="33"/>
          <ac:spMkLst>
            <pc:docMk/>
            <pc:sldMk cId="793206217" sldId="275"/>
            <ac:spMk id="15" creationId="{06D76F8F-9451-9946-9AC6-6A4DC9337D85}"/>
          </ac:spMkLst>
        </pc:spChg>
        <pc:spChg chg="mod">
          <ac:chgData name="NIES HUI WEN" userId="3541b9e0-606d-4c51-a83e-60dbee75d3cd" providerId="ADAL" clId="{AC05A3CE-0BA2-4162-A159-C2680868289E}" dt="2024-09-30T13:55:09.963" v="32"/>
          <ac:spMkLst>
            <pc:docMk/>
            <pc:sldMk cId="793206217" sldId="275"/>
            <ac:spMk id="16" creationId="{929E73F1-1DD6-8DC9-0B8E-AD1B04B34741}"/>
          </ac:spMkLst>
        </pc:spChg>
        <pc:spChg chg="mod">
          <ac:chgData name="NIES HUI WEN" userId="3541b9e0-606d-4c51-a83e-60dbee75d3cd" providerId="ADAL" clId="{AC05A3CE-0BA2-4162-A159-C2680868289E}" dt="2024-09-30T13:53:57.180" v="0"/>
          <ac:spMkLst>
            <pc:docMk/>
            <pc:sldMk cId="793206217" sldId="275"/>
            <ac:spMk id="19" creationId="{21CCCF47-DA2B-EE2D-1175-8353E84752A4}"/>
          </ac:spMkLst>
        </pc:spChg>
        <pc:spChg chg="mod">
          <ac:chgData name="NIES HUI WEN" userId="3541b9e0-606d-4c51-a83e-60dbee75d3cd" providerId="ADAL" clId="{AC05A3CE-0BA2-4162-A159-C2680868289E}" dt="2024-09-30T13:53:57.180" v="0"/>
          <ac:spMkLst>
            <pc:docMk/>
            <pc:sldMk cId="793206217" sldId="275"/>
            <ac:spMk id="22" creationId="{8568B624-1F62-97ED-C328-D9F20C650282}"/>
          </ac:spMkLst>
        </pc:spChg>
        <pc:spChg chg="mod">
          <ac:chgData name="NIES HUI WEN" userId="3541b9e0-606d-4c51-a83e-60dbee75d3cd" providerId="ADAL" clId="{AC05A3CE-0BA2-4162-A159-C2680868289E}" dt="2024-09-30T13:53:57.180" v="0"/>
          <ac:spMkLst>
            <pc:docMk/>
            <pc:sldMk cId="793206217" sldId="275"/>
            <ac:spMk id="23" creationId="{32C9E1B7-E84D-CFFF-E5B9-40004CBFE476}"/>
          </ac:spMkLst>
        </pc:spChg>
        <pc:spChg chg="mod">
          <ac:chgData name="NIES HUI WEN" userId="3541b9e0-606d-4c51-a83e-60dbee75d3cd" providerId="ADAL" clId="{AC05A3CE-0BA2-4162-A159-C2680868289E}" dt="2024-09-30T13:53:57.180" v="0"/>
          <ac:spMkLst>
            <pc:docMk/>
            <pc:sldMk cId="793206217" sldId="275"/>
            <ac:spMk id="26" creationId="{770EA452-E984-6F24-0C71-96FD331BF962}"/>
          </ac:spMkLst>
        </pc:spChg>
        <pc:spChg chg="mod">
          <ac:chgData name="NIES HUI WEN" userId="3541b9e0-606d-4c51-a83e-60dbee75d3cd" providerId="ADAL" clId="{AC05A3CE-0BA2-4162-A159-C2680868289E}" dt="2024-09-30T13:53:57.180" v="0"/>
          <ac:spMkLst>
            <pc:docMk/>
            <pc:sldMk cId="793206217" sldId="275"/>
            <ac:spMk id="27" creationId="{4DB3C0A5-4666-F0C1-FC3F-BAD05E7E35A8}"/>
          </ac:spMkLst>
        </pc:spChg>
        <pc:spChg chg="mod">
          <ac:chgData name="NIES HUI WEN" userId="3541b9e0-606d-4c51-a83e-60dbee75d3cd" providerId="ADAL" clId="{AC05A3CE-0BA2-4162-A159-C2680868289E}" dt="2024-09-30T13:53:57.180" v="0"/>
          <ac:spMkLst>
            <pc:docMk/>
            <pc:sldMk cId="793206217" sldId="275"/>
            <ac:spMk id="28" creationId="{B251F453-C9ED-7148-FA7B-213C2A2B0E76}"/>
          </ac:spMkLst>
        </pc:spChg>
        <pc:spChg chg="mod">
          <ac:chgData name="NIES HUI WEN" userId="3541b9e0-606d-4c51-a83e-60dbee75d3cd" providerId="ADAL" clId="{AC05A3CE-0BA2-4162-A159-C2680868289E}" dt="2024-09-30T13:53:57.180" v="0"/>
          <ac:spMkLst>
            <pc:docMk/>
            <pc:sldMk cId="793206217" sldId="275"/>
            <ac:spMk id="30" creationId="{52E08248-E79B-2E05-D3E8-12472C915B91}"/>
          </ac:spMkLst>
        </pc:spChg>
        <pc:spChg chg="mod">
          <ac:chgData name="NIES HUI WEN" userId="3541b9e0-606d-4c51-a83e-60dbee75d3cd" providerId="ADAL" clId="{AC05A3CE-0BA2-4162-A159-C2680868289E}" dt="2024-09-30T13:53:57.180" v="0"/>
          <ac:spMkLst>
            <pc:docMk/>
            <pc:sldMk cId="793206217" sldId="275"/>
            <ac:spMk id="31" creationId="{9479A75C-6D43-360E-7ADC-66AC01E35117}"/>
          </ac:spMkLst>
        </pc:spChg>
        <pc:spChg chg="mod">
          <ac:chgData name="NIES HUI WEN" userId="3541b9e0-606d-4c51-a83e-60dbee75d3cd" providerId="ADAL" clId="{AC05A3CE-0BA2-4162-A159-C2680868289E}" dt="2024-09-30T13:53:57.180" v="0"/>
          <ac:spMkLst>
            <pc:docMk/>
            <pc:sldMk cId="793206217" sldId="275"/>
            <ac:spMk id="32" creationId="{CA5ACF9B-94E0-C8EA-A24E-D98A00EB4FFB}"/>
          </ac:spMkLst>
        </pc:spChg>
        <pc:grpChg chg="mod">
          <ac:chgData name="NIES HUI WEN" userId="3541b9e0-606d-4c51-a83e-60dbee75d3cd" providerId="ADAL" clId="{AC05A3CE-0BA2-4162-A159-C2680868289E}" dt="2024-09-30T13:53:57.180" v="0"/>
          <ac:grpSpMkLst>
            <pc:docMk/>
            <pc:sldMk cId="793206217" sldId="275"/>
            <ac:grpSpMk id="7" creationId="{32E07F62-62EA-F0CE-56B7-24048F3E2214}"/>
          </ac:grpSpMkLst>
        </pc:grpChg>
        <pc:grpChg chg="del mod">
          <ac:chgData name="NIES HUI WEN" userId="3541b9e0-606d-4c51-a83e-60dbee75d3cd" providerId="ADAL" clId="{AC05A3CE-0BA2-4162-A159-C2680868289E}" dt="2024-09-30T13:55:31.295" v="34" actId="478"/>
          <ac:grpSpMkLst>
            <pc:docMk/>
            <pc:sldMk cId="793206217" sldId="275"/>
            <ac:grpSpMk id="18" creationId="{82FB3996-836C-433B-849F-07DE0EB4D6C8}"/>
          </ac:grpSpMkLst>
        </pc:grpChg>
        <pc:grpChg chg="del mod">
          <ac:chgData name="NIES HUI WEN" userId="3541b9e0-606d-4c51-a83e-60dbee75d3cd" providerId="ADAL" clId="{AC05A3CE-0BA2-4162-A159-C2680868289E}" dt="2024-09-30T13:55:31.295" v="34" actId="478"/>
          <ac:grpSpMkLst>
            <pc:docMk/>
            <pc:sldMk cId="793206217" sldId="275"/>
            <ac:grpSpMk id="25" creationId="{0F7C946A-1124-5C9A-FCDA-337B0D88CB6E}"/>
          </ac:grpSpMkLst>
        </pc:grpChg>
        <pc:grpChg chg="del mod">
          <ac:chgData name="NIES HUI WEN" userId="3541b9e0-606d-4c51-a83e-60dbee75d3cd" providerId="ADAL" clId="{AC05A3CE-0BA2-4162-A159-C2680868289E}" dt="2024-09-30T13:55:31.295" v="34" actId="478"/>
          <ac:grpSpMkLst>
            <pc:docMk/>
            <pc:sldMk cId="793206217" sldId="275"/>
            <ac:grpSpMk id="29" creationId="{83E64A61-AF64-8C1C-AE68-38AC78A34D82}"/>
          </ac:grpSpMkLst>
        </pc:grpChg>
        <pc:picChg chg="mod">
          <ac:chgData name="NIES HUI WEN" userId="3541b9e0-606d-4c51-a83e-60dbee75d3cd" providerId="ADAL" clId="{AC05A3CE-0BA2-4162-A159-C2680868289E}" dt="2024-09-30T13:53:57.180" v="0"/>
          <ac:picMkLst>
            <pc:docMk/>
            <pc:sldMk cId="793206217" sldId="275"/>
            <ac:picMk id="3" creationId="{4458F1EA-447C-486C-DE06-EF8199F7967D}"/>
          </ac:picMkLst>
        </pc:picChg>
      </pc:sldChg>
      <pc:sldChg chg="modSp">
        <pc:chgData name="NIES HUI WEN" userId="3541b9e0-606d-4c51-a83e-60dbee75d3cd" providerId="ADAL" clId="{AC05A3CE-0BA2-4162-A159-C2680868289E}" dt="2024-09-30T13:53:57.180" v="0"/>
        <pc:sldMkLst>
          <pc:docMk/>
          <pc:sldMk cId="1502775014" sldId="313"/>
        </pc:sldMkLst>
        <pc:spChg chg="mod">
          <ac:chgData name="NIES HUI WEN" userId="3541b9e0-606d-4c51-a83e-60dbee75d3cd" providerId="ADAL" clId="{AC05A3CE-0BA2-4162-A159-C2680868289E}" dt="2024-09-30T13:53:57.180" v="0"/>
          <ac:spMkLst>
            <pc:docMk/>
            <pc:sldMk cId="1502775014" sldId="313"/>
            <ac:spMk id="2" creationId="{624BE87F-5B1E-B127-DCFD-1E4D48217575}"/>
          </ac:spMkLst>
        </pc:spChg>
        <pc:spChg chg="mod">
          <ac:chgData name="NIES HUI WEN" userId="3541b9e0-606d-4c51-a83e-60dbee75d3cd" providerId="ADAL" clId="{AC05A3CE-0BA2-4162-A159-C2680868289E}" dt="2024-09-30T13:53:57.180" v="0"/>
          <ac:spMkLst>
            <pc:docMk/>
            <pc:sldMk cId="1502775014" sldId="313"/>
            <ac:spMk id="3" creationId="{D9832A7B-17DE-A49A-0D98-B172644510D5}"/>
          </ac:spMkLst>
        </pc:spChg>
        <pc:picChg chg="mod">
          <ac:chgData name="NIES HUI WEN" userId="3541b9e0-606d-4c51-a83e-60dbee75d3cd" providerId="ADAL" clId="{AC05A3CE-0BA2-4162-A159-C2680868289E}" dt="2024-09-30T13:53:57.180" v="0"/>
          <ac:picMkLst>
            <pc:docMk/>
            <pc:sldMk cId="1502775014" sldId="313"/>
            <ac:picMk id="50" creationId="{1EC0F348-2D30-7AC1-3CE0-4197AE98828C}"/>
          </ac:picMkLst>
        </pc:picChg>
        <pc:picChg chg="mod">
          <ac:chgData name="NIES HUI WEN" userId="3541b9e0-606d-4c51-a83e-60dbee75d3cd" providerId="ADAL" clId="{AC05A3CE-0BA2-4162-A159-C2680868289E}" dt="2024-09-30T13:53:57.180" v="0"/>
          <ac:picMkLst>
            <pc:docMk/>
            <pc:sldMk cId="1502775014" sldId="313"/>
            <ac:picMk id="52" creationId="{851558A9-F831-677E-BB04-1C0F9AD97142}"/>
          </ac:picMkLst>
        </pc:picChg>
        <pc:picChg chg="mod">
          <ac:chgData name="NIES HUI WEN" userId="3541b9e0-606d-4c51-a83e-60dbee75d3cd" providerId="ADAL" clId="{AC05A3CE-0BA2-4162-A159-C2680868289E}" dt="2024-09-30T13:53:57.180" v="0"/>
          <ac:picMkLst>
            <pc:docMk/>
            <pc:sldMk cId="1502775014" sldId="313"/>
            <ac:picMk id="54" creationId="{FCCD5C17-9FCF-9090-0510-5284D0FCF10E}"/>
          </ac:picMkLst>
        </pc:picChg>
      </pc:sldChg>
      <pc:sldChg chg="modSp mod">
        <pc:chgData name="NIES HUI WEN" userId="3541b9e0-606d-4c51-a83e-60dbee75d3cd" providerId="ADAL" clId="{AC05A3CE-0BA2-4162-A159-C2680868289E}" dt="2024-09-30T13:54:49.441" v="31" actId="1036"/>
        <pc:sldMkLst>
          <pc:docMk/>
          <pc:sldMk cId="1793746909" sldId="315"/>
        </pc:sldMkLst>
        <pc:spChg chg="mod">
          <ac:chgData name="NIES HUI WEN" userId="3541b9e0-606d-4c51-a83e-60dbee75d3cd" providerId="ADAL" clId="{AC05A3CE-0BA2-4162-A159-C2680868289E}" dt="2024-09-30T13:54:49.441" v="31" actId="1036"/>
          <ac:spMkLst>
            <pc:docMk/>
            <pc:sldMk cId="1793746909" sldId="315"/>
            <ac:spMk id="3" creationId="{FC72DD83-1D7D-D9BF-F0F3-053EE3201597}"/>
          </ac:spMkLst>
        </pc:spChg>
        <pc:spChg chg="mod">
          <ac:chgData name="NIES HUI WEN" userId="3541b9e0-606d-4c51-a83e-60dbee75d3cd" providerId="ADAL" clId="{AC05A3CE-0BA2-4162-A159-C2680868289E}" dt="2024-09-30T13:54:41.295" v="6" actId="20577"/>
          <ac:spMkLst>
            <pc:docMk/>
            <pc:sldMk cId="1793746909" sldId="315"/>
            <ac:spMk id="4" creationId="{8DAD0E23-96B9-5B33-C4F6-4DBCE5F54F96}"/>
          </ac:spMkLst>
        </pc:spChg>
        <pc:spChg chg="mod">
          <ac:chgData name="NIES HUI WEN" userId="3541b9e0-606d-4c51-a83e-60dbee75d3cd" providerId="ADAL" clId="{AC05A3CE-0BA2-4162-A159-C2680868289E}" dt="2024-09-30T13:53:57.180" v="0"/>
          <ac:spMkLst>
            <pc:docMk/>
            <pc:sldMk cId="1793746909" sldId="315"/>
            <ac:spMk id="6" creationId="{8E102EFA-FD94-7D1F-B76C-45B63CEC7823}"/>
          </ac:spMkLst>
        </pc:spChg>
        <pc:picChg chg="mod">
          <ac:chgData name="NIES HUI WEN" userId="3541b9e0-606d-4c51-a83e-60dbee75d3cd" providerId="ADAL" clId="{AC05A3CE-0BA2-4162-A159-C2680868289E}" dt="2024-09-30T13:54:49.441" v="31" actId="1036"/>
          <ac:picMkLst>
            <pc:docMk/>
            <pc:sldMk cId="1793746909" sldId="315"/>
            <ac:picMk id="2" creationId="{0DAB95FE-9FB6-3175-C6AD-6B6A256E7A5A}"/>
          </ac:picMkLst>
        </pc:picChg>
        <pc:picChg chg="mod">
          <ac:chgData name="NIES HUI WEN" userId="3541b9e0-606d-4c51-a83e-60dbee75d3cd" providerId="ADAL" clId="{AC05A3CE-0BA2-4162-A159-C2680868289E}" dt="2024-09-30T13:53:57.180" v="0"/>
          <ac:picMkLst>
            <pc:docMk/>
            <pc:sldMk cId="1793746909" sldId="315"/>
            <ac:picMk id="7" creationId="{770A5E36-46DF-4261-B2A9-84180659C6D5}"/>
          </ac:picMkLst>
        </pc:picChg>
      </pc:sldChg>
      <pc:sldChg chg="modSp add mod">
        <pc:chgData name="NIES HUI WEN" userId="3541b9e0-606d-4c51-a83e-60dbee75d3cd" providerId="ADAL" clId="{AC05A3CE-0BA2-4162-A159-C2680868289E}" dt="2024-09-30T13:55:52.948" v="42" actId="27636"/>
        <pc:sldMkLst>
          <pc:docMk/>
          <pc:sldMk cId="3658087636" sldId="316"/>
        </pc:sldMkLst>
        <pc:spChg chg="mod">
          <ac:chgData name="NIES HUI WEN" userId="3541b9e0-606d-4c51-a83e-60dbee75d3cd" providerId="ADAL" clId="{AC05A3CE-0BA2-4162-A159-C2680868289E}" dt="2024-09-30T13:55:52.948" v="42" actId="27636"/>
          <ac:spMkLst>
            <pc:docMk/>
            <pc:sldMk cId="3658087636" sldId="316"/>
            <ac:spMk id="3" creationId="{00000000-0000-0000-0000-000000000000}"/>
          </ac:spMkLst>
        </pc:spChg>
        <pc:spChg chg="mod">
          <ac:chgData name="NIES HUI WEN" userId="3541b9e0-606d-4c51-a83e-60dbee75d3cd" providerId="ADAL" clId="{AC05A3CE-0BA2-4162-A159-C2680868289E}" dt="2024-09-30T13:55:52.838" v="37"/>
          <ac:spMkLst>
            <pc:docMk/>
            <pc:sldMk cId="3658087636" sldId="316"/>
            <ac:spMk id="6" creationId="{00000000-0000-0000-0000-000000000000}"/>
          </ac:spMkLst>
        </pc:spChg>
      </pc:sldChg>
      <pc:sldMasterChg chg="modSp modSldLayout">
        <pc:chgData name="NIES HUI WEN" userId="3541b9e0-606d-4c51-a83e-60dbee75d3cd" providerId="ADAL" clId="{AC05A3CE-0BA2-4162-A159-C2680868289E}" dt="2024-09-30T13:53:57.180" v="0"/>
        <pc:sldMasterMkLst>
          <pc:docMk/>
          <pc:sldMasterMk cId="1015553595" sldId="2147483648"/>
        </pc:sldMasterMkLst>
        <pc:spChg chg="mod">
          <ac:chgData name="NIES HUI WEN" userId="3541b9e0-606d-4c51-a83e-60dbee75d3cd" providerId="ADAL" clId="{AC05A3CE-0BA2-4162-A159-C2680868289E}" dt="2024-09-30T13:53:57.180" v="0"/>
          <ac:spMkLst>
            <pc:docMk/>
            <pc:sldMasterMk cId="1015553595" sldId="2147483648"/>
            <ac:spMk id="2" creationId="{8419975F-708A-F234-4722-AEB234342622}"/>
          </ac:spMkLst>
        </pc:spChg>
        <pc:spChg chg="mod">
          <ac:chgData name="NIES HUI WEN" userId="3541b9e0-606d-4c51-a83e-60dbee75d3cd" providerId="ADAL" clId="{AC05A3CE-0BA2-4162-A159-C2680868289E}" dt="2024-09-30T13:53:57.180" v="0"/>
          <ac:spMkLst>
            <pc:docMk/>
            <pc:sldMasterMk cId="1015553595" sldId="2147483648"/>
            <ac:spMk id="3" creationId="{CB87F26E-314A-B65E-03F9-0EADD49DAA8D}"/>
          </ac:spMkLst>
        </pc:spChg>
        <pc:spChg chg="mod">
          <ac:chgData name="NIES HUI WEN" userId="3541b9e0-606d-4c51-a83e-60dbee75d3cd" providerId="ADAL" clId="{AC05A3CE-0BA2-4162-A159-C2680868289E}" dt="2024-09-30T13:53:57.180" v="0"/>
          <ac:spMkLst>
            <pc:docMk/>
            <pc:sldMasterMk cId="1015553595" sldId="2147483648"/>
            <ac:spMk id="4" creationId="{F4FC2CC6-2915-3AF9-A194-796105577231}"/>
          </ac:spMkLst>
        </pc:spChg>
        <pc:spChg chg="mod">
          <ac:chgData name="NIES HUI WEN" userId="3541b9e0-606d-4c51-a83e-60dbee75d3cd" providerId="ADAL" clId="{AC05A3CE-0BA2-4162-A159-C2680868289E}" dt="2024-09-30T13:53:57.180" v="0"/>
          <ac:spMkLst>
            <pc:docMk/>
            <pc:sldMasterMk cId="1015553595" sldId="2147483648"/>
            <ac:spMk id="5" creationId="{4994C745-1356-0A9F-002D-66D467AF4D83}"/>
          </ac:spMkLst>
        </pc:spChg>
        <pc:spChg chg="mod">
          <ac:chgData name="NIES HUI WEN" userId="3541b9e0-606d-4c51-a83e-60dbee75d3cd" providerId="ADAL" clId="{AC05A3CE-0BA2-4162-A159-C2680868289E}" dt="2024-09-30T13:53:57.180" v="0"/>
          <ac:spMkLst>
            <pc:docMk/>
            <pc:sldMasterMk cId="1015553595" sldId="2147483648"/>
            <ac:spMk id="6" creationId="{0DC9A2B0-BC9C-678A-D6F9-6A0D62CAA939}"/>
          </ac:spMkLst>
        </pc:spChg>
        <pc:sldLayoutChg chg="modSp">
          <pc:chgData name="NIES HUI WEN" userId="3541b9e0-606d-4c51-a83e-60dbee75d3cd" providerId="ADAL" clId="{AC05A3CE-0BA2-4162-A159-C2680868289E}" dt="2024-09-30T13:53:57.180" v="0"/>
          <pc:sldLayoutMkLst>
            <pc:docMk/>
            <pc:sldMasterMk cId="1015553595" sldId="2147483648"/>
            <pc:sldLayoutMk cId="2065987749" sldId="2147483649"/>
          </pc:sldLayoutMkLst>
          <pc:spChg chg="mod">
            <ac:chgData name="NIES HUI WEN" userId="3541b9e0-606d-4c51-a83e-60dbee75d3cd" providerId="ADAL" clId="{AC05A3CE-0BA2-4162-A159-C2680868289E}" dt="2024-09-30T13:53:57.180" v="0"/>
            <ac:spMkLst>
              <pc:docMk/>
              <pc:sldMasterMk cId="1015553595" sldId="2147483648"/>
              <pc:sldLayoutMk cId="2065987749" sldId="2147483649"/>
              <ac:spMk id="2" creationId="{D306C3F4-36B0-1561-8EFF-3B31A7774228}"/>
            </ac:spMkLst>
          </pc:spChg>
          <pc:spChg chg="mod">
            <ac:chgData name="NIES HUI WEN" userId="3541b9e0-606d-4c51-a83e-60dbee75d3cd" providerId="ADAL" clId="{AC05A3CE-0BA2-4162-A159-C2680868289E}" dt="2024-09-30T13:53:57.180" v="0"/>
            <ac:spMkLst>
              <pc:docMk/>
              <pc:sldMasterMk cId="1015553595" sldId="2147483648"/>
              <pc:sldLayoutMk cId="2065987749" sldId="2147483649"/>
              <ac:spMk id="3" creationId="{FDC4E23C-BC64-3E31-C7C9-1CCB71C593F3}"/>
            </ac:spMkLst>
          </pc:spChg>
          <pc:spChg chg="mod">
            <ac:chgData name="NIES HUI WEN" userId="3541b9e0-606d-4c51-a83e-60dbee75d3cd" providerId="ADAL" clId="{AC05A3CE-0BA2-4162-A159-C2680868289E}" dt="2024-09-30T13:53:57.180" v="0"/>
            <ac:spMkLst>
              <pc:docMk/>
              <pc:sldMasterMk cId="1015553595" sldId="2147483648"/>
              <pc:sldLayoutMk cId="2065987749" sldId="2147483649"/>
              <ac:spMk id="10" creationId="{845E31CA-977D-9659-5E4D-1E4EC75ABA70}"/>
            </ac:spMkLst>
          </pc:spChg>
          <pc:spChg chg="mod">
            <ac:chgData name="NIES HUI WEN" userId="3541b9e0-606d-4c51-a83e-60dbee75d3cd" providerId="ADAL" clId="{AC05A3CE-0BA2-4162-A159-C2680868289E}" dt="2024-09-30T13:53:57.180" v="0"/>
            <ac:spMkLst>
              <pc:docMk/>
              <pc:sldMasterMk cId="1015553595" sldId="2147483648"/>
              <pc:sldLayoutMk cId="2065987749" sldId="2147483649"/>
              <ac:spMk id="11" creationId="{1B4385F2-2245-0F8C-C446-564E2DE5084A}"/>
            </ac:spMkLst>
          </pc:spChg>
          <pc:spChg chg="mod">
            <ac:chgData name="NIES HUI WEN" userId="3541b9e0-606d-4c51-a83e-60dbee75d3cd" providerId="ADAL" clId="{AC05A3CE-0BA2-4162-A159-C2680868289E}" dt="2024-09-30T13:53:57.180" v="0"/>
            <ac:spMkLst>
              <pc:docMk/>
              <pc:sldMasterMk cId="1015553595" sldId="2147483648"/>
              <pc:sldLayoutMk cId="2065987749" sldId="2147483649"/>
              <ac:spMk id="22" creationId="{87FE56D3-CDFF-99C8-081E-21872711345C}"/>
            </ac:spMkLst>
          </pc:spChg>
          <pc:spChg chg="mod">
            <ac:chgData name="NIES HUI WEN" userId="3541b9e0-606d-4c51-a83e-60dbee75d3cd" providerId="ADAL" clId="{AC05A3CE-0BA2-4162-A159-C2680868289E}" dt="2024-09-30T13:53:57.180" v="0"/>
            <ac:spMkLst>
              <pc:docMk/>
              <pc:sldMasterMk cId="1015553595" sldId="2147483648"/>
              <pc:sldLayoutMk cId="2065987749" sldId="2147483649"/>
              <ac:spMk id="23" creationId="{55D81439-E4CF-3498-4773-82E6A34DB949}"/>
            </ac:spMkLst>
          </pc:spChg>
          <pc:grpChg chg="mod">
            <ac:chgData name="NIES HUI WEN" userId="3541b9e0-606d-4c51-a83e-60dbee75d3cd" providerId="ADAL" clId="{AC05A3CE-0BA2-4162-A159-C2680868289E}" dt="2024-09-30T13:53:57.180" v="0"/>
            <ac:grpSpMkLst>
              <pc:docMk/>
              <pc:sldMasterMk cId="1015553595" sldId="2147483648"/>
              <pc:sldLayoutMk cId="2065987749" sldId="2147483649"/>
              <ac:grpSpMk id="9" creationId="{4F56CB3B-27D6-0844-017F-CFA08F52311B}"/>
            </ac:grpSpMkLst>
          </pc:grpChg>
          <pc:grpChg chg="mod">
            <ac:chgData name="NIES HUI WEN" userId="3541b9e0-606d-4c51-a83e-60dbee75d3cd" providerId="ADAL" clId="{AC05A3CE-0BA2-4162-A159-C2680868289E}" dt="2024-09-30T13:53:57.180" v="0"/>
            <ac:grpSpMkLst>
              <pc:docMk/>
              <pc:sldMasterMk cId="1015553595" sldId="2147483648"/>
              <pc:sldLayoutMk cId="2065987749" sldId="2147483649"/>
              <ac:grpSpMk id="24" creationId="{60EA2A08-0768-E840-71C5-CB5BA198C844}"/>
            </ac:grpSpMkLst>
          </pc:grpChg>
          <pc:picChg chg="mod">
            <ac:chgData name="NIES HUI WEN" userId="3541b9e0-606d-4c51-a83e-60dbee75d3cd" providerId="ADAL" clId="{AC05A3CE-0BA2-4162-A159-C2680868289E}" dt="2024-09-30T13:53:57.180" v="0"/>
            <ac:picMkLst>
              <pc:docMk/>
              <pc:sldMasterMk cId="1015553595" sldId="2147483648"/>
              <pc:sldLayoutMk cId="2065987749" sldId="2147483649"/>
              <ac:picMk id="7" creationId="{1AFB2FEB-1CDE-753F-3231-2131ED23FF19}"/>
            </ac:picMkLst>
          </pc:picChg>
          <pc:picChg chg="mod">
            <ac:chgData name="NIES HUI WEN" userId="3541b9e0-606d-4c51-a83e-60dbee75d3cd" providerId="ADAL" clId="{AC05A3CE-0BA2-4162-A159-C2680868289E}" dt="2024-09-30T13:53:57.180" v="0"/>
            <ac:picMkLst>
              <pc:docMk/>
              <pc:sldMasterMk cId="1015553595" sldId="2147483648"/>
              <pc:sldLayoutMk cId="2065987749" sldId="2147483649"/>
              <ac:picMk id="8" creationId="{F45FB79D-2789-2E82-ACD5-FA141CFFB85B}"/>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2848066399" sldId="2147483650"/>
          </pc:sldLayoutMkLst>
          <pc:spChg chg="mod">
            <ac:chgData name="NIES HUI WEN" userId="3541b9e0-606d-4c51-a83e-60dbee75d3cd" providerId="ADAL" clId="{AC05A3CE-0BA2-4162-A159-C2680868289E}" dt="2024-09-30T13:53:57.180" v="0"/>
            <ac:spMkLst>
              <pc:docMk/>
              <pc:sldMasterMk cId="1015553595" sldId="2147483648"/>
              <pc:sldLayoutMk cId="2848066399" sldId="2147483650"/>
              <ac:spMk id="8" creationId="{68F9B18A-4C13-213C-5ECD-7D00902A82F8}"/>
            </ac:spMkLst>
          </pc:spChg>
          <pc:spChg chg="mod">
            <ac:chgData name="NIES HUI WEN" userId="3541b9e0-606d-4c51-a83e-60dbee75d3cd" providerId="ADAL" clId="{AC05A3CE-0BA2-4162-A159-C2680868289E}" dt="2024-09-30T13:53:57.180" v="0"/>
            <ac:spMkLst>
              <pc:docMk/>
              <pc:sldMasterMk cId="1015553595" sldId="2147483648"/>
              <pc:sldLayoutMk cId="2848066399" sldId="2147483650"/>
              <ac:spMk id="9" creationId="{00E6CDA0-D409-8B80-7C3D-EE78328F12C7}"/>
            </ac:spMkLst>
          </pc:spChg>
          <pc:spChg chg="mod">
            <ac:chgData name="NIES HUI WEN" userId="3541b9e0-606d-4c51-a83e-60dbee75d3cd" providerId="ADAL" clId="{AC05A3CE-0BA2-4162-A159-C2680868289E}" dt="2024-09-30T13:53:57.180" v="0"/>
            <ac:spMkLst>
              <pc:docMk/>
              <pc:sldMasterMk cId="1015553595" sldId="2147483648"/>
              <pc:sldLayoutMk cId="2848066399" sldId="2147483650"/>
              <ac:spMk id="11" creationId="{73A6FB34-FC21-998E-F2ED-B41CC15A4311}"/>
            </ac:spMkLst>
          </pc:spChg>
          <pc:spChg chg="mod">
            <ac:chgData name="NIES HUI WEN" userId="3541b9e0-606d-4c51-a83e-60dbee75d3cd" providerId="ADAL" clId="{AC05A3CE-0BA2-4162-A159-C2680868289E}" dt="2024-09-30T13:53:57.180" v="0"/>
            <ac:spMkLst>
              <pc:docMk/>
              <pc:sldMasterMk cId="1015553595" sldId="2147483648"/>
              <pc:sldLayoutMk cId="2848066399" sldId="2147483650"/>
              <ac:spMk id="12" creationId="{11DCC3F2-36B2-C662-DECB-01503AFCAA9E}"/>
            </ac:spMkLst>
          </pc:spChg>
          <pc:grpChg chg="mod">
            <ac:chgData name="NIES HUI WEN" userId="3541b9e0-606d-4c51-a83e-60dbee75d3cd" providerId="ADAL" clId="{AC05A3CE-0BA2-4162-A159-C2680868289E}" dt="2024-09-30T13:53:57.180" v="0"/>
            <ac:grpSpMkLst>
              <pc:docMk/>
              <pc:sldMasterMk cId="1015553595" sldId="2147483648"/>
              <pc:sldLayoutMk cId="2848066399" sldId="2147483650"/>
              <ac:grpSpMk id="7" creationId="{191E5DFC-83E6-86F2-21A3-C9353A831D94}"/>
            </ac:grpSpMkLst>
          </pc:grpChg>
          <pc:picChg chg="mod">
            <ac:chgData name="NIES HUI WEN" userId="3541b9e0-606d-4c51-a83e-60dbee75d3cd" providerId="ADAL" clId="{AC05A3CE-0BA2-4162-A159-C2680868289E}" dt="2024-09-30T13:53:57.180" v="0"/>
            <ac:picMkLst>
              <pc:docMk/>
              <pc:sldMasterMk cId="1015553595" sldId="2147483648"/>
              <pc:sldLayoutMk cId="2848066399" sldId="2147483650"/>
              <ac:picMk id="10" creationId="{B8A0DAC0-1D7C-425C-A3EA-189775AB0078}"/>
            </ac:picMkLst>
          </pc:picChg>
          <pc:picChg chg="mod">
            <ac:chgData name="NIES HUI WEN" userId="3541b9e0-606d-4c51-a83e-60dbee75d3cd" providerId="ADAL" clId="{AC05A3CE-0BA2-4162-A159-C2680868289E}" dt="2024-09-30T13:53:57.180" v="0"/>
            <ac:picMkLst>
              <pc:docMk/>
              <pc:sldMasterMk cId="1015553595" sldId="2147483648"/>
              <pc:sldLayoutMk cId="2848066399" sldId="2147483650"/>
              <ac:picMk id="17" creationId="{95386308-8E2B-C701-D9C5-CFF5B6D9F8D4}"/>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184226204" sldId="2147483651"/>
          </pc:sldLayoutMkLst>
          <pc:spChg chg="mod">
            <ac:chgData name="NIES HUI WEN" userId="3541b9e0-606d-4c51-a83e-60dbee75d3cd" providerId="ADAL" clId="{AC05A3CE-0BA2-4162-A159-C2680868289E}" dt="2024-09-30T13:53:57.180" v="0"/>
            <ac:spMkLst>
              <pc:docMk/>
              <pc:sldMasterMk cId="1015553595" sldId="2147483648"/>
              <pc:sldLayoutMk cId="184226204" sldId="2147483651"/>
              <ac:spMk id="2" creationId="{B1796ACF-1284-B0D3-20AC-1A411B0BC639}"/>
            </ac:spMkLst>
          </pc:spChg>
          <pc:spChg chg="mod">
            <ac:chgData name="NIES HUI WEN" userId="3541b9e0-606d-4c51-a83e-60dbee75d3cd" providerId="ADAL" clId="{AC05A3CE-0BA2-4162-A159-C2680868289E}" dt="2024-09-30T13:53:57.180" v="0"/>
            <ac:spMkLst>
              <pc:docMk/>
              <pc:sldMasterMk cId="1015553595" sldId="2147483648"/>
              <pc:sldLayoutMk cId="184226204" sldId="2147483651"/>
              <ac:spMk id="3" creationId="{CAE66E6B-CFF2-F241-A3D1-4FD4DAC4FAC5}"/>
            </ac:spMkLst>
          </pc:spChg>
          <pc:spChg chg="mod">
            <ac:chgData name="NIES HUI WEN" userId="3541b9e0-606d-4c51-a83e-60dbee75d3cd" providerId="ADAL" clId="{AC05A3CE-0BA2-4162-A159-C2680868289E}" dt="2024-09-30T13:53:57.180" v="0"/>
            <ac:spMkLst>
              <pc:docMk/>
              <pc:sldMasterMk cId="1015553595" sldId="2147483648"/>
              <pc:sldLayoutMk cId="184226204" sldId="2147483651"/>
              <ac:spMk id="21" creationId="{15CC8F0A-14AF-F65B-6D14-A51CBEFF1729}"/>
            </ac:spMkLst>
          </pc:spChg>
          <pc:spChg chg="mod">
            <ac:chgData name="NIES HUI WEN" userId="3541b9e0-606d-4c51-a83e-60dbee75d3cd" providerId="ADAL" clId="{AC05A3CE-0BA2-4162-A159-C2680868289E}" dt="2024-09-30T13:53:57.180" v="0"/>
            <ac:spMkLst>
              <pc:docMk/>
              <pc:sldMasterMk cId="1015553595" sldId="2147483648"/>
              <pc:sldLayoutMk cId="184226204" sldId="2147483651"/>
              <ac:spMk id="23" creationId="{7D170A48-ED14-4722-ED48-412F8B7C44AA}"/>
            </ac:spMkLst>
          </pc:spChg>
          <pc:spChg chg="mod">
            <ac:chgData name="NIES HUI WEN" userId="3541b9e0-606d-4c51-a83e-60dbee75d3cd" providerId="ADAL" clId="{AC05A3CE-0BA2-4162-A159-C2680868289E}" dt="2024-09-30T13:53:57.180" v="0"/>
            <ac:spMkLst>
              <pc:docMk/>
              <pc:sldMasterMk cId="1015553595" sldId="2147483648"/>
              <pc:sldLayoutMk cId="184226204" sldId="2147483651"/>
              <ac:spMk id="27" creationId="{4185CCF7-2507-F40E-2E71-04B5C07C7F09}"/>
            </ac:spMkLst>
          </pc:spChg>
          <pc:spChg chg="mod">
            <ac:chgData name="NIES HUI WEN" userId="3541b9e0-606d-4c51-a83e-60dbee75d3cd" providerId="ADAL" clId="{AC05A3CE-0BA2-4162-A159-C2680868289E}" dt="2024-09-30T13:53:57.180" v="0"/>
            <ac:spMkLst>
              <pc:docMk/>
              <pc:sldMasterMk cId="1015553595" sldId="2147483648"/>
              <pc:sldLayoutMk cId="184226204" sldId="2147483651"/>
              <ac:spMk id="28" creationId="{891B4BFE-7090-CB15-ACE2-E76D3D5E6402}"/>
            </ac:spMkLst>
          </pc:spChg>
          <pc:spChg chg="mod">
            <ac:chgData name="NIES HUI WEN" userId="3541b9e0-606d-4c51-a83e-60dbee75d3cd" providerId="ADAL" clId="{AC05A3CE-0BA2-4162-A159-C2680868289E}" dt="2024-09-30T13:53:57.180" v="0"/>
            <ac:spMkLst>
              <pc:docMk/>
              <pc:sldMasterMk cId="1015553595" sldId="2147483648"/>
              <pc:sldLayoutMk cId="184226204" sldId="2147483651"/>
              <ac:spMk id="32" creationId="{790F7BDA-9A67-4500-FC96-D0DCA5669FC2}"/>
            </ac:spMkLst>
          </pc:spChg>
          <pc:spChg chg="mod">
            <ac:chgData name="NIES HUI WEN" userId="3541b9e0-606d-4c51-a83e-60dbee75d3cd" providerId="ADAL" clId="{AC05A3CE-0BA2-4162-A159-C2680868289E}" dt="2024-09-30T13:53:57.180" v="0"/>
            <ac:spMkLst>
              <pc:docMk/>
              <pc:sldMasterMk cId="1015553595" sldId="2147483648"/>
              <pc:sldLayoutMk cId="184226204" sldId="2147483651"/>
              <ac:spMk id="33" creationId="{E6D3808A-7510-8E14-D035-56A7CA6C58A0}"/>
            </ac:spMkLst>
          </pc:spChg>
          <pc:grpChg chg="mod">
            <ac:chgData name="NIES HUI WEN" userId="3541b9e0-606d-4c51-a83e-60dbee75d3cd" providerId="ADAL" clId="{AC05A3CE-0BA2-4162-A159-C2680868289E}" dt="2024-09-30T13:53:57.180" v="0"/>
            <ac:grpSpMkLst>
              <pc:docMk/>
              <pc:sldMasterMk cId="1015553595" sldId="2147483648"/>
              <pc:sldLayoutMk cId="184226204" sldId="2147483651"/>
              <ac:grpSpMk id="24" creationId="{DB94ABDC-D409-D0CF-BFD9-E874B46B7EEF}"/>
            </ac:grpSpMkLst>
          </pc:grpChg>
          <pc:grpChg chg="mod">
            <ac:chgData name="NIES HUI WEN" userId="3541b9e0-606d-4c51-a83e-60dbee75d3cd" providerId="ADAL" clId="{AC05A3CE-0BA2-4162-A159-C2680868289E}" dt="2024-09-30T13:53:57.180" v="0"/>
            <ac:grpSpMkLst>
              <pc:docMk/>
              <pc:sldMasterMk cId="1015553595" sldId="2147483648"/>
              <pc:sldLayoutMk cId="184226204" sldId="2147483651"/>
              <ac:grpSpMk id="29" creationId="{9956ED8E-CF4D-D756-5FA9-5F3263853A9C}"/>
            </ac:grpSpMkLst>
          </pc:grpChg>
          <pc:grpChg chg="mod">
            <ac:chgData name="NIES HUI WEN" userId="3541b9e0-606d-4c51-a83e-60dbee75d3cd" providerId="ADAL" clId="{AC05A3CE-0BA2-4162-A159-C2680868289E}" dt="2024-09-30T13:53:57.180" v="0"/>
            <ac:grpSpMkLst>
              <pc:docMk/>
              <pc:sldMasterMk cId="1015553595" sldId="2147483648"/>
              <pc:sldLayoutMk cId="184226204" sldId="2147483651"/>
              <ac:grpSpMk id="31" creationId="{A4B6D801-7EDC-E981-F405-040472A43AB5}"/>
            </ac:grpSpMkLst>
          </pc:grpChg>
          <pc:picChg chg="mod">
            <ac:chgData name="NIES HUI WEN" userId="3541b9e0-606d-4c51-a83e-60dbee75d3cd" providerId="ADAL" clId="{AC05A3CE-0BA2-4162-A159-C2680868289E}" dt="2024-09-30T13:53:57.180" v="0"/>
            <ac:picMkLst>
              <pc:docMk/>
              <pc:sldMasterMk cId="1015553595" sldId="2147483648"/>
              <pc:sldLayoutMk cId="184226204" sldId="2147483651"/>
              <ac:picMk id="7" creationId="{FECAB3E7-A192-D902-B47D-B2CC33AF3A17}"/>
            </ac:picMkLst>
          </pc:picChg>
          <pc:picChg chg="mod">
            <ac:chgData name="NIES HUI WEN" userId="3541b9e0-606d-4c51-a83e-60dbee75d3cd" providerId="ADAL" clId="{AC05A3CE-0BA2-4162-A159-C2680868289E}" dt="2024-09-30T13:53:57.180" v="0"/>
            <ac:picMkLst>
              <pc:docMk/>
              <pc:sldMasterMk cId="1015553595" sldId="2147483648"/>
              <pc:sldLayoutMk cId="184226204" sldId="2147483651"/>
              <ac:picMk id="11" creationId="{14CA6469-707B-4B2D-CE38-C2E80563F892}"/>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316536615" sldId="2147483652"/>
          </pc:sldLayoutMkLst>
          <pc:spChg chg="mod">
            <ac:chgData name="NIES HUI WEN" userId="3541b9e0-606d-4c51-a83e-60dbee75d3cd" providerId="ADAL" clId="{AC05A3CE-0BA2-4162-A159-C2680868289E}" dt="2024-09-30T13:53:57.180" v="0"/>
            <ac:spMkLst>
              <pc:docMk/>
              <pc:sldMasterMk cId="1015553595" sldId="2147483648"/>
              <pc:sldLayoutMk cId="316536615" sldId="2147483652"/>
              <ac:spMk id="3" creationId="{D7D56CC2-F4AE-C871-25CA-0693B8E51D03}"/>
            </ac:spMkLst>
          </pc:spChg>
          <pc:spChg chg="mod">
            <ac:chgData name="NIES HUI WEN" userId="3541b9e0-606d-4c51-a83e-60dbee75d3cd" providerId="ADAL" clId="{AC05A3CE-0BA2-4162-A159-C2680868289E}" dt="2024-09-30T13:53:57.180" v="0"/>
            <ac:spMkLst>
              <pc:docMk/>
              <pc:sldMasterMk cId="1015553595" sldId="2147483648"/>
              <pc:sldLayoutMk cId="316536615" sldId="2147483652"/>
              <ac:spMk id="4" creationId="{3F04C4D5-028B-CF4F-DB83-2E7DAE14517F}"/>
            </ac:spMkLst>
          </pc:spChg>
          <pc:spChg chg="mod">
            <ac:chgData name="NIES HUI WEN" userId="3541b9e0-606d-4c51-a83e-60dbee75d3cd" providerId="ADAL" clId="{AC05A3CE-0BA2-4162-A159-C2680868289E}" dt="2024-09-30T13:53:57.180" v="0"/>
            <ac:spMkLst>
              <pc:docMk/>
              <pc:sldMasterMk cId="1015553595" sldId="2147483648"/>
              <pc:sldLayoutMk cId="316536615" sldId="2147483652"/>
              <ac:spMk id="9" creationId="{E593644A-0A35-6B8C-F216-AC1945DFC79E}"/>
            </ac:spMkLst>
          </pc:spChg>
          <pc:spChg chg="mod">
            <ac:chgData name="NIES HUI WEN" userId="3541b9e0-606d-4c51-a83e-60dbee75d3cd" providerId="ADAL" clId="{AC05A3CE-0BA2-4162-A159-C2680868289E}" dt="2024-09-30T13:53:57.180" v="0"/>
            <ac:spMkLst>
              <pc:docMk/>
              <pc:sldMasterMk cId="1015553595" sldId="2147483648"/>
              <pc:sldLayoutMk cId="316536615" sldId="2147483652"/>
              <ac:spMk id="11" creationId="{1466CAA0-852B-2260-4E79-4DCDC5D3C474}"/>
            </ac:spMkLst>
          </pc:spChg>
          <pc:spChg chg="mod">
            <ac:chgData name="NIES HUI WEN" userId="3541b9e0-606d-4c51-a83e-60dbee75d3cd" providerId="ADAL" clId="{AC05A3CE-0BA2-4162-A159-C2680868289E}" dt="2024-09-30T13:53:57.180" v="0"/>
            <ac:spMkLst>
              <pc:docMk/>
              <pc:sldMasterMk cId="1015553595" sldId="2147483648"/>
              <pc:sldLayoutMk cId="316536615" sldId="2147483652"/>
              <ac:spMk id="12" creationId="{9A806244-EF9A-642C-8573-A2BFA17DB33E}"/>
            </ac:spMkLst>
          </pc:spChg>
          <pc:grpChg chg="mod">
            <ac:chgData name="NIES HUI WEN" userId="3541b9e0-606d-4c51-a83e-60dbee75d3cd" providerId="ADAL" clId="{AC05A3CE-0BA2-4162-A159-C2680868289E}" dt="2024-09-30T13:53:57.180" v="0"/>
            <ac:grpSpMkLst>
              <pc:docMk/>
              <pc:sldMasterMk cId="1015553595" sldId="2147483648"/>
              <pc:sldLayoutMk cId="316536615" sldId="2147483652"/>
              <ac:grpSpMk id="8" creationId="{F32450C2-7E85-EAB2-8C8F-8B13B9657507}"/>
            </ac:grpSpMkLst>
          </pc:grpChg>
          <pc:picChg chg="mod">
            <ac:chgData name="NIES HUI WEN" userId="3541b9e0-606d-4c51-a83e-60dbee75d3cd" providerId="ADAL" clId="{AC05A3CE-0BA2-4162-A159-C2680868289E}" dt="2024-09-30T13:53:57.180" v="0"/>
            <ac:picMkLst>
              <pc:docMk/>
              <pc:sldMasterMk cId="1015553595" sldId="2147483648"/>
              <pc:sldLayoutMk cId="316536615" sldId="2147483652"/>
              <ac:picMk id="10" creationId="{431BACEB-C3CA-5C73-C1CD-7E28828923BE}"/>
            </ac:picMkLst>
          </pc:picChg>
          <pc:picChg chg="mod">
            <ac:chgData name="NIES HUI WEN" userId="3541b9e0-606d-4c51-a83e-60dbee75d3cd" providerId="ADAL" clId="{AC05A3CE-0BA2-4162-A159-C2680868289E}" dt="2024-09-30T13:53:57.180" v="0"/>
            <ac:picMkLst>
              <pc:docMk/>
              <pc:sldMasterMk cId="1015553595" sldId="2147483648"/>
              <pc:sldLayoutMk cId="316536615" sldId="2147483652"/>
              <ac:picMk id="20" creationId="{660D2230-4C54-C188-62C4-95CC76262BA7}"/>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3140199187" sldId="2147483653"/>
          </pc:sldLayoutMkLst>
          <pc:spChg chg="mod">
            <ac:chgData name="NIES HUI WEN" userId="3541b9e0-606d-4c51-a83e-60dbee75d3cd" providerId="ADAL" clId="{AC05A3CE-0BA2-4162-A159-C2680868289E}" dt="2024-09-30T13:53:57.180" v="0"/>
            <ac:spMkLst>
              <pc:docMk/>
              <pc:sldMasterMk cId="1015553595" sldId="2147483648"/>
              <pc:sldLayoutMk cId="3140199187" sldId="2147483653"/>
              <ac:spMk id="2" creationId="{D7D3BD4A-F379-8CFF-EBD6-707DD0E70908}"/>
            </ac:spMkLst>
          </pc:spChg>
          <pc:spChg chg="mod">
            <ac:chgData name="NIES HUI WEN" userId="3541b9e0-606d-4c51-a83e-60dbee75d3cd" providerId="ADAL" clId="{AC05A3CE-0BA2-4162-A159-C2680868289E}" dt="2024-09-30T13:53:57.180" v="0"/>
            <ac:spMkLst>
              <pc:docMk/>
              <pc:sldMasterMk cId="1015553595" sldId="2147483648"/>
              <pc:sldLayoutMk cId="3140199187" sldId="2147483653"/>
              <ac:spMk id="3" creationId="{FD159623-7488-E134-22F1-5329048ED4B2}"/>
            </ac:spMkLst>
          </pc:spChg>
          <pc:spChg chg="mod">
            <ac:chgData name="NIES HUI WEN" userId="3541b9e0-606d-4c51-a83e-60dbee75d3cd" providerId="ADAL" clId="{AC05A3CE-0BA2-4162-A159-C2680868289E}" dt="2024-09-30T13:53:57.180" v="0"/>
            <ac:spMkLst>
              <pc:docMk/>
              <pc:sldMasterMk cId="1015553595" sldId="2147483648"/>
              <pc:sldLayoutMk cId="3140199187" sldId="2147483653"/>
              <ac:spMk id="4" creationId="{399D7D39-C4CD-9439-3408-FF0BFA1B1135}"/>
            </ac:spMkLst>
          </pc:spChg>
          <pc:spChg chg="mod">
            <ac:chgData name="NIES HUI WEN" userId="3541b9e0-606d-4c51-a83e-60dbee75d3cd" providerId="ADAL" clId="{AC05A3CE-0BA2-4162-A159-C2680868289E}" dt="2024-09-30T13:53:57.180" v="0"/>
            <ac:spMkLst>
              <pc:docMk/>
              <pc:sldMasterMk cId="1015553595" sldId="2147483648"/>
              <pc:sldLayoutMk cId="3140199187" sldId="2147483653"/>
              <ac:spMk id="5" creationId="{53750B8F-83C3-D985-5919-F1A3FDF4D02A}"/>
            </ac:spMkLst>
          </pc:spChg>
          <pc:spChg chg="mod">
            <ac:chgData name="NIES HUI WEN" userId="3541b9e0-606d-4c51-a83e-60dbee75d3cd" providerId="ADAL" clId="{AC05A3CE-0BA2-4162-A159-C2680868289E}" dt="2024-09-30T13:53:57.180" v="0"/>
            <ac:spMkLst>
              <pc:docMk/>
              <pc:sldMasterMk cId="1015553595" sldId="2147483648"/>
              <pc:sldLayoutMk cId="3140199187" sldId="2147483653"/>
              <ac:spMk id="6" creationId="{26CCF953-DD56-9B85-AB4B-B9C9F0FF06CD}"/>
            </ac:spMkLst>
          </pc:spChg>
          <pc:spChg chg="mod">
            <ac:chgData name="NIES HUI WEN" userId="3541b9e0-606d-4c51-a83e-60dbee75d3cd" providerId="ADAL" clId="{AC05A3CE-0BA2-4162-A159-C2680868289E}" dt="2024-09-30T13:53:57.180" v="0"/>
            <ac:spMkLst>
              <pc:docMk/>
              <pc:sldMasterMk cId="1015553595" sldId="2147483648"/>
              <pc:sldLayoutMk cId="3140199187" sldId="2147483653"/>
              <ac:spMk id="13" creationId="{BAEA7E83-8757-44B8-B8ED-EFD855548FA2}"/>
            </ac:spMkLst>
          </pc:spChg>
          <pc:spChg chg="mod">
            <ac:chgData name="NIES HUI WEN" userId="3541b9e0-606d-4c51-a83e-60dbee75d3cd" providerId="ADAL" clId="{AC05A3CE-0BA2-4162-A159-C2680868289E}" dt="2024-09-30T13:53:57.180" v="0"/>
            <ac:spMkLst>
              <pc:docMk/>
              <pc:sldMasterMk cId="1015553595" sldId="2147483648"/>
              <pc:sldLayoutMk cId="3140199187" sldId="2147483653"/>
              <ac:spMk id="14" creationId="{C603E4A3-2F29-E99E-59AA-19FD2D71718A}"/>
            </ac:spMkLst>
          </pc:spChg>
          <pc:spChg chg="mod">
            <ac:chgData name="NIES HUI WEN" userId="3541b9e0-606d-4c51-a83e-60dbee75d3cd" providerId="ADAL" clId="{AC05A3CE-0BA2-4162-A159-C2680868289E}" dt="2024-09-30T13:53:57.180" v="0"/>
            <ac:spMkLst>
              <pc:docMk/>
              <pc:sldMasterMk cId="1015553595" sldId="2147483648"/>
              <pc:sldLayoutMk cId="3140199187" sldId="2147483653"/>
              <ac:spMk id="15" creationId="{A32B20C0-22D4-422D-2940-7F540F191BF7}"/>
            </ac:spMkLst>
          </pc:spChg>
          <pc:grpChg chg="mod">
            <ac:chgData name="NIES HUI WEN" userId="3541b9e0-606d-4c51-a83e-60dbee75d3cd" providerId="ADAL" clId="{AC05A3CE-0BA2-4162-A159-C2680868289E}" dt="2024-09-30T13:53:57.180" v="0"/>
            <ac:grpSpMkLst>
              <pc:docMk/>
              <pc:sldMasterMk cId="1015553595" sldId="2147483648"/>
              <pc:sldLayoutMk cId="3140199187" sldId="2147483653"/>
              <ac:grpSpMk id="11" creationId="{1870257A-EF80-EF1A-EE95-68EB9FBC2F71}"/>
            </ac:grpSpMkLst>
          </pc:grpChg>
          <pc:picChg chg="mod">
            <ac:chgData name="NIES HUI WEN" userId="3541b9e0-606d-4c51-a83e-60dbee75d3cd" providerId="ADAL" clId="{AC05A3CE-0BA2-4162-A159-C2680868289E}" dt="2024-09-30T13:53:57.180" v="0"/>
            <ac:picMkLst>
              <pc:docMk/>
              <pc:sldMasterMk cId="1015553595" sldId="2147483648"/>
              <pc:sldLayoutMk cId="3140199187" sldId="2147483653"/>
              <ac:picMk id="10" creationId="{AF169F28-4F60-04EA-2355-80F723258DB7}"/>
            </ac:picMkLst>
          </pc:picChg>
          <pc:picChg chg="mod">
            <ac:chgData name="NIES HUI WEN" userId="3541b9e0-606d-4c51-a83e-60dbee75d3cd" providerId="ADAL" clId="{AC05A3CE-0BA2-4162-A159-C2680868289E}" dt="2024-09-30T13:53:57.180" v="0"/>
            <ac:picMkLst>
              <pc:docMk/>
              <pc:sldMasterMk cId="1015553595" sldId="2147483648"/>
              <pc:sldLayoutMk cId="3140199187" sldId="2147483653"/>
              <ac:picMk id="12" creationId="{C023B567-24C2-C088-6F75-913992BE2D87}"/>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1611669773" sldId="2147483654"/>
          </pc:sldLayoutMkLst>
          <pc:spChg chg="mod">
            <ac:chgData name="NIES HUI WEN" userId="3541b9e0-606d-4c51-a83e-60dbee75d3cd" providerId="ADAL" clId="{AC05A3CE-0BA2-4162-A159-C2680868289E}" dt="2024-09-30T13:53:57.180" v="0"/>
            <ac:spMkLst>
              <pc:docMk/>
              <pc:sldMasterMk cId="1015553595" sldId="2147483648"/>
              <pc:sldLayoutMk cId="1611669773" sldId="2147483654"/>
              <ac:spMk id="2" creationId="{6EB218D0-0E4A-6601-1430-D75D1D89819B}"/>
            </ac:spMkLst>
          </pc:spChg>
          <pc:spChg chg="mod">
            <ac:chgData name="NIES HUI WEN" userId="3541b9e0-606d-4c51-a83e-60dbee75d3cd" providerId="ADAL" clId="{AC05A3CE-0BA2-4162-A159-C2680868289E}" dt="2024-09-30T13:53:57.180" v="0"/>
            <ac:spMkLst>
              <pc:docMk/>
              <pc:sldMasterMk cId="1015553595" sldId="2147483648"/>
              <pc:sldLayoutMk cId="1611669773" sldId="2147483654"/>
              <ac:spMk id="7" creationId="{F29FA834-B150-3245-D347-588904243A5E}"/>
            </ac:spMkLst>
          </pc:spChg>
          <pc:spChg chg="mod">
            <ac:chgData name="NIES HUI WEN" userId="3541b9e0-606d-4c51-a83e-60dbee75d3cd" providerId="ADAL" clId="{AC05A3CE-0BA2-4162-A159-C2680868289E}" dt="2024-09-30T13:53:57.180" v="0"/>
            <ac:spMkLst>
              <pc:docMk/>
              <pc:sldMasterMk cId="1015553595" sldId="2147483648"/>
              <pc:sldLayoutMk cId="1611669773" sldId="2147483654"/>
              <ac:spMk id="8" creationId="{38EF11FA-4280-83FF-5E5F-70581310F2C4}"/>
            </ac:spMkLst>
          </pc:spChg>
          <pc:spChg chg="mod">
            <ac:chgData name="NIES HUI WEN" userId="3541b9e0-606d-4c51-a83e-60dbee75d3cd" providerId="ADAL" clId="{AC05A3CE-0BA2-4162-A159-C2680868289E}" dt="2024-09-30T13:53:57.180" v="0"/>
            <ac:spMkLst>
              <pc:docMk/>
              <pc:sldMasterMk cId="1015553595" sldId="2147483648"/>
              <pc:sldLayoutMk cId="1611669773" sldId="2147483654"/>
              <ac:spMk id="14" creationId="{B3C9DBE5-42FF-593C-82CE-C4B2774E3AD0}"/>
            </ac:spMkLst>
          </pc:spChg>
          <pc:spChg chg="mod">
            <ac:chgData name="NIES HUI WEN" userId="3541b9e0-606d-4c51-a83e-60dbee75d3cd" providerId="ADAL" clId="{AC05A3CE-0BA2-4162-A159-C2680868289E}" dt="2024-09-30T13:53:57.180" v="0"/>
            <ac:spMkLst>
              <pc:docMk/>
              <pc:sldMasterMk cId="1015553595" sldId="2147483648"/>
              <pc:sldLayoutMk cId="1611669773" sldId="2147483654"/>
              <ac:spMk id="15" creationId="{D8516993-C2D5-28D4-6E6E-D3A5B19FD20F}"/>
            </ac:spMkLst>
          </pc:spChg>
          <pc:grpChg chg="mod">
            <ac:chgData name="NIES HUI WEN" userId="3541b9e0-606d-4c51-a83e-60dbee75d3cd" providerId="ADAL" clId="{AC05A3CE-0BA2-4162-A159-C2680868289E}" dt="2024-09-30T13:53:57.180" v="0"/>
            <ac:grpSpMkLst>
              <pc:docMk/>
              <pc:sldMasterMk cId="1015553595" sldId="2147483648"/>
              <pc:sldLayoutMk cId="1611669773" sldId="2147483654"/>
              <ac:grpSpMk id="6" creationId="{715FA5D2-1257-770C-1E2F-2CCA5238FD2A}"/>
            </ac:grpSpMkLst>
          </pc:grpChg>
          <pc:grpChg chg="mod">
            <ac:chgData name="NIES HUI WEN" userId="3541b9e0-606d-4c51-a83e-60dbee75d3cd" providerId="ADAL" clId="{AC05A3CE-0BA2-4162-A159-C2680868289E}" dt="2024-09-30T13:53:57.180" v="0"/>
            <ac:grpSpMkLst>
              <pc:docMk/>
              <pc:sldMasterMk cId="1015553595" sldId="2147483648"/>
              <pc:sldLayoutMk cId="1611669773" sldId="2147483654"/>
              <ac:grpSpMk id="13" creationId="{6EFDB3D2-BABB-4614-ACBD-74206D54EFA7}"/>
            </ac:grpSpMkLst>
          </pc:grpChg>
          <pc:picChg chg="mod">
            <ac:chgData name="NIES HUI WEN" userId="3541b9e0-606d-4c51-a83e-60dbee75d3cd" providerId="ADAL" clId="{AC05A3CE-0BA2-4162-A159-C2680868289E}" dt="2024-09-30T13:53:57.180" v="0"/>
            <ac:picMkLst>
              <pc:docMk/>
              <pc:sldMasterMk cId="1015553595" sldId="2147483648"/>
              <pc:sldLayoutMk cId="1611669773" sldId="2147483654"/>
              <ac:picMk id="10" creationId="{19F13517-FB38-BE9B-5A77-235BBF8CE808}"/>
            </ac:picMkLst>
          </pc:picChg>
          <pc:picChg chg="mod">
            <ac:chgData name="NIES HUI WEN" userId="3541b9e0-606d-4c51-a83e-60dbee75d3cd" providerId="ADAL" clId="{AC05A3CE-0BA2-4162-A159-C2680868289E}" dt="2024-09-30T13:53:57.180" v="0"/>
            <ac:picMkLst>
              <pc:docMk/>
              <pc:sldMasterMk cId="1015553595" sldId="2147483648"/>
              <pc:sldLayoutMk cId="1611669773" sldId="2147483654"/>
              <ac:picMk id="25" creationId="{C5A05E41-FECA-555C-4DA5-FBDABE88EAD3}"/>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3399613225" sldId="2147483655"/>
          </pc:sldLayoutMkLst>
          <pc:spChg chg="mod">
            <ac:chgData name="NIES HUI WEN" userId="3541b9e0-606d-4c51-a83e-60dbee75d3cd" providerId="ADAL" clId="{AC05A3CE-0BA2-4162-A159-C2680868289E}" dt="2024-09-30T13:53:57.180" v="0"/>
            <ac:spMkLst>
              <pc:docMk/>
              <pc:sldMasterMk cId="1015553595" sldId="2147483648"/>
              <pc:sldLayoutMk cId="3399613225" sldId="2147483655"/>
              <ac:spMk id="7" creationId="{990C6828-16EB-91B9-7078-52ADFDC0F2F1}"/>
            </ac:spMkLst>
          </pc:spChg>
          <pc:spChg chg="mod">
            <ac:chgData name="NIES HUI WEN" userId="3541b9e0-606d-4c51-a83e-60dbee75d3cd" providerId="ADAL" clId="{AC05A3CE-0BA2-4162-A159-C2680868289E}" dt="2024-09-30T13:53:57.180" v="0"/>
            <ac:spMkLst>
              <pc:docMk/>
              <pc:sldMasterMk cId="1015553595" sldId="2147483648"/>
              <pc:sldLayoutMk cId="3399613225" sldId="2147483655"/>
              <ac:spMk id="8" creationId="{ABEA9D62-1A2E-5482-2A68-9FCEFEB913F9}"/>
            </ac:spMkLst>
          </pc:spChg>
          <pc:grpChg chg="mod">
            <ac:chgData name="NIES HUI WEN" userId="3541b9e0-606d-4c51-a83e-60dbee75d3cd" providerId="ADAL" clId="{AC05A3CE-0BA2-4162-A159-C2680868289E}" dt="2024-09-30T13:53:57.180" v="0"/>
            <ac:grpSpMkLst>
              <pc:docMk/>
              <pc:sldMasterMk cId="1015553595" sldId="2147483648"/>
              <pc:sldLayoutMk cId="3399613225" sldId="2147483655"/>
              <ac:grpSpMk id="5" creationId="{7CEA865B-9359-931D-9136-36413785F784}"/>
            </ac:grpSpMkLst>
          </pc:grpChg>
          <pc:picChg chg="mod">
            <ac:chgData name="NIES HUI WEN" userId="3541b9e0-606d-4c51-a83e-60dbee75d3cd" providerId="ADAL" clId="{AC05A3CE-0BA2-4162-A159-C2680868289E}" dt="2024-09-30T13:53:57.180" v="0"/>
            <ac:picMkLst>
              <pc:docMk/>
              <pc:sldMasterMk cId="1015553595" sldId="2147483648"/>
              <pc:sldLayoutMk cId="3399613225" sldId="2147483655"/>
              <ac:picMk id="6" creationId="{ABA7D5CF-8052-62A2-8652-9E5660A058FA}"/>
            </ac:picMkLst>
          </pc:picChg>
          <pc:picChg chg="mod">
            <ac:chgData name="NIES HUI WEN" userId="3541b9e0-606d-4c51-a83e-60dbee75d3cd" providerId="ADAL" clId="{AC05A3CE-0BA2-4162-A159-C2680868289E}" dt="2024-09-30T13:53:57.180" v="0"/>
            <ac:picMkLst>
              <pc:docMk/>
              <pc:sldMasterMk cId="1015553595" sldId="2147483648"/>
              <pc:sldLayoutMk cId="3399613225" sldId="2147483655"/>
              <ac:picMk id="15" creationId="{ABDE0F43-CB86-1C9B-53B1-54930B9BBDB8}"/>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4120109767" sldId="2147483656"/>
          </pc:sldLayoutMkLst>
          <pc:spChg chg="mod">
            <ac:chgData name="NIES HUI WEN" userId="3541b9e0-606d-4c51-a83e-60dbee75d3cd" providerId="ADAL" clId="{AC05A3CE-0BA2-4162-A159-C2680868289E}" dt="2024-09-30T13:53:57.180" v="0"/>
            <ac:spMkLst>
              <pc:docMk/>
              <pc:sldMasterMk cId="1015553595" sldId="2147483648"/>
              <pc:sldLayoutMk cId="4120109767" sldId="2147483656"/>
              <ac:spMk id="2" creationId="{60B5AF6C-3A58-DD89-B778-7C9B4E4937D6}"/>
            </ac:spMkLst>
          </pc:spChg>
          <pc:spChg chg="mod">
            <ac:chgData name="NIES HUI WEN" userId="3541b9e0-606d-4c51-a83e-60dbee75d3cd" providerId="ADAL" clId="{AC05A3CE-0BA2-4162-A159-C2680868289E}" dt="2024-09-30T13:53:57.180" v="0"/>
            <ac:spMkLst>
              <pc:docMk/>
              <pc:sldMasterMk cId="1015553595" sldId="2147483648"/>
              <pc:sldLayoutMk cId="4120109767" sldId="2147483656"/>
              <ac:spMk id="3" creationId="{4C730643-5DEF-0301-05FB-43BFE7810485}"/>
            </ac:spMkLst>
          </pc:spChg>
          <pc:spChg chg="mod">
            <ac:chgData name="NIES HUI WEN" userId="3541b9e0-606d-4c51-a83e-60dbee75d3cd" providerId="ADAL" clId="{AC05A3CE-0BA2-4162-A159-C2680868289E}" dt="2024-09-30T13:53:57.180" v="0"/>
            <ac:spMkLst>
              <pc:docMk/>
              <pc:sldMasterMk cId="1015553595" sldId="2147483648"/>
              <pc:sldLayoutMk cId="4120109767" sldId="2147483656"/>
              <ac:spMk id="4" creationId="{0CC84E7D-D23B-8AA6-561F-6482F0A1224C}"/>
            </ac:spMkLst>
          </pc:spChg>
          <pc:spChg chg="mod">
            <ac:chgData name="NIES HUI WEN" userId="3541b9e0-606d-4c51-a83e-60dbee75d3cd" providerId="ADAL" clId="{AC05A3CE-0BA2-4162-A159-C2680868289E}" dt="2024-09-30T13:53:57.180" v="0"/>
            <ac:spMkLst>
              <pc:docMk/>
              <pc:sldMasterMk cId="1015553595" sldId="2147483648"/>
              <pc:sldLayoutMk cId="4120109767" sldId="2147483656"/>
              <ac:spMk id="10" creationId="{C4E085B5-6456-E991-6904-BB25D1005185}"/>
            </ac:spMkLst>
          </pc:spChg>
          <pc:spChg chg="mod">
            <ac:chgData name="NIES HUI WEN" userId="3541b9e0-606d-4c51-a83e-60dbee75d3cd" providerId="ADAL" clId="{AC05A3CE-0BA2-4162-A159-C2680868289E}" dt="2024-09-30T13:53:57.180" v="0"/>
            <ac:spMkLst>
              <pc:docMk/>
              <pc:sldMasterMk cId="1015553595" sldId="2147483648"/>
              <pc:sldLayoutMk cId="4120109767" sldId="2147483656"/>
              <ac:spMk id="11" creationId="{7DD1F696-3383-CCD0-5F6F-4B9E89375262}"/>
            </ac:spMkLst>
          </pc:spChg>
          <pc:spChg chg="mod">
            <ac:chgData name="NIES HUI WEN" userId="3541b9e0-606d-4c51-a83e-60dbee75d3cd" providerId="ADAL" clId="{AC05A3CE-0BA2-4162-A159-C2680868289E}" dt="2024-09-30T13:53:57.180" v="0"/>
            <ac:spMkLst>
              <pc:docMk/>
              <pc:sldMasterMk cId="1015553595" sldId="2147483648"/>
              <pc:sldLayoutMk cId="4120109767" sldId="2147483656"/>
              <ac:spMk id="12" creationId="{028F6DD2-968A-9801-9B22-22DBD1C894E0}"/>
            </ac:spMkLst>
          </pc:spChg>
          <pc:spChg chg="mod">
            <ac:chgData name="NIES HUI WEN" userId="3541b9e0-606d-4c51-a83e-60dbee75d3cd" providerId="ADAL" clId="{AC05A3CE-0BA2-4162-A159-C2680868289E}" dt="2024-09-30T13:53:57.180" v="0"/>
            <ac:spMkLst>
              <pc:docMk/>
              <pc:sldMasterMk cId="1015553595" sldId="2147483648"/>
              <pc:sldLayoutMk cId="4120109767" sldId="2147483656"/>
              <ac:spMk id="13" creationId="{8F835E16-0810-A050-7387-E04FC0CFD8C9}"/>
            </ac:spMkLst>
          </pc:spChg>
          <pc:grpChg chg="mod">
            <ac:chgData name="NIES HUI WEN" userId="3541b9e0-606d-4c51-a83e-60dbee75d3cd" providerId="ADAL" clId="{AC05A3CE-0BA2-4162-A159-C2680868289E}" dt="2024-09-30T13:53:57.180" v="0"/>
            <ac:grpSpMkLst>
              <pc:docMk/>
              <pc:sldMasterMk cId="1015553595" sldId="2147483648"/>
              <pc:sldLayoutMk cId="4120109767" sldId="2147483656"/>
              <ac:grpSpMk id="8" creationId="{97DF8517-697A-D659-D645-CCC025297F18}"/>
            </ac:grpSpMkLst>
          </pc:grpChg>
          <pc:picChg chg="mod">
            <ac:chgData name="NIES HUI WEN" userId="3541b9e0-606d-4c51-a83e-60dbee75d3cd" providerId="ADAL" clId="{AC05A3CE-0BA2-4162-A159-C2680868289E}" dt="2024-09-30T13:53:57.180" v="0"/>
            <ac:picMkLst>
              <pc:docMk/>
              <pc:sldMasterMk cId="1015553595" sldId="2147483648"/>
              <pc:sldLayoutMk cId="4120109767" sldId="2147483656"/>
              <ac:picMk id="9" creationId="{0C8EA7C3-CAA4-9F46-F633-CAA69D61B616}"/>
            </ac:picMkLst>
          </pc:picChg>
          <pc:picChg chg="mod">
            <ac:chgData name="NIES HUI WEN" userId="3541b9e0-606d-4c51-a83e-60dbee75d3cd" providerId="ADAL" clId="{AC05A3CE-0BA2-4162-A159-C2680868289E}" dt="2024-09-30T13:53:57.180" v="0"/>
            <ac:picMkLst>
              <pc:docMk/>
              <pc:sldMasterMk cId="1015553595" sldId="2147483648"/>
              <pc:sldLayoutMk cId="4120109767" sldId="2147483656"/>
              <ac:picMk id="20" creationId="{C80EC996-29B5-35CD-CAA8-09FAAB535A3F}"/>
            </ac:picMkLst>
          </pc:picChg>
        </pc:sldLayoutChg>
        <pc:sldLayoutChg chg="modSp">
          <pc:chgData name="NIES HUI WEN" userId="3541b9e0-606d-4c51-a83e-60dbee75d3cd" providerId="ADAL" clId="{AC05A3CE-0BA2-4162-A159-C2680868289E}" dt="2024-09-30T13:53:57.180" v="0"/>
          <pc:sldLayoutMkLst>
            <pc:docMk/>
            <pc:sldMasterMk cId="2507804819" sldId="2147483669"/>
            <pc:sldLayoutMk cId="2743350413" sldId="2147483657"/>
          </pc:sldLayoutMkLst>
          <pc:spChg chg="mod">
            <ac:chgData name="NIES HUI WEN" userId="3541b9e0-606d-4c51-a83e-60dbee75d3cd" providerId="ADAL" clId="{AC05A3CE-0BA2-4162-A159-C2680868289E}" dt="2024-09-30T13:53:57.180" v="0"/>
            <ac:spMkLst>
              <pc:docMk/>
              <pc:sldMasterMk cId="2507804819" sldId="2147483669"/>
              <pc:sldLayoutMk cId="2743350413" sldId="2147483657"/>
              <ac:spMk id="10" creationId="{70ED001F-8063-F3C7-2FEF-E453A15D6F8A}"/>
            </ac:spMkLst>
          </pc:spChg>
          <pc:spChg chg="mod">
            <ac:chgData name="NIES HUI WEN" userId="3541b9e0-606d-4c51-a83e-60dbee75d3cd" providerId="ADAL" clId="{AC05A3CE-0BA2-4162-A159-C2680868289E}" dt="2024-09-30T13:53:57.180" v="0"/>
            <ac:spMkLst>
              <pc:docMk/>
              <pc:sldMasterMk cId="2507804819" sldId="2147483669"/>
              <pc:sldLayoutMk cId="2743350413" sldId="2147483657"/>
              <ac:spMk id="11" creationId="{F8584E66-4123-80C8-F229-404A09AEC330}"/>
            </ac:spMkLst>
          </pc:spChg>
          <pc:spChg chg="mod">
            <ac:chgData name="NIES HUI WEN" userId="3541b9e0-606d-4c51-a83e-60dbee75d3cd" providerId="ADAL" clId="{AC05A3CE-0BA2-4162-A159-C2680868289E}" dt="2024-09-30T13:53:57.180" v="0"/>
            <ac:spMkLst>
              <pc:docMk/>
              <pc:sldMasterMk cId="2507804819" sldId="2147483669"/>
              <pc:sldLayoutMk cId="2743350413" sldId="2147483657"/>
              <ac:spMk id="12" creationId="{812957FA-0954-130C-016A-4BAA3351102F}"/>
            </ac:spMkLst>
          </pc:spChg>
          <pc:spChg chg="mod">
            <ac:chgData name="NIES HUI WEN" userId="3541b9e0-606d-4c51-a83e-60dbee75d3cd" providerId="ADAL" clId="{AC05A3CE-0BA2-4162-A159-C2680868289E}" dt="2024-09-30T13:53:57.180" v="0"/>
            <ac:spMkLst>
              <pc:docMk/>
              <pc:sldMasterMk cId="2507804819" sldId="2147483669"/>
              <pc:sldLayoutMk cId="2743350413" sldId="2147483657"/>
              <ac:spMk id="13" creationId="{6B5F1816-5F6B-7928-15B1-1910931B275B}"/>
            </ac:spMkLst>
          </pc:spChg>
          <pc:grpChg chg="mod">
            <ac:chgData name="NIES HUI WEN" userId="3541b9e0-606d-4c51-a83e-60dbee75d3cd" providerId="ADAL" clId="{AC05A3CE-0BA2-4162-A159-C2680868289E}" dt="2024-09-30T13:53:57.180" v="0"/>
            <ac:grpSpMkLst>
              <pc:docMk/>
              <pc:sldMasterMk cId="2507804819" sldId="2147483669"/>
              <pc:sldLayoutMk cId="2743350413" sldId="2147483657"/>
              <ac:grpSpMk id="9" creationId="{C2F26ABC-4A2D-3F29-949F-D733E61C91B2}"/>
            </ac:grpSpMkLst>
          </pc:grpChg>
          <pc:picChg chg="mod">
            <ac:chgData name="NIES HUI WEN" userId="3541b9e0-606d-4c51-a83e-60dbee75d3cd" providerId="ADAL" clId="{AC05A3CE-0BA2-4162-A159-C2680868289E}" dt="2024-09-30T13:53:57.180" v="0"/>
            <ac:picMkLst>
              <pc:docMk/>
              <pc:sldMasterMk cId="2507804819" sldId="2147483669"/>
              <pc:sldLayoutMk cId="2743350413" sldId="2147483657"/>
              <ac:picMk id="8" creationId="{1E117FA9-E26A-4F12-3480-6499E26C73F1}"/>
            </ac:picMkLst>
          </pc:picChg>
          <pc:picChg chg="mod">
            <ac:chgData name="NIES HUI WEN" userId="3541b9e0-606d-4c51-a83e-60dbee75d3cd" providerId="ADAL" clId="{AC05A3CE-0BA2-4162-A159-C2680868289E}" dt="2024-09-30T13:53:57.180" v="0"/>
            <ac:picMkLst>
              <pc:docMk/>
              <pc:sldMasterMk cId="2507804819" sldId="2147483669"/>
              <pc:sldLayoutMk cId="2743350413" sldId="2147483657"/>
              <ac:picMk id="17" creationId="{D450D105-3168-9AA2-1E36-18264E43F5DD}"/>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3392828442" sldId="2147483660"/>
          </pc:sldLayoutMkLst>
          <pc:spChg chg="mod">
            <ac:chgData name="NIES HUI WEN" userId="3541b9e0-606d-4c51-a83e-60dbee75d3cd" providerId="ADAL" clId="{AC05A3CE-0BA2-4162-A159-C2680868289E}" dt="2024-09-30T13:53:57.180" v="0"/>
            <ac:spMkLst>
              <pc:docMk/>
              <pc:sldMasterMk cId="1015553595" sldId="2147483648"/>
              <pc:sldLayoutMk cId="3392828442" sldId="2147483660"/>
              <ac:spMk id="5" creationId="{F86208AF-0FB5-0709-9E4A-86BB9C81B267}"/>
            </ac:spMkLst>
          </pc:spChg>
          <pc:spChg chg="mod">
            <ac:chgData name="NIES HUI WEN" userId="3541b9e0-606d-4c51-a83e-60dbee75d3cd" providerId="ADAL" clId="{AC05A3CE-0BA2-4162-A159-C2680868289E}" dt="2024-09-30T13:53:57.180" v="0"/>
            <ac:spMkLst>
              <pc:docMk/>
              <pc:sldMasterMk cId="1015553595" sldId="2147483648"/>
              <pc:sldLayoutMk cId="3392828442" sldId="2147483660"/>
              <ac:spMk id="7" creationId="{2AF9E3A6-8792-EBEF-E21F-6506CA347F72}"/>
            </ac:spMkLst>
          </pc:spChg>
          <pc:spChg chg="mod">
            <ac:chgData name="NIES HUI WEN" userId="3541b9e0-606d-4c51-a83e-60dbee75d3cd" providerId="ADAL" clId="{AC05A3CE-0BA2-4162-A159-C2680868289E}" dt="2024-09-30T13:53:57.180" v="0"/>
            <ac:spMkLst>
              <pc:docMk/>
              <pc:sldMasterMk cId="1015553595" sldId="2147483648"/>
              <pc:sldLayoutMk cId="3392828442" sldId="2147483660"/>
              <ac:spMk id="9" creationId="{D2D7814D-56F3-7C85-157F-E73DAB5F0429}"/>
            </ac:spMkLst>
          </pc:spChg>
          <pc:spChg chg="mod">
            <ac:chgData name="NIES HUI WEN" userId="3541b9e0-606d-4c51-a83e-60dbee75d3cd" providerId="ADAL" clId="{AC05A3CE-0BA2-4162-A159-C2680868289E}" dt="2024-09-30T13:53:57.180" v="0"/>
            <ac:spMkLst>
              <pc:docMk/>
              <pc:sldMasterMk cId="1015553595" sldId="2147483648"/>
              <pc:sldLayoutMk cId="3392828442" sldId="2147483660"/>
              <ac:spMk id="13" creationId="{755327DB-3941-6535-2638-26DDF5148B23}"/>
            </ac:spMkLst>
          </pc:spChg>
          <pc:spChg chg="mod">
            <ac:chgData name="NIES HUI WEN" userId="3541b9e0-606d-4c51-a83e-60dbee75d3cd" providerId="ADAL" clId="{AC05A3CE-0BA2-4162-A159-C2680868289E}" dt="2024-09-30T13:53:57.180" v="0"/>
            <ac:spMkLst>
              <pc:docMk/>
              <pc:sldMasterMk cId="1015553595" sldId="2147483648"/>
              <pc:sldLayoutMk cId="3392828442" sldId="2147483660"/>
              <ac:spMk id="14" creationId="{751988F2-DBDB-53FA-2E8B-DE674D6D2B6A}"/>
            </ac:spMkLst>
          </pc:spChg>
          <pc:spChg chg="mod">
            <ac:chgData name="NIES HUI WEN" userId="3541b9e0-606d-4c51-a83e-60dbee75d3cd" providerId="ADAL" clId="{AC05A3CE-0BA2-4162-A159-C2680868289E}" dt="2024-09-30T13:53:57.180" v="0"/>
            <ac:spMkLst>
              <pc:docMk/>
              <pc:sldMasterMk cId="1015553595" sldId="2147483648"/>
              <pc:sldLayoutMk cId="3392828442" sldId="2147483660"/>
              <ac:spMk id="16" creationId="{BA51D9DD-D54B-BD6E-1FC0-1E96064A7DD4}"/>
            </ac:spMkLst>
          </pc:spChg>
          <pc:spChg chg="mod">
            <ac:chgData name="NIES HUI WEN" userId="3541b9e0-606d-4c51-a83e-60dbee75d3cd" providerId="ADAL" clId="{AC05A3CE-0BA2-4162-A159-C2680868289E}" dt="2024-09-30T13:53:57.180" v="0"/>
            <ac:spMkLst>
              <pc:docMk/>
              <pc:sldMasterMk cId="1015553595" sldId="2147483648"/>
              <pc:sldLayoutMk cId="3392828442" sldId="2147483660"/>
              <ac:spMk id="17" creationId="{B12D63A4-B45F-D7EE-07AE-ED4F2AA9FBF6}"/>
            </ac:spMkLst>
          </pc:spChg>
          <pc:grpChg chg="mod">
            <ac:chgData name="NIES HUI WEN" userId="3541b9e0-606d-4c51-a83e-60dbee75d3cd" providerId="ADAL" clId="{AC05A3CE-0BA2-4162-A159-C2680868289E}" dt="2024-09-30T13:53:57.180" v="0"/>
            <ac:grpSpMkLst>
              <pc:docMk/>
              <pc:sldMasterMk cId="1015553595" sldId="2147483648"/>
              <pc:sldLayoutMk cId="3392828442" sldId="2147483660"/>
              <ac:grpSpMk id="6" creationId="{A5B451E3-7C30-F7E8-27F1-20A1711850CE}"/>
            </ac:grpSpMkLst>
          </pc:grpChg>
          <pc:grpChg chg="mod">
            <ac:chgData name="NIES HUI WEN" userId="3541b9e0-606d-4c51-a83e-60dbee75d3cd" providerId="ADAL" clId="{AC05A3CE-0BA2-4162-A159-C2680868289E}" dt="2024-09-30T13:53:57.180" v="0"/>
            <ac:grpSpMkLst>
              <pc:docMk/>
              <pc:sldMasterMk cId="1015553595" sldId="2147483648"/>
              <pc:sldLayoutMk cId="3392828442" sldId="2147483660"/>
              <ac:grpSpMk id="10" creationId="{DEECA337-96B6-AF15-88CE-5A1B9B8EBDB6}"/>
            </ac:grpSpMkLst>
          </pc:grpChg>
          <pc:grpChg chg="mod">
            <ac:chgData name="NIES HUI WEN" userId="3541b9e0-606d-4c51-a83e-60dbee75d3cd" providerId="ADAL" clId="{AC05A3CE-0BA2-4162-A159-C2680868289E}" dt="2024-09-30T13:53:57.180" v="0"/>
            <ac:grpSpMkLst>
              <pc:docMk/>
              <pc:sldMasterMk cId="1015553595" sldId="2147483648"/>
              <pc:sldLayoutMk cId="3392828442" sldId="2147483660"/>
              <ac:grpSpMk id="18" creationId="{57D46B25-0C92-A630-DD9E-0DC228627926}"/>
            </ac:grpSpMkLst>
          </pc:grpChg>
          <pc:picChg chg="mod">
            <ac:chgData name="NIES HUI WEN" userId="3541b9e0-606d-4c51-a83e-60dbee75d3cd" providerId="ADAL" clId="{AC05A3CE-0BA2-4162-A159-C2680868289E}" dt="2024-09-30T13:53:57.180" v="0"/>
            <ac:picMkLst>
              <pc:docMk/>
              <pc:sldMasterMk cId="1015553595" sldId="2147483648"/>
              <pc:sldLayoutMk cId="3392828442" sldId="2147483660"/>
              <ac:picMk id="8" creationId="{CE4DBBFF-D866-CE38-8CC8-48E42BA7EFBC}"/>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2959644441" sldId="2147483661"/>
          </pc:sldLayoutMkLst>
          <pc:spChg chg="mod">
            <ac:chgData name="NIES HUI WEN" userId="3541b9e0-606d-4c51-a83e-60dbee75d3cd" providerId="ADAL" clId="{AC05A3CE-0BA2-4162-A159-C2680868289E}" dt="2024-09-30T13:53:57.180" v="0"/>
            <ac:spMkLst>
              <pc:docMk/>
              <pc:sldMasterMk cId="1015553595" sldId="2147483648"/>
              <pc:sldLayoutMk cId="2959644441" sldId="2147483661"/>
              <ac:spMk id="3" creationId="{6500D8EF-2DF1-88B7-4784-92F60D932A2D}"/>
            </ac:spMkLst>
          </pc:spChg>
          <pc:spChg chg="mod">
            <ac:chgData name="NIES HUI WEN" userId="3541b9e0-606d-4c51-a83e-60dbee75d3cd" providerId="ADAL" clId="{AC05A3CE-0BA2-4162-A159-C2680868289E}" dt="2024-09-30T13:53:57.180" v="0"/>
            <ac:spMkLst>
              <pc:docMk/>
              <pc:sldMasterMk cId="1015553595" sldId="2147483648"/>
              <pc:sldLayoutMk cId="2959644441" sldId="2147483661"/>
              <ac:spMk id="4" creationId="{E7418E44-B184-3318-E83E-1ED0427C4C32}"/>
            </ac:spMkLst>
          </pc:spChg>
          <pc:picChg chg="mod">
            <ac:chgData name="NIES HUI WEN" userId="3541b9e0-606d-4c51-a83e-60dbee75d3cd" providerId="ADAL" clId="{AC05A3CE-0BA2-4162-A159-C2680868289E}" dt="2024-09-30T13:53:57.180" v="0"/>
            <ac:picMkLst>
              <pc:docMk/>
              <pc:sldMasterMk cId="1015553595" sldId="2147483648"/>
              <pc:sldLayoutMk cId="2959644441" sldId="2147483661"/>
              <ac:picMk id="10" creationId="{9A77FC49-908E-7282-71D1-FF9B45CC794D}"/>
            </ac:picMkLst>
          </pc:picChg>
          <pc:picChg chg="mod">
            <ac:chgData name="NIES HUI WEN" userId="3541b9e0-606d-4c51-a83e-60dbee75d3cd" providerId="ADAL" clId="{AC05A3CE-0BA2-4162-A159-C2680868289E}" dt="2024-09-30T13:53:57.180" v="0"/>
            <ac:picMkLst>
              <pc:docMk/>
              <pc:sldMasterMk cId="1015553595" sldId="2147483648"/>
              <pc:sldLayoutMk cId="2959644441" sldId="2147483661"/>
              <ac:picMk id="11" creationId="{B9FB5ACA-D821-A539-94D6-EEC7337F3AF1}"/>
            </ac:picMkLst>
          </pc:picChg>
        </pc:sldLayoutChg>
        <pc:sldLayoutChg chg="modSp">
          <pc:chgData name="NIES HUI WEN" userId="3541b9e0-606d-4c51-a83e-60dbee75d3cd" providerId="ADAL" clId="{AC05A3CE-0BA2-4162-A159-C2680868289E}" dt="2024-09-30T13:53:57.180" v="0"/>
          <pc:sldLayoutMkLst>
            <pc:docMk/>
            <pc:sldMasterMk cId="2507804819" sldId="2147483669"/>
            <pc:sldLayoutMk cId="2395643185" sldId="2147483662"/>
          </pc:sldLayoutMkLst>
          <pc:spChg chg="mod">
            <ac:chgData name="NIES HUI WEN" userId="3541b9e0-606d-4c51-a83e-60dbee75d3cd" providerId="ADAL" clId="{AC05A3CE-0BA2-4162-A159-C2680868289E}" dt="2024-09-30T13:53:57.180" v="0"/>
            <ac:spMkLst>
              <pc:docMk/>
              <pc:sldMasterMk cId="2507804819" sldId="2147483669"/>
              <pc:sldLayoutMk cId="2395643185" sldId="2147483662"/>
              <ac:spMk id="20" creationId="{A9A0EB9F-5240-3366-0373-E8B7C3C2A4FE}"/>
            </ac:spMkLst>
          </pc:spChg>
          <pc:picChg chg="mod">
            <ac:chgData name="NIES HUI WEN" userId="3541b9e0-606d-4c51-a83e-60dbee75d3cd" providerId="ADAL" clId="{AC05A3CE-0BA2-4162-A159-C2680868289E}" dt="2024-09-30T13:53:57.180" v="0"/>
            <ac:picMkLst>
              <pc:docMk/>
              <pc:sldMasterMk cId="2507804819" sldId="2147483669"/>
              <pc:sldLayoutMk cId="2395643185" sldId="2147483662"/>
              <ac:picMk id="19" creationId="{BAF7B2D7-FB34-55B3-113A-7F96DDA7A845}"/>
            </ac:picMkLst>
          </pc:picChg>
        </pc:sldLayoutChg>
        <pc:sldLayoutChg chg="modSp">
          <pc:chgData name="NIES HUI WEN" userId="3541b9e0-606d-4c51-a83e-60dbee75d3cd" providerId="ADAL" clId="{AC05A3CE-0BA2-4162-A159-C2680868289E}" dt="2024-09-30T13:53:57.180" v="0"/>
          <pc:sldLayoutMkLst>
            <pc:docMk/>
            <pc:sldMasterMk cId="2507804819" sldId="2147483669"/>
            <pc:sldLayoutMk cId="1788661840" sldId="2147483663"/>
          </pc:sldLayoutMkLst>
          <pc:spChg chg="mod">
            <ac:chgData name="NIES HUI WEN" userId="3541b9e0-606d-4c51-a83e-60dbee75d3cd" providerId="ADAL" clId="{AC05A3CE-0BA2-4162-A159-C2680868289E}" dt="2024-09-30T13:53:57.180" v="0"/>
            <ac:spMkLst>
              <pc:docMk/>
              <pc:sldMasterMk cId="2507804819" sldId="2147483669"/>
              <pc:sldLayoutMk cId="1788661840" sldId="2147483663"/>
              <ac:spMk id="10" creationId="{70ED001F-8063-F3C7-2FEF-E453A15D6F8A}"/>
            </ac:spMkLst>
          </pc:spChg>
          <pc:spChg chg="mod">
            <ac:chgData name="NIES HUI WEN" userId="3541b9e0-606d-4c51-a83e-60dbee75d3cd" providerId="ADAL" clId="{AC05A3CE-0BA2-4162-A159-C2680868289E}" dt="2024-09-30T13:53:57.180" v="0"/>
            <ac:spMkLst>
              <pc:docMk/>
              <pc:sldMasterMk cId="2507804819" sldId="2147483669"/>
              <pc:sldLayoutMk cId="1788661840" sldId="2147483663"/>
              <ac:spMk id="11" creationId="{F8584E66-4123-80C8-F229-404A09AEC330}"/>
            </ac:spMkLst>
          </pc:spChg>
          <pc:spChg chg="mod">
            <ac:chgData name="NIES HUI WEN" userId="3541b9e0-606d-4c51-a83e-60dbee75d3cd" providerId="ADAL" clId="{AC05A3CE-0BA2-4162-A159-C2680868289E}" dt="2024-09-30T13:53:57.180" v="0"/>
            <ac:spMkLst>
              <pc:docMk/>
              <pc:sldMasterMk cId="2507804819" sldId="2147483669"/>
              <pc:sldLayoutMk cId="1788661840" sldId="2147483663"/>
              <ac:spMk id="13" creationId="{CAE4AFB9-D289-5BB8-FC6E-3A98AE611BFD}"/>
            </ac:spMkLst>
          </pc:spChg>
          <pc:spChg chg="mod">
            <ac:chgData name="NIES HUI WEN" userId="3541b9e0-606d-4c51-a83e-60dbee75d3cd" providerId="ADAL" clId="{AC05A3CE-0BA2-4162-A159-C2680868289E}" dt="2024-09-30T13:53:57.180" v="0"/>
            <ac:spMkLst>
              <pc:docMk/>
              <pc:sldMasterMk cId="2507804819" sldId="2147483669"/>
              <pc:sldLayoutMk cId="1788661840" sldId="2147483663"/>
              <ac:spMk id="14" creationId="{559C5E7F-48AB-BACC-5157-81B702629420}"/>
            </ac:spMkLst>
          </pc:spChg>
          <pc:grpChg chg="mod">
            <ac:chgData name="NIES HUI WEN" userId="3541b9e0-606d-4c51-a83e-60dbee75d3cd" providerId="ADAL" clId="{AC05A3CE-0BA2-4162-A159-C2680868289E}" dt="2024-09-30T13:53:57.180" v="0"/>
            <ac:grpSpMkLst>
              <pc:docMk/>
              <pc:sldMasterMk cId="2507804819" sldId="2147483669"/>
              <pc:sldLayoutMk cId="1788661840" sldId="2147483663"/>
              <ac:grpSpMk id="9" creationId="{C2F26ABC-4A2D-3F29-949F-D733E61C91B2}"/>
            </ac:grpSpMkLst>
          </pc:grpChg>
          <pc:picChg chg="mod">
            <ac:chgData name="NIES HUI WEN" userId="3541b9e0-606d-4c51-a83e-60dbee75d3cd" providerId="ADAL" clId="{AC05A3CE-0BA2-4162-A159-C2680868289E}" dt="2024-09-30T13:53:57.180" v="0"/>
            <ac:picMkLst>
              <pc:docMk/>
              <pc:sldMasterMk cId="2507804819" sldId="2147483669"/>
              <pc:sldLayoutMk cId="1788661840" sldId="2147483663"/>
              <ac:picMk id="8" creationId="{1E117FA9-E26A-4F12-3480-6499E26C73F1}"/>
            </ac:picMkLst>
          </pc:picChg>
          <pc:picChg chg="mod">
            <ac:chgData name="NIES HUI WEN" userId="3541b9e0-606d-4c51-a83e-60dbee75d3cd" providerId="ADAL" clId="{AC05A3CE-0BA2-4162-A159-C2680868289E}" dt="2024-09-30T13:53:57.180" v="0"/>
            <ac:picMkLst>
              <pc:docMk/>
              <pc:sldMasterMk cId="2507804819" sldId="2147483669"/>
              <pc:sldLayoutMk cId="1788661840" sldId="2147483663"/>
              <ac:picMk id="17" creationId="{D450D105-3168-9AA2-1E36-18264E43F5DD}"/>
            </ac:picMkLst>
          </pc:picChg>
        </pc:sldLayoutChg>
        <pc:sldLayoutChg chg="modSp">
          <pc:chgData name="NIES HUI WEN" userId="3541b9e0-606d-4c51-a83e-60dbee75d3cd" providerId="ADAL" clId="{AC05A3CE-0BA2-4162-A159-C2680868289E}" dt="2024-09-30T13:53:57.180" v="0"/>
          <pc:sldLayoutMkLst>
            <pc:docMk/>
            <pc:sldMasterMk cId="2507804819" sldId="2147483669"/>
            <pc:sldLayoutMk cId="864249158" sldId="2147483664"/>
          </pc:sldLayoutMkLst>
          <pc:spChg chg="mod">
            <ac:chgData name="NIES HUI WEN" userId="3541b9e0-606d-4c51-a83e-60dbee75d3cd" providerId="ADAL" clId="{AC05A3CE-0BA2-4162-A159-C2680868289E}" dt="2024-09-30T13:53:57.180" v="0"/>
            <ac:spMkLst>
              <pc:docMk/>
              <pc:sldMasterMk cId="2507804819" sldId="2147483669"/>
              <pc:sldLayoutMk cId="864249158" sldId="2147483664"/>
              <ac:spMk id="2" creationId="{14354985-0AB8-E860-28D0-17AD10E6B863}"/>
            </ac:spMkLst>
          </pc:spChg>
          <pc:spChg chg="mod">
            <ac:chgData name="NIES HUI WEN" userId="3541b9e0-606d-4c51-a83e-60dbee75d3cd" providerId="ADAL" clId="{AC05A3CE-0BA2-4162-A159-C2680868289E}" dt="2024-09-30T13:53:57.180" v="0"/>
            <ac:spMkLst>
              <pc:docMk/>
              <pc:sldMasterMk cId="2507804819" sldId="2147483669"/>
              <pc:sldLayoutMk cId="864249158" sldId="2147483664"/>
              <ac:spMk id="6" creationId="{9C95F9B9-2A5B-F93A-EA33-600D61519C46}"/>
            </ac:spMkLst>
          </pc:spChg>
          <pc:grpChg chg="mod">
            <ac:chgData name="NIES HUI WEN" userId="3541b9e0-606d-4c51-a83e-60dbee75d3cd" providerId="ADAL" clId="{AC05A3CE-0BA2-4162-A159-C2680868289E}" dt="2024-09-30T13:53:57.180" v="0"/>
            <ac:grpSpMkLst>
              <pc:docMk/>
              <pc:sldMasterMk cId="2507804819" sldId="2147483669"/>
              <pc:sldLayoutMk cId="864249158" sldId="2147483664"/>
              <ac:grpSpMk id="10" creationId="{C7993728-E209-C557-FA87-A687A2439D90}"/>
            </ac:grpSpMkLst>
          </pc:grpChg>
          <pc:picChg chg="mod">
            <ac:chgData name="NIES HUI WEN" userId="3541b9e0-606d-4c51-a83e-60dbee75d3cd" providerId="ADAL" clId="{AC05A3CE-0BA2-4162-A159-C2680868289E}" dt="2024-09-30T13:53:57.180" v="0"/>
            <ac:picMkLst>
              <pc:docMk/>
              <pc:sldMasterMk cId="2507804819" sldId="2147483669"/>
              <pc:sldLayoutMk cId="864249158" sldId="2147483664"/>
              <ac:picMk id="12" creationId="{C291997A-C196-DCDE-0EA0-51D4FDEDADA6}"/>
            </ac:picMkLst>
          </pc:picChg>
          <pc:picChg chg="mod">
            <ac:chgData name="NIES HUI WEN" userId="3541b9e0-606d-4c51-a83e-60dbee75d3cd" providerId="ADAL" clId="{AC05A3CE-0BA2-4162-A159-C2680868289E}" dt="2024-09-30T13:53:57.180" v="0"/>
            <ac:picMkLst>
              <pc:docMk/>
              <pc:sldMasterMk cId="2507804819" sldId="2147483669"/>
              <pc:sldLayoutMk cId="864249158" sldId="2147483664"/>
              <ac:picMk id="13" creationId="{9AF4D5AD-886B-F49D-187E-EF188BA5C869}"/>
            </ac:picMkLst>
          </pc:picChg>
          <pc:picChg chg="mod">
            <ac:chgData name="NIES HUI WEN" userId="3541b9e0-606d-4c51-a83e-60dbee75d3cd" providerId="ADAL" clId="{AC05A3CE-0BA2-4162-A159-C2680868289E}" dt="2024-09-30T13:53:57.180" v="0"/>
            <ac:picMkLst>
              <pc:docMk/>
              <pc:sldMasterMk cId="2507804819" sldId="2147483669"/>
              <pc:sldLayoutMk cId="864249158" sldId="2147483664"/>
              <ac:picMk id="15" creationId="{0B5606AF-41C6-0137-32A8-807A0A5D0D48}"/>
            </ac:picMkLst>
          </pc:picChg>
          <pc:picChg chg="mod">
            <ac:chgData name="NIES HUI WEN" userId="3541b9e0-606d-4c51-a83e-60dbee75d3cd" providerId="ADAL" clId="{AC05A3CE-0BA2-4162-A159-C2680868289E}" dt="2024-09-30T13:53:57.180" v="0"/>
            <ac:picMkLst>
              <pc:docMk/>
              <pc:sldMasterMk cId="2507804819" sldId="2147483669"/>
              <pc:sldLayoutMk cId="864249158" sldId="2147483664"/>
              <ac:picMk id="16" creationId="{ADB128DF-CD31-0CEB-4D7C-71A658062365}"/>
            </ac:picMkLst>
          </pc:picChg>
          <pc:picChg chg="mod">
            <ac:chgData name="NIES HUI WEN" userId="3541b9e0-606d-4c51-a83e-60dbee75d3cd" providerId="ADAL" clId="{AC05A3CE-0BA2-4162-A159-C2680868289E}" dt="2024-09-30T13:53:57.180" v="0"/>
            <ac:picMkLst>
              <pc:docMk/>
              <pc:sldMasterMk cId="2507804819" sldId="2147483669"/>
              <pc:sldLayoutMk cId="864249158" sldId="2147483664"/>
              <ac:picMk id="25" creationId="{3FF214BE-EBD1-4C75-B559-2A68D3A7182D}"/>
            </ac:picMkLst>
          </pc:picChg>
        </pc:sldLayoutChg>
        <pc:sldLayoutChg chg="modSp">
          <pc:chgData name="NIES HUI WEN" userId="3541b9e0-606d-4c51-a83e-60dbee75d3cd" providerId="ADAL" clId="{AC05A3CE-0BA2-4162-A159-C2680868289E}" dt="2024-09-30T13:53:57.180" v="0"/>
          <pc:sldLayoutMkLst>
            <pc:docMk/>
            <pc:sldMasterMk cId="2507804819" sldId="2147483669"/>
            <pc:sldLayoutMk cId="1186884085" sldId="2147483666"/>
          </pc:sldLayoutMkLst>
          <pc:spChg chg="mod">
            <ac:chgData name="NIES HUI WEN" userId="3541b9e0-606d-4c51-a83e-60dbee75d3cd" providerId="ADAL" clId="{AC05A3CE-0BA2-4162-A159-C2680868289E}" dt="2024-09-30T13:53:57.180" v="0"/>
            <ac:spMkLst>
              <pc:docMk/>
              <pc:sldMasterMk cId="2507804819" sldId="2147483669"/>
              <pc:sldLayoutMk cId="1186884085" sldId="2147483666"/>
              <ac:spMk id="34" creationId="{6D44EBC3-45F4-19C6-0AEB-16C907B4BCB5}"/>
            </ac:spMkLst>
          </pc:spChg>
          <pc:picChg chg="mod">
            <ac:chgData name="NIES HUI WEN" userId="3541b9e0-606d-4c51-a83e-60dbee75d3cd" providerId="ADAL" clId="{AC05A3CE-0BA2-4162-A159-C2680868289E}" dt="2024-09-30T13:53:57.180" v="0"/>
            <ac:picMkLst>
              <pc:docMk/>
              <pc:sldMasterMk cId="2507804819" sldId="2147483669"/>
              <pc:sldLayoutMk cId="1186884085" sldId="2147483666"/>
              <ac:picMk id="36" creationId="{E22F56BC-829B-3BC8-96F9-8B26B69F0FD2}"/>
            </ac:picMkLst>
          </pc:picChg>
          <pc:picChg chg="mod">
            <ac:chgData name="NIES HUI WEN" userId="3541b9e0-606d-4c51-a83e-60dbee75d3cd" providerId="ADAL" clId="{AC05A3CE-0BA2-4162-A159-C2680868289E}" dt="2024-09-30T13:53:57.180" v="0"/>
            <ac:picMkLst>
              <pc:docMk/>
              <pc:sldMasterMk cId="2507804819" sldId="2147483669"/>
              <pc:sldLayoutMk cId="1186884085" sldId="2147483666"/>
              <ac:picMk id="41" creationId="{BBA782F0-1339-9AD7-88E8-E482862A0C73}"/>
            </ac:picMkLst>
          </pc:picChg>
          <pc:picChg chg="mod">
            <ac:chgData name="NIES HUI WEN" userId="3541b9e0-606d-4c51-a83e-60dbee75d3cd" providerId="ADAL" clId="{AC05A3CE-0BA2-4162-A159-C2680868289E}" dt="2024-09-30T13:53:57.180" v="0"/>
            <ac:picMkLst>
              <pc:docMk/>
              <pc:sldMasterMk cId="2507804819" sldId="2147483669"/>
              <pc:sldLayoutMk cId="1186884085" sldId="2147483666"/>
              <ac:picMk id="42" creationId="{955F31CF-FB2A-3612-E2CA-58665EF22E34}"/>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4171046270" sldId="2147483668"/>
          </pc:sldLayoutMkLst>
          <pc:cxnChg chg="mod">
            <ac:chgData name="NIES HUI WEN" userId="3541b9e0-606d-4c51-a83e-60dbee75d3cd" providerId="ADAL" clId="{AC05A3CE-0BA2-4162-A159-C2680868289E}" dt="2024-09-30T13:53:57.180" v="0"/>
            <ac:cxnSpMkLst>
              <pc:docMk/>
              <pc:sldMasterMk cId="1015553595" sldId="2147483648"/>
              <pc:sldLayoutMk cId="4171046270" sldId="2147483668"/>
              <ac:cxnSpMk id="8" creationId="{74C836B4-5E2D-D94D-B92C-56626921C682}"/>
            </ac:cxnSpMkLst>
          </pc:cxnChg>
        </pc:sldLayoutChg>
      </pc:sldMasterChg>
      <pc:sldMasterChg chg="modSldLayout">
        <pc:chgData name="NIES HUI WEN" userId="3541b9e0-606d-4c51-a83e-60dbee75d3cd" providerId="ADAL" clId="{AC05A3CE-0BA2-4162-A159-C2680868289E}" dt="2024-09-30T13:53:57.180" v="0"/>
        <pc:sldMasterMkLst>
          <pc:docMk/>
          <pc:sldMasterMk cId="2507804819" sldId="2147483669"/>
        </pc:sldMasterMkLst>
        <pc:sldLayoutChg chg="addSp">
          <pc:chgData name="NIES HUI WEN" userId="3541b9e0-606d-4c51-a83e-60dbee75d3cd" providerId="ADAL" clId="{AC05A3CE-0BA2-4162-A159-C2680868289E}" dt="2024-09-30T13:53:57.180" v="0"/>
          <pc:sldLayoutMkLst>
            <pc:docMk/>
            <pc:sldMasterMk cId="2507804819" sldId="2147483669"/>
            <pc:sldLayoutMk cId="2504704297" sldId="2147483670"/>
          </pc:sldLayoutMkLst>
          <pc:grpChg chg="add">
            <ac:chgData name="NIES HUI WEN" userId="3541b9e0-606d-4c51-a83e-60dbee75d3cd" providerId="ADAL" clId="{AC05A3CE-0BA2-4162-A159-C2680868289E}" dt="2024-09-30T13:53:57.180" v="0"/>
            <ac:grpSpMkLst>
              <pc:docMk/>
              <pc:sldMasterMk cId="2507804819" sldId="2147483669"/>
              <pc:sldLayoutMk cId="2504704297" sldId="2147483670"/>
              <ac:grpSpMk id="9" creationId="{CFF0DC2E-9ADA-3A5B-D2B1-1E7D9096B2D3}"/>
            </ac:grpSpMkLst>
          </pc:grpChg>
          <pc:grpChg chg="add">
            <ac:chgData name="NIES HUI WEN" userId="3541b9e0-606d-4c51-a83e-60dbee75d3cd" providerId="ADAL" clId="{AC05A3CE-0BA2-4162-A159-C2680868289E}" dt="2024-09-30T13:53:57.180" v="0"/>
            <ac:grpSpMkLst>
              <pc:docMk/>
              <pc:sldMasterMk cId="2507804819" sldId="2147483669"/>
              <pc:sldLayoutMk cId="2504704297" sldId="2147483670"/>
              <ac:grpSpMk id="12" creationId="{C03D020E-6726-DA6E-5682-5449ADC3DEC5}"/>
            </ac:grpSpMkLst>
          </pc:grpChg>
          <pc:picChg chg="add">
            <ac:chgData name="NIES HUI WEN" userId="3541b9e0-606d-4c51-a83e-60dbee75d3cd" providerId="ADAL" clId="{AC05A3CE-0BA2-4162-A159-C2680868289E}" dt="2024-09-30T13:53:57.180" v="0"/>
            <ac:picMkLst>
              <pc:docMk/>
              <pc:sldMasterMk cId="2507804819" sldId="2147483669"/>
              <pc:sldLayoutMk cId="2504704297" sldId="2147483670"/>
              <ac:picMk id="7" creationId="{90171FC3-CFC0-D315-6851-A16AA6337765}"/>
            </ac:picMkLst>
          </pc:picChg>
          <pc:picChg chg="add">
            <ac:chgData name="NIES HUI WEN" userId="3541b9e0-606d-4c51-a83e-60dbee75d3cd" providerId="ADAL" clId="{AC05A3CE-0BA2-4162-A159-C2680868289E}" dt="2024-09-30T13:53:57.180" v="0"/>
            <ac:picMkLst>
              <pc:docMk/>
              <pc:sldMasterMk cId="2507804819" sldId="2147483669"/>
              <pc:sldLayoutMk cId="2504704297" sldId="2147483670"/>
              <ac:picMk id="8" creationId="{8D16F159-2210-4BC5-DF80-53EA0ED004C4}"/>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2848203475" sldId="2147483671"/>
          </pc:sldLayoutMkLst>
          <pc:spChg chg="add">
            <ac:chgData name="NIES HUI WEN" userId="3541b9e0-606d-4c51-a83e-60dbee75d3cd" providerId="ADAL" clId="{AC05A3CE-0BA2-4162-A159-C2680868289E}" dt="2024-09-30T13:53:57.180" v="0"/>
            <ac:spMkLst>
              <pc:docMk/>
              <pc:sldMasterMk cId="2507804819" sldId="2147483669"/>
              <pc:sldLayoutMk cId="2848203475" sldId="2147483671"/>
              <ac:spMk id="8" creationId="{B4275398-D889-E817-996B-2CA833A24A7E}"/>
            </ac:spMkLst>
          </pc:spChg>
          <pc:spChg chg="add">
            <ac:chgData name="NIES HUI WEN" userId="3541b9e0-606d-4c51-a83e-60dbee75d3cd" providerId="ADAL" clId="{AC05A3CE-0BA2-4162-A159-C2680868289E}" dt="2024-09-30T13:53:57.180" v="0"/>
            <ac:spMkLst>
              <pc:docMk/>
              <pc:sldMasterMk cId="2507804819" sldId="2147483669"/>
              <pc:sldLayoutMk cId="2848203475" sldId="2147483671"/>
              <ac:spMk id="10" creationId="{6FA6DBF6-0605-083C-72D9-FA204CBE36B1}"/>
            </ac:spMkLst>
          </pc:spChg>
          <pc:grpChg chg="add">
            <ac:chgData name="NIES HUI WEN" userId="3541b9e0-606d-4c51-a83e-60dbee75d3cd" providerId="ADAL" clId="{AC05A3CE-0BA2-4162-A159-C2680868289E}" dt="2024-09-30T13:53:57.180" v="0"/>
            <ac:grpSpMkLst>
              <pc:docMk/>
              <pc:sldMasterMk cId="2507804819" sldId="2147483669"/>
              <pc:sldLayoutMk cId="2848203475" sldId="2147483671"/>
              <ac:grpSpMk id="11" creationId="{4DC7B18C-378E-E9A8-0F71-D85A922CFCC5}"/>
            </ac:grpSpMkLst>
          </pc:grpChg>
          <pc:picChg chg="add">
            <ac:chgData name="NIES HUI WEN" userId="3541b9e0-606d-4c51-a83e-60dbee75d3cd" providerId="ADAL" clId="{AC05A3CE-0BA2-4162-A159-C2680868289E}" dt="2024-09-30T13:53:57.180" v="0"/>
            <ac:picMkLst>
              <pc:docMk/>
              <pc:sldMasterMk cId="2507804819" sldId="2147483669"/>
              <pc:sldLayoutMk cId="2848203475" sldId="2147483671"/>
              <ac:picMk id="7" creationId="{FB07BA03-664D-C0A2-91DB-383020B77E5D}"/>
            </ac:picMkLst>
          </pc:picChg>
          <pc:picChg chg="add">
            <ac:chgData name="NIES HUI WEN" userId="3541b9e0-606d-4c51-a83e-60dbee75d3cd" providerId="ADAL" clId="{AC05A3CE-0BA2-4162-A159-C2680868289E}" dt="2024-09-30T13:53:57.180" v="0"/>
            <ac:picMkLst>
              <pc:docMk/>
              <pc:sldMasterMk cId="2507804819" sldId="2147483669"/>
              <pc:sldLayoutMk cId="2848203475" sldId="2147483671"/>
              <ac:picMk id="9" creationId="{A59FE003-EBE2-B34F-D39A-9CED71C4525A}"/>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90134314" sldId="2147483672"/>
          </pc:sldLayoutMkLst>
          <pc:grpChg chg="add">
            <ac:chgData name="NIES HUI WEN" userId="3541b9e0-606d-4c51-a83e-60dbee75d3cd" providerId="ADAL" clId="{AC05A3CE-0BA2-4162-A159-C2680868289E}" dt="2024-09-30T13:53:57.180" v="0"/>
            <ac:grpSpMkLst>
              <pc:docMk/>
              <pc:sldMasterMk cId="2507804819" sldId="2147483669"/>
              <pc:sldLayoutMk cId="90134314" sldId="2147483672"/>
              <ac:grpSpMk id="8" creationId="{EE6EAF1C-067E-EB6F-5425-D0AD85EC6816}"/>
            </ac:grpSpMkLst>
          </pc:grpChg>
          <pc:grpChg chg="add">
            <ac:chgData name="NIES HUI WEN" userId="3541b9e0-606d-4c51-a83e-60dbee75d3cd" providerId="ADAL" clId="{AC05A3CE-0BA2-4162-A159-C2680868289E}" dt="2024-09-30T13:53:57.180" v="0"/>
            <ac:grpSpMkLst>
              <pc:docMk/>
              <pc:sldMasterMk cId="2507804819" sldId="2147483669"/>
              <pc:sldLayoutMk cId="90134314" sldId="2147483672"/>
              <ac:grpSpMk id="12" creationId="{B2B53647-77D8-DD28-B589-A3B091BFA6D7}"/>
            </ac:grpSpMkLst>
          </pc:grpChg>
          <pc:grpChg chg="add">
            <ac:chgData name="NIES HUI WEN" userId="3541b9e0-606d-4c51-a83e-60dbee75d3cd" providerId="ADAL" clId="{AC05A3CE-0BA2-4162-A159-C2680868289E}" dt="2024-09-30T13:53:57.180" v="0"/>
            <ac:grpSpMkLst>
              <pc:docMk/>
              <pc:sldMasterMk cId="2507804819" sldId="2147483669"/>
              <pc:sldLayoutMk cId="90134314" sldId="2147483672"/>
              <ac:grpSpMk id="15" creationId="{71B91E51-3316-7B06-B268-4E397C624205}"/>
            </ac:grpSpMkLst>
          </pc:grpChg>
          <pc:picChg chg="add">
            <ac:chgData name="NIES HUI WEN" userId="3541b9e0-606d-4c51-a83e-60dbee75d3cd" providerId="ADAL" clId="{AC05A3CE-0BA2-4162-A159-C2680868289E}" dt="2024-09-30T13:53:57.180" v="0"/>
            <ac:picMkLst>
              <pc:docMk/>
              <pc:sldMasterMk cId="2507804819" sldId="2147483669"/>
              <pc:sldLayoutMk cId="90134314" sldId="2147483672"/>
              <ac:picMk id="7" creationId="{10E9F939-2607-68A3-DAAA-06EFC64920BE}"/>
            </ac:picMkLst>
          </pc:picChg>
          <pc:picChg chg="add">
            <ac:chgData name="NIES HUI WEN" userId="3541b9e0-606d-4c51-a83e-60dbee75d3cd" providerId="ADAL" clId="{AC05A3CE-0BA2-4162-A159-C2680868289E}" dt="2024-09-30T13:53:57.180" v="0"/>
            <ac:picMkLst>
              <pc:docMk/>
              <pc:sldMasterMk cId="2507804819" sldId="2147483669"/>
              <pc:sldLayoutMk cId="90134314" sldId="2147483672"/>
              <ac:picMk id="11" creationId="{EB56F32B-3256-4A3D-9B6D-741C84CB7615}"/>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1033304173" sldId="2147483673"/>
          </pc:sldLayoutMkLst>
          <pc:spChg chg="add">
            <ac:chgData name="NIES HUI WEN" userId="3541b9e0-606d-4c51-a83e-60dbee75d3cd" providerId="ADAL" clId="{AC05A3CE-0BA2-4162-A159-C2680868289E}" dt="2024-09-30T13:53:57.180" v="0"/>
            <ac:spMkLst>
              <pc:docMk/>
              <pc:sldMasterMk cId="2507804819" sldId="2147483669"/>
              <pc:sldLayoutMk cId="1033304173" sldId="2147483673"/>
              <ac:spMk id="9" creationId="{824612FF-215D-1455-0A29-4DA035E00732}"/>
            </ac:spMkLst>
          </pc:spChg>
          <pc:grpChg chg="add">
            <ac:chgData name="NIES HUI WEN" userId="3541b9e0-606d-4c51-a83e-60dbee75d3cd" providerId="ADAL" clId="{AC05A3CE-0BA2-4162-A159-C2680868289E}" dt="2024-09-30T13:53:57.180" v="0"/>
            <ac:grpSpMkLst>
              <pc:docMk/>
              <pc:sldMasterMk cId="2507804819" sldId="2147483669"/>
              <pc:sldLayoutMk cId="1033304173" sldId="2147483673"/>
              <ac:grpSpMk id="11" creationId="{7FA76F66-4B53-683D-EF29-CA76581C7AE4}"/>
            </ac:grpSpMkLst>
          </pc:grpChg>
          <pc:picChg chg="add">
            <ac:chgData name="NIES HUI WEN" userId="3541b9e0-606d-4c51-a83e-60dbee75d3cd" providerId="ADAL" clId="{AC05A3CE-0BA2-4162-A159-C2680868289E}" dt="2024-09-30T13:53:57.180" v="0"/>
            <ac:picMkLst>
              <pc:docMk/>
              <pc:sldMasterMk cId="2507804819" sldId="2147483669"/>
              <pc:sldLayoutMk cId="1033304173" sldId="2147483673"/>
              <ac:picMk id="8" creationId="{378AACD3-B9C5-EC94-641B-AACEF830AAB1}"/>
            </ac:picMkLst>
          </pc:picChg>
          <pc:picChg chg="add">
            <ac:chgData name="NIES HUI WEN" userId="3541b9e0-606d-4c51-a83e-60dbee75d3cd" providerId="ADAL" clId="{AC05A3CE-0BA2-4162-A159-C2680868289E}" dt="2024-09-30T13:53:57.180" v="0"/>
            <ac:picMkLst>
              <pc:docMk/>
              <pc:sldMasterMk cId="2507804819" sldId="2147483669"/>
              <pc:sldLayoutMk cId="1033304173" sldId="2147483673"/>
              <ac:picMk id="10" creationId="{D58BB554-2971-B84E-E171-C746B5A106DB}"/>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3258285411" sldId="2147483674"/>
          </pc:sldLayoutMkLst>
          <pc:spChg chg="add">
            <ac:chgData name="NIES HUI WEN" userId="3541b9e0-606d-4c51-a83e-60dbee75d3cd" providerId="ADAL" clId="{AC05A3CE-0BA2-4162-A159-C2680868289E}" dt="2024-09-30T13:53:57.180" v="0"/>
            <ac:spMkLst>
              <pc:docMk/>
              <pc:sldMasterMk cId="2507804819" sldId="2147483669"/>
              <pc:sldLayoutMk cId="3258285411" sldId="2147483674"/>
              <ac:spMk id="12" creationId="{7C194ED7-3211-3BCE-192B-1EC552E1005C}"/>
            </ac:spMkLst>
          </pc:spChg>
          <pc:grpChg chg="add">
            <ac:chgData name="NIES HUI WEN" userId="3541b9e0-606d-4c51-a83e-60dbee75d3cd" providerId="ADAL" clId="{AC05A3CE-0BA2-4162-A159-C2680868289E}" dt="2024-09-30T13:53:57.180" v="0"/>
            <ac:grpSpMkLst>
              <pc:docMk/>
              <pc:sldMasterMk cId="2507804819" sldId="2147483669"/>
              <pc:sldLayoutMk cId="3258285411" sldId="2147483674"/>
              <ac:grpSpMk id="13" creationId="{73AEA566-EEB8-FDAA-56AD-5C79B901DFBC}"/>
            </ac:grpSpMkLst>
          </pc:grpChg>
          <pc:picChg chg="add">
            <ac:chgData name="NIES HUI WEN" userId="3541b9e0-606d-4c51-a83e-60dbee75d3cd" providerId="ADAL" clId="{AC05A3CE-0BA2-4162-A159-C2680868289E}" dt="2024-09-30T13:53:57.180" v="0"/>
            <ac:picMkLst>
              <pc:docMk/>
              <pc:sldMasterMk cId="2507804819" sldId="2147483669"/>
              <pc:sldLayoutMk cId="3258285411" sldId="2147483674"/>
              <ac:picMk id="10" creationId="{6ED1CEB5-FD5C-7EF2-D61F-9BC9DEA2A912}"/>
            </ac:picMkLst>
          </pc:picChg>
          <pc:picChg chg="add">
            <ac:chgData name="NIES HUI WEN" userId="3541b9e0-606d-4c51-a83e-60dbee75d3cd" providerId="ADAL" clId="{AC05A3CE-0BA2-4162-A159-C2680868289E}" dt="2024-09-30T13:53:57.180" v="0"/>
            <ac:picMkLst>
              <pc:docMk/>
              <pc:sldMasterMk cId="2507804819" sldId="2147483669"/>
              <pc:sldLayoutMk cId="3258285411" sldId="2147483674"/>
              <ac:picMk id="11" creationId="{313069CC-5790-EA17-C10D-442762AF5BD1}"/>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4092657487" sldId="2147483675"/>
          </pc:sldLayoutMkLst>
          <pc:grpChg chg="add">
            <ac:chgData name="NIES HUI WEN" userId="3541b9e0-606d-4c51-a83e-60dbee75d3cd" providerId="ADAL" clId="{AC05A3CE-0BA2-4162-A159-C2680868289E}" dt="2024-09-30T13:53:57.180" v="0"/>
            <ac:grpSpMkLst>
              <pc:docMk/>
              <pc:sldMasterMk cId="2507804819" sldId="2147483669"/>
              <pc:sldLayoutMk cId="4092657487" sldId="2147483675"/>
              <ac:grpSpMk id="7" creationId="{A2CB288F-34D7-E66A-05F3-371B8D8B5521}"/>
            </ac:grpSpMkLst>
          </pc:grpChg>
          <pc:grpChg chg="add">
            <ac:chgData name="NIES HUI WEN" userId="3541b9e0-606d-4c51-a83e-60dbee75d3cd" providerId="ADAL" clId="{AC05A3CE-0BA2-4162-A159-C2680868289E}" dt="2024-09-30T13:53:57.180" v="0"/>
            <ac:grpSpMkLst>
              <pc:docMk/>
              <pc:sldMasterMk cId="2507804819" sldId="2147483669"/>
              <pc:sldLayoutMk cId="4092657487" sldId="2147483675"/>
              <ac:grpSpMk id="11" creationId="{C11F8B0F-FB90-FF67-0095-D3FA03C8E079}"/>
            </ac:grpSpMkLst>
          </pc:grpChg>
          <pc:picChg chg="add">
            <ac:chgData name="NIES HUI WEN" userId="3541b9e0-606d-4c51-a83e-60dbee75d3cd" providerId="ADAL" clId="{AC05A3CE-0BA2-4162-A159-C2680868289E}" dt="2024-09-30T13:53:57.180" v="0"/>
            <ac:picMkLst>
              <pc:docMk/>
              <pc:sldMasterMk cId="2507804819" sldId="2147483669"/>
              <pc:sldLayoutMk cId="4092657487" sldId="2147483675"/>
              <ac:picMk id="6" creationId="{54C0BA34-8AC3-A2FB-23E4-2EFAC0EDC89C}"/>
            </ac:picMkLst>
          </pc:picChg>
          <pc:picChg chg="add">
            <ac:chgData name="NIES HUI WEN" userId="3541b9e0-606d-4c51-a83e-60dbee75d3cd" providerId="ADAL" clId="{AC05A3CE-0BA2-4162-A159-C2680868289E}" dt="2024-09-30T13:53:57.180" v="0"/>
            <ac:picMkLst>
              <pc:docMk/>
              <pc:sldMasterMk cId="2507804819" sldId="2147483669"/>
              <pc:sldLayoutMk cId="4092657487" sldId="2147483675"/>
              <ac:picMk id="10" creationId="{7D98C7F7-8A95-3DF2-7C2C-46F2024A25A6}"/>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4251481354" sldId="2147483676"/>
          </pc:sldLayoutMkLst>
          <pc:grpChg chg="add">
            <ac:chgData name="NIES HUI WEN" userId="3541b9e0-606d-4c51-a83e-60dbee75d3cd" providerId="ADAL" clId="{AC05A3CE-0BA2-4162-A159-C2680868289E}" dt="2024-09-30T13:53:57.180" v="0"/>
            <ac:grpSpMkLst>
              <pc:docMk/>
              <pc:sldMasterMk cId="2507804819" sldId="2147483669"/>
              <pc:sldLayoutMk cId="4251481354" sldId="2147483676"/>
              <ac:grpSpMk id="7" creationId="{25EA5D01-1F5B-0579-5357-F04B1C36DD41}"/>
            </ac:grpSpMkLst>
          </pc:grpChg>
          <pc:picChg chg="add">
            <ac:chgData name="NIES HUI WEN" userId="3541b9e0-606d-4c51-a83e-60dbee75d3cd" providerId="ADAL" clId="{AC05A3CE-0BA2-4162-A159-C2680868289E}" dt="2024-09-30T13:53:57.180" v="0"/>
            <ac:picMkLst>
              <pc:docMk/>
              <pc:sldMasterMk cId="2507804819" sldId="2147483669"/>
              <pc:sldLayoutMk cId="4251481354" sldId="2147483676"/>
              <ac:picMk id="5" creationId="{0E127744-5329-BE88-7600-67232968D226}"/>
            </ac:picMkLst>
          </pc:picChg>
          <pc:picChg chg="add">
            <ac:chgData name="NIES HUI WEN" userId="3541b9e0-606d-4c51-a83e-60dbee75d3cd" providerId="ADAL" clId="{AC05A3CE-0BA2-4162-A159-C2680868289E}" dt="2024-09-30T13:53:57.180" v="0"/>
            <ac:picMkLst>
              <pc:docMk/>
              <pc:sldMasterMk cId="2507804819" sldId="2147483669"/>
              <pc:sldLayoutMk cId="4251481354" sldId="2147483676"/>
              <ac:picMk id="6" creationId="{7BC529A7-6F6D-F573-7D88-D49196FC625D}"/>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1756889104" sldId="2147483677"/>
          </pc:sldLayoutMkLst>
          <pc:spChg chg="add">
            <ac:chgData name="NIES HUI WEN" userId="3541b9e0-606d-4c51-a83e-60dbee75d3cd" providerId="ADAL" clId="{AC05A3CE-0BA2-4162-A159-C2680868289E}" dt="2024-09-30T13:53:57.180" v="0"/>
            <ac:spMkLst>
              <pc:docMk/>
              <pc:sldMasterMk cId="2507804819" sldId="2147483669"/>
              <pc:sldLayoutMk cId="1756889104" sldId="2147483677"/>
              <ac:spMk id="9" creationId="{9913A959-2E15-60E8-2B8A-9496F0FA5F9A}"/>
            </ac:spMkLst>
          </pc:spChg>
          <pc:spChg chg="add">
            <ac:chgData name="NIES HUI WEN" userId="3541b9e0-606d-4c51-a83e-60dbee75d3cd" providerId="ADAL" clId="{AC05A3CE-0BA2-4162-A159-C2680868289E}" dt="2024-09-30T13:53:57.180" v="0"/>
            <ac:spMkLst>
              <pc:docMk/>
              <pc:sldMasterMk cId="2507804819" sldId="2147483669"/>
              <pc:sldLayoutMk cId="1756889104" sldId="2147483677"/>
              <ac:spMk id="11" creationId="{790501B7-0232-8FF3-5CCC-91E5E5991F04}"/>
            </ac:spMkLst>
          </pc:spChg>
          <pc:grpChg chg="add">
            <ac:chgData name="NIES HUI WEN" userId="3541b9e0-606d-4c51-a83e-60dbee75d3cd" providerId="ADAL" clId="{AC05A3CE-0BA2-4162-A159-C2680868289E}" dt="2024-09-30T13:53:57.180" v="0"/>
            <ac:grpSpMkLst>
              <pc:docMk/>
              <pc:sldMasterMk cId="2507804819" sldId="2147483669"/>
              <pc:sldLayoutMk cId="1756889104" sldId="2147483677"/>
              <ac:grpSpMk id="12" creationId="{113E9740-171A-A412-EDDD-D2EA45FAF069}"/>
            </ac:grpSpMkLst>
          </pc:grpChg>
          <pc:picChg chg="add">
            <ac:chgData name="NIES HUI WEN" userId="3541b9e0-606d-4c51-a83e-60dbee75d3cd" providerId="ADAL" clId="{AC05A3CE-0BA2-4162-A159-C2680868289E}" dt="2024-09-30T13:53:57.180" v="0"/>
            <ac:picMkLst>
              <pc:docMk/>
              <pc:sldMasterMk cId="2507804819" sldId="2147483669"/>
              <pc:sldLayoutMk cId="1756889104" sldId="2147483677"/>
              <ac:picMk id="8" creationId="{69FB81E8-EA2C-506A-10FA-7D803AD901B3}"/>
            </ac:picMkLst>
          </pc:picChg>
          <pc:picChg chg="add">
            <ac:chgData name="NIES HUI WEN" userId="3541b9e0-606d-4c51-a83e-60dbee75d3cd" providerId="ADAL" clId="{AC05A3CE-0BA2-4162-A159-C2680868289E}" dt="2024-09-30T13:53:57.180" v="0"/>
            <ac:picMkLst>
              <pc:docMk/>
              <pc:sldMasterMk cId="2507804819" sldId="2147483669"/>
              <pc:sldLayoutMk cId="1756889104" sldId="2147483677"/>
              <ac:picMk id="10" creationId="{0B3C8A88-2471-C32B-3097-5E95BE8B6096}"/>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509BF-53EE-4D84-844F-BEC1430829BC}" type="datetimeFigureOut">
              <a:rPr lang="en-US" smtClean="0"/>
              <a:t>30-Sep-24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B6879-5321-45FF-A6AE-E6B1BB62CBAD}" type="slidenum">
              <a:rPr lang="en-US" smtClean="0"/>
              <a:t>‹#›</a:t>
            </a:fld>
            <a:endParaRPr lang="en-US"/>
          </a:p>
        </p:txBody>
      </p:sp>
    </p:spTree>
    <p:extLst>
      <p:ext uri="{BB962C8B-B14F-4D97-AF65-F5344CB8AC3E}">
        <p14:creationId xmlns:p14="http://schemas.microsoft.com/office/powerpoint/2010/main" val="3381741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uFillTx/>
            </a:endParaRPr>
          </a:p>
        </p:txBody>
      </p:sp>
      <p:sp>
        <p:nvSpPr>
          <p:cNvPr id="4" name="Slide Number Placeholder 3"/>
          <p:cNvSpPr>
            <a:spLocks noGrp="1"/>
          </p:cNvSpPr>
          <p:nvPr>
            <p:ph type="sldNum" sz="quarter" idx="5"/>
          </p:nvPr>
        </p:nvSpPr>
        <p:spPr/>
        <p:txBody>
          <a:bodyPr/>
          <a:lstStyle/>
          <a:p>
            <a:pPr>
              <a:defRPr>
                <a:uFillTx/>
              </a:defRPr>
            </a:pPr>
            <a:fld id="{77D76A01-9653-4E88-A0A9-E9EA91B8AD2B}" type="slidenum">
              <a:rPr lang="en-MY" smtClean="0">
                <a:uFillTx/>
              </a:rPr>
              <a:t>7</a:t>
            </a:fld>
            <a:endParaRPr lang="en-MY">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uFillTx/>
            </a:endParaRPr>
          </a:p>
        </p:txBody>
      </p:sp>
      <p:sp>
        <p:nvSpPr>
          <p:cNvPr id="4" name="Slide Number Placeholder 3"/>
          <p:cNvSpPr>
            <a:spLocks noGrp="1"/>
          </p:cNvSpPr>
          <p:nvPr>
            <p:ph type="sldNum" sz="quarter" idx="5"/>
          </p:nvPr>
        </p:nvSpPr>
        <p:spPr/>
        <p:txBody>
          <a:bodyPr/>
          <a:lstStyle/>
          <a:p>
            <a:pPr>
              <a:defRPr>
                <a:uFillTx/>
              </a:defRPr>
            </a:pPr>
            <a:fld id="{77D76A01-9653-4E88-A0A9-E9EA91B8AD2B}" type="slidenum">
              <a:rPr lang="en-MY" smtClean="0">
                <a:uFillTx/>
              </a:rPr>
              <a:t>11</a:t>
            </a:fld>
            <a:endParaRPr lang="en-MY">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tiff"/><Relationship Id="rId5" Type="http://schemas.openxmlformats.org/officeDocument/2006/relationships/image" Target="../media/image7.svg"/><Relationship Id="rId10" Type="http://schemas.openxmlformats.org/officeDocument/2006/relationships/image" Target="../media/image11.svg"/><Relationship Id="rId4" Type="http://schemas.openxmlformats.org/officeDocument/2006/relationships/image" Target="../media/image6.png"/><Relationship Id="rId9"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86F8EC-F961-443C-9167-26CCB144696A}" type="datetime1">
              <a:rPr lang="en-US" smtClean="0"/>
              <a:t>30-Sep-24</a:t>
            </a:fld>
            <a:endParaRPr lang="en-US"/>
          </a:p>
        </p:txBody>
      </p:sp>
      <p:sp>
        <p:nvSpPr>
          <p:cNvPr id="5" name="Footer Placeholder 4"/>
          <p:cNvSpPr>
            <a:spLocks noGrp="1"/>
          </p:cNvSpPr>
          <p:nvPr>
            <p:ph type="ftr" sz="quarter" idx="11"/>
          </p:nvPr>
        </p:nvSpPr>
        <p:spPr/>
        <p:txBody>
          <a:bodyPr/>
          <a:lstStyle/>
          <a:p>
            <a:r>
              <a:rPr lang="en-US"/>
              <a:t>SCSD2523 Database - Enhanced Entity Relationship Modeling</a:t>
            </a:r>
          </a:p>
        </p:txBody>
      </p:sp>
      <p:sp>
        <p:nvSpPr>
          <p:cNvPr id="6" name="Slide Number Placeholder 5"/>
          <p:cNvSpPr>
            <a:spLocks noGrp="1"/>
          </p:cNvSpPr>
          <p:nvPr>
            <p:ph type="sldNum" sz="quarter" idx="12"/>
          </p:nvPr>
        </p:nvSpPr>
        <p:spPr/>
        <p:txBody>
          <a:bodyPr/>
          <a:lstStyle/>
          <a:p>
            <a:fld id="{B5912E74-8957-4046-8937-1199D0665174}" type="slidenum">
              <a:rPr lang="en-US" smtClean="0"/>
              <a:pPr/>
              <a:t>‹#›</a:t>
            </a:fld>
            <a:endParaRPr lang="en-US" dirty="0"/>
          </a:p>
        </p:txBody>
      </p:sp>
      <p:pic>
        <p:nvPicPr>
          <p:cNvPr id="7" name="Picture 6">
            <a:extLst>
              <a:ext uri="{FF2B5EF4-FFF2-40B4-BE49-F238E27FC236}">
                <a16:creationId xmlns:a16="http://schemas.microsoft.com/office/drawing/2014/main" id="{90171FC3-CFC0-D315-6851-A16AA6337765}"/>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pic>
        <p:nvPicPr>
          <p:cNvPr id="8" name="Picture 7">
            <a:extLst>
              <a:ext uri="{FF2B5EF4-FFF2-40B4-BE49-F238E27FC236}">
                <a16:creationId xmlns:a16="http://schemas.microsoft.com/office/drawing/2014/main" id="{8D16F159-2210-4BC5-DF80-53EA0ED004C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9" name="Group 8">
            <a:extLst>
              <a:ext uri="{FF2B5EF4-FFF2-40B4-BE49-F238E27FC236}">
                <a16:creationId xmlns:a16="http://schemas.microsoft.com/office/drawing/2014/main" id="{CFF0DC2E-9ADA-3A5B-D2B1-1E7D9096B2D3}"/>
              </a:ext>
            </a:extLst>
          </p:cNvPr>
          <p:cNvGrpSpPr/>
          <p:nvPr userDrawn="1"/>
        </p:nvGrpSpPr>
        <p:grpSpPr>
          <a:xfrm>
            <a:off x="0" y="336866"/>
            <a:ext cx="628650" cy="390908"/>
            <a:chOff x="0" y="585597"/>
            <a:chExt cx="838200" cy="390908"/>
          </a:xfrm>
        </p:grpSpPr>
        <p:sp>
          <p:nvSpPr>
            <p:cNvPr id="10" name="Rectangle 9">
              <a:extLst>
                <a:ext uri="{FF2B5EF4-FFF2-40B4-BE49-F238E27FC236}">
                  <a16:creationId xmlns:a16="http://schemas.microsoft.com/office/drawing/2014/main" id="{29BF5FB8-85D8-13A7-0DD6-B8869C3A9E6B}"/>
                </a:ext>
              </a:extLst>
            </p:cNvPr>
            <p:cNvSpPr/>
            <p:nvPr userDrawn="1"/>
          </p:nvSpPr>
          <p:spPr>
            <a:xfrm>
              <a:off x="0" y="585598"/>
              <a:ext cx="624901"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Right Triangle 10">
              <a:extLst>
                <a:ext uri="{FF2B5EF4-FFF2-40B4-BE49-F238E27FC236}">
                  <a16:creationId xmlns:a16="http://schemas.microsoft.com/office/drawing/2014/main" id="{4B71D305-9055-FAA1-7185-633E9461C15B}"/>
                </a:ext>
              </a:extLst>
            </p:cNvPr>
            <p:cNvSpPr/>
            <p:nvPr userDrawn="1"/>
          </p:nvSpPr>
          <p:spPr>
            <a:xfrm flipV="1">
              <a:off x="624901" y="585597"/>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2" name="Group 11">
            <a:extLst>
              <a:ext uri="{FF2B5EF4-FFF2-40B4-BE49-F238E27FC236}">
                <a16:creationId xmlns:a16="http://schemas.microsoft.com/office/drawing/2014/main" id="{C03D020E-6726-DA6E-5682-5449ADC3DEC5}"/>
              </a:ext>
            </a:extLst>
          </p:cNvPr>
          <p:cNvGrpSpPr/>
          <p:nvPr userDrawn="1"/>
        </p:nvGrpSpPr>
        <p:grpSpPr>
          <a:xfrm>
            <a:off x="8936250" y="4900066"/>
            <a:ext cx="219291" cy="1456285"/>
            <a:chOff x="-22867" y="4982614"/>
            <a:chExt cx="292388" cy="1456285"/>
          </a:xfrm>
        </p:grpSpPr>
        <p:sp>
          <p:nvSpPr>
            <p:cNvPr id="13" name="Rectangle 12">
              <a:extLst>
                <a:ext uri="{FF2B5EF4-FFF2-40B4-BE49-F238E27FC236}">
                  <a16:creationId xmlns:a16="http://schemas.microsoft.com/office/drawing/2014/main" id="{3F7BBD07-944C-5AE0-1362-F4457B1A1BCC}"/>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13">
              <a:extLst>
                <a:ext uri="{FF2B5EF4-FFF2-40B4-BE49-F238E27FC236}">
                  <a16:creationId xmlns:a16="http://schemas.microsoft.com/office/drawing/2014/main" id="{2D7CFDD9-FA4E-B4B8-9DB2-567A06EFE9D2}"/>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504704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1C2D72-75A0-48C6-AD71-5DFF261BFDC6}" type="datetime1">
              <a:rPr lang="en-US" smtClean="0"/>
              <a:t>30-Sep-24</a:t>
            </a:fld>
            <a:endParaRPr lang="en-US"/>
          </a:p>
        </p:txBody>
      </p:sp>
      <p:sp>
        <p:nvSpPr>
          <p:cNvPr id="5" name="Footer Placeholder 4"/>
          <p:cNvSpPr>
            <a:spLocks noGrp="1"/>
          </p:cNvSpPr>
          <p:nvPr>
            <p:ph type="ftr" sz="quarter" idx="11"/>
          </p:nvPr>
        </p:nvSpPr>
        <p:spPr/>
        <p:txBody>
          <a:bodyPr/>
          <a:lstStyle/>
          <a:p>
            <a:r>
              <a:rPr lang="en-US"/>
              <a:t>SCSD2523 Database - Enhanced Entity Relationship Modeling</a:t>
            </a:r>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pic>
        <p:nvPicPr>
          <p:cNvPr id="7" name="Picture 6">
            <a:extLst>
              <a:ext uri="{FF2B5EF4-FFF2-40B4-BE49-F238E27FC236}">
                <a16:creationId xmlns:a16="http://schemas.microsoft.com/office/drawing/2014/main" id="{FB07BA03-664D-C0A2-91DB-383020B77E5D}"/>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8" name="Rectangle 7">
            <a:extLst>
              <a:ext uri="{FF2B5EF4-FFF2-40B4-BE49-F238E27FC236}">
                <a16:creationId xmlns:a16="http://schemas.microsoft.com/office/drawing/2014/main" id="{B4275398-D889-E817-996B-2CA833A24A7E}"/>
              </a:ext>
            </a:extLst>
          </p:cNvPr>
          <p:cNvSpPr/>
          <p:nvPr userDrawn="1"/>
        </p:nvSpPr>
        <p:spPr>
          <a:xfrm>
            <a:off x="2920816" y="21432"/>
            <a:ext cx="3345126" cy="2565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Picture 8">
            <a:extLst>
              <a:ext uri="{FF2B5EF4-FFF2-40B4-BE49-F238E27FC236}">
                <a16:creationId xmlns:a16="http://schemas.microsoft.com/office/drawing/2014/main" id="{A59FE003-EBE2-B34F-D39A-9CED71C452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sp>
        <p:nvSpPr>
          <p:cNvPr id="10" name="Rectangle 9">
            <a:extLst>
              <a:ext uri="{FF2B5EF4-FFF2-40B4-BE49-F238E27FC236}">
                <a16:creationId xmlns:a16="http://schemas.microsoft.com/office/drawing/2014/main" id="{6FA6DBF6-0605-083C-72D9-FA204CBE36B1}"/>
              </a:ext>
            </a:extLst>
          </p:cNvPr>
          <p:cNvSpPr/>
          <p:nvPr userDrawn="1"/>
        </p:nvSpPr>
        <p:spPr>
          <a:xfrm>
            <a:off x="-1" y="6808663"/>
            <a:ext cx="9186760" cy="10897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1" name="Group 10">
            <a:extLst>
              <a:ext uri="{FF2B5EF4-FFF2-40B4-BE49-F238E27FC236}">
                <a16:creationId xmlns:a16="http://schemas.microsoft.com/office/drawing/2014/main" id="{4DC7B18C-378E-E9A8-0F71-D85A922CFCC5}"/>
              </a:ext>
            </a:extLst>
          </p:cNvPr>
          <p:cNvGrpSpPr/>
          <p:nvPr userDrawn="1"/>
        </p:nvGrpSpPr>
        <p:grpSpPr>
          <a:xfrm>
            <a:off x="8936250" y="4900066"/>
            <a:ext cx="219291" cy="1456285"/>
            <a:chOff x="-22867" y="4982614"/>
            <a:chExt cx="292388" cy="1456285"/>
          </a:xfrm>
        </p:grpSpPr>
        <p:sp>
          <p:nvSpPr>
            <p:cNvPr id="12" name="Rectangle 11">
              <a:extLst>
                <a:ext uri="{FF2B5EF4-FFF2-40B4-BE49-F238E27FC236}">
                  <a16:creationId xmlns:a16="http://schemas.microsoft.com/office/drawing/2014/main" id="{DDAA09B7-E1D3-D8E5-1079-54BDAD8F1008}"/>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a:extLst>
                <a:ext uri="{FF2B5EF4-FFF2-40B4-BE49-F238E27FC236}">
                  <a16:creationId xmlns:a16="http://schemas.microsoft.com/office/drawing/2014/main" id="{9EA2769A-D726-CCDA-C8CC-DD0D2FAF7AFB}"/>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848203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37C648-4087-4251-9BC2-B5F9B5C742F7}" type="datetime1">
              <a:rPr lang="en-US" smtClean="0"/>
              <a:t>30-Sep-24</a:t>
            </a:fld>
            <a:endParaRPr lang="en-US"/>
          </a:p>
        </p:txBody>
      </p:sp>
      <p:sp>
        <p:nvSpPr>
          <p:cNvPr id="5" name="Footer Placeholder 4"/>
          <p:cNvSpPr>
            <a:spLocks noGrp="1"/>
          </p:cNvSpPr>
          <p:nvPr>
            <p:ph type="ftr" sz="quarter" idx="11"/>
          </p:nvPr>
        </p:nvSpPr>
        <p:spPr/>
        <p:txBody>
          <a:bodyPr/>
          <a:lstStyle/>
          <a:p>
            <a:r>
              <a:rPr lang="en-US"/>
              <a:t>SCSD2523 Database - Enhanced Entity Relationship Modeling</a:t>
            </a:r>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pic>
        <p:nvPicPr>
          <p:cNvPr id="7" name="Picture 6">
            <a:extLst>
              <a:ext uri="{FF2B5EF4-FFF2-40B4-BE49-F238E27FC236}">
                <a16:creationId xmlns:a16="http://schemas.microsoft.com/office/drawing/2014/main" id="{10E9F939-2607-68A3-DAAA-06EFC64920BE}"/>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grpSp>
        <p:nvGrpSpPr>
          <p:cNvPr id="8" name="Group 7">
            <a:extLst>
              <a:ext uri="{FF2B5EF4-FFF2-40B4-BE49-F238E27FC236}">
                <a16:creationId xmlns:a16="http://schemas.microsoft.com/office/drawing/2014/main" id="{EE6EAF1C-067E-EB6F-5425-D0AD85EC6816}"/>
              </a:ext>
            </a:extLst>
          </p:cNvPr>
          <p:cNvGrpSpPr/>
          <p:nvPr userDrawn="1"/>
        </p:nvGrpSpPr>
        <p:grpSpPr>
          <a:xfrm>
            <a:off x="0" y="6438899"/>
            <a:ext cx="3319088" cy="419100"/>
            <a:chOff x="0" y="6438899"/>
            <a:chExt cx="4425450" cy="419100"/>
          </a:xfrm>
        </p:grpSpPr>
        <p:sp>
          <p:nvSpPr>
            <p:cNvPr id="9" name="Rectangle 8">
              <a:extLst>
                <a:ext uri="{FF2B5EF4-FFF2-40B4-BE49-F238E27FC236}">
                  <a16:creationId xmlns:a16="http://schemas.microsoft.com/office/drawing/2014/main" id="{B22A1E16-BA39-4607-638D-AF16F3C808BE}"/>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ight Triangle 9">
              <a:extLst>
                <a:ext uri="{FF2B5EF4-FFF2-40B4-BE49-F238E27FC236}">
                  <a16:creationId xmlns:a16="http://schemas.microsoft.com/office/drawing/2014/main" id="{B5FB817D-0BAD-9442-6A19-B22265C5E9CF}"/>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1" name="Picture 10">
            <a:extLst>
              <a:ext uri="{FF2B5EF4-FFF2-40B4-BE49-F238E27FC236}">
                <a16:creationId xmlns:a16="http://schemas.microsoft.com/office/drawing/2014/main" id="{EB56F32B-3256-4A3D-9B6D-741C84CB76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12" name="Group 11">
            <a:extLst>
              <a:ext uri="{FF2B5EF4-FFF2-40B4-BE49-F238E27FC236}">
                <a16:creationId xmlns:a16="http://schemas.microsoft.com/office/drawing/2014/main" id="{B2B53647-77D8-DD28-B589-A3B091BFA6D7}"/>
              </a:ext>
            </a:extLst>
          </p:cNvPr>
          <p:cNvGrpSpPr/>
          <p:nvPr userDrawn="1"/>
        </p:nvGrpSpPr>
        <p:grpSpPr>
          <a:xfrm>
            <a:off x="0" y="0"/>
            <a:ext cx="1601261" cy="390908"/>
            <a:chOff x="0" y="0"/>
            <a:chExt cx="2135014" cy="390908"/>
          </a:xfrm>
        </p:grpSpPr>
        <p:sp>
          <p:nvSpPr>
            <p:cNvPr id="13" name="Rectangle 12">
              <a:extLst>
                <a:ext uri="{FF2B5EF4-FFF2-40B4-BE49-F238E27FC236}">
                  <a16:creationId xmlns:a16="http://schemas.microsoft.com/office/drawing/2014/main" id="{5A69581E-DBFB-C439-FDE4-6361990BB808}"/>
                </a:ext>
              </a:extLst>
            </p:cNvPr>
            <p:cNvSpPr/>
            <p:nvPr userDrawn="1"/>
          </p:nvSpPr>
          <p:spPr>
            <a:xfrm>
              <a:off x="0" y="1"/>
              <a:ext cx="1921715"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ight Triangle 13">
              <a:extLst>
                <a:ext uri="{FF2B5EF4-FFF2-40B4-BE49-F238E27FC236}">
                  <a16:creationId xmlns:a16="http://schemas.microsoft.com/office/drawing/2014/main" id="{D6716293-3A5B-C397-65E7-8AEDD573FF30}"/>
                </a:ext>
              </a:extLst>
            </p:cNvPr>
            <p:cNvSpPr/>
            <p:nvPr userDrawn="1"/>
          </p:nvSpPr>
          <p:spPr>
            <a:xfrm flipV="1">
              <a:off x="1921715" y="0"/>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5" name="Group 14">
            <a:extLst>
              <a:ext uri="{FF2B5EF4-FFF2-40B4-BE49-F238E27FC236}">
                <a16:creationId xmlns:a16="http://schemas.microsoft.com/office/drawing/2014/main" id="{71B91E51-3316-7B06-B268-4E397C624205}"/>
              </a:ext>
            </a:extLst>
          </p:cNvPr>
          <p:cNvGrpSpPr/>
          <p:nvPr userDrawn="1"/>
        </p:nvGrpSpPr>
        <p:grpSpPr>
          <a:xfrm>
            <a:off x="8936250" y="4900066"/>
            <a:ext cx="219291" cy="1456285"/>
            <a:chOff x="-22867" y="4982614"/>
            <a:chExt cx="292388" cy="1456285"/>
          </a:xfrm>
        </p:grpSpPr>
        <p:sp>
          <p:nvSpPr>
            <p:cNvPr id="16" name="Rectangle 15">
              <a:extLst>
                <a:ext uri="{FF2B5EF4-FFF2-40B4-BE49-F238E27FC236}">
                  <a16:creationId xmlns:a16="http://schemas.microsoft.com/office/drawing/2014/main" id="{194BDB4F-F831-B5DF-E9CE-D2854B0187E8}"/>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3A39DBE8-F875-FF8A-91B4-207B9FE7C508}"/>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90134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1C2B2D-FE3F-402C-8F0C-F605257554E1}" type="datetime1">
              <a:rPr lang="en-US" smtClean="0"/>
              <a:t>30-Sep-24</a:t>
            </a:fld>
            <a:endParaRPr lang="en-US"/>
          </a:p>
        </p:txBody>
      </p:sp>
      <p:sp>
        <p:nvSpPr>
          <p:cNvPr id="6" name="Footer Placeholder 5"/>
          <p:cNvSpPr>
            <a:spLocks noGrp="1"/>
          </p:cNvSpPr>
          <p:nvPr>
            <p:ph type="ftr" sz="quarter" idx="11"/>
          </p:nvPr>
        </p:nvSpPr>
        <p:spPr/>
        <p:txBody>
          <a:bodyPr/>
          <a:lstStyle/>
          <a:p>
            <a:r>
              <a:rPr lang="en-US"/>
              <a:t>SCSD2523 Database - Enhanced Entity Relationship Modeling</a:t>
            </a:r>
          </a:p>
        </p:txBody>
      </p:sp>
      <p:sp>
        <p:nvSpPr>
          <p:cNvPr id="7" name="Slide Number Placeholder 6"/>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378AACD3-B9C5-EC94-641B-AACEF830AAB1}"/>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9" name="Rectangle 8">
            <a:extLst>
              <a:ext uri="{FF2B5EF4-FFF2-40B4-BE49-F238E27FC236}">
                <a16:creationId xmlns:a16="http://schemas.microsoft.com/office/drawing/2014/main" id="{824612FF-215D-1455-0A29-4DA035E00732}"/>
              </a:ext>
            </a:extLst>
          </p:cNvPr>
          <p:cNvSpPr/>
          <p:nvPr userDrawn="1"/>
        </p:nvSpPr>
        <p:spPr>
          <a:xfrm>
            <a:off x="-28575" y="1690688"/>
            <a:ext cx="9172575" cy="5167312"/>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a:extLst>
              <a:ext uri="{FF2B5EF4-FFF2-40B4-BE49-F238E27FC236}">
                <a16:creationId xmlns:a16="http://schemas.microsoft.com/office/drawing/2014/main" id="{D58BB554-2971-B84E-E171-C746B5A106D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11" name="Group 10">
            <a:extLst>
              <a:ext uri="{FF2B5EF4-FFF2-40B4-BE49-F238E27FC236}">
                <a16:creationId xmlns:a16="http://schemas.microsoft.com/office/drawing/2014/main" id="{7FA76F66-4B53-683D-EF29-CA76581C7AE4}"/>
              </a:ext>
            </a:extLst>
          </p:cNvPr>
          <p:cNvGrpSpPr/>
          <p:nvPr userDrawn="1"/>
        </p:nvGrpSpPr>
        <p:grpSpPr>
          <a:xfrm>
            <a:off x="8936250" y="4900066"/>
            <a:ext cx="219291" cy="1456285"/>
            <a:chOff x="-22867" y="4982614"/>
            <a:chExt cx="292388" cy="1456285"/>
          </a:xfrm>
        </p:grpSpPr>
        <p:sp>
          <p:nvSpPr>
            <p:cNvPr id="12" name="Rectangle 11">
              <a:extLst>
                <a:ext uri="{FF2B5EF4-FFF2-40B4-BE49-F238E27FC236}">
                  <a16:creationId xmlns:a16="http://schemas.microsoft.com/office/drawing/2014/main" id="{2A4A82FB-6A05-AABF-B5FC-E28C3457C754}"/>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a:extLst>
                <a:ext uri="{FF2B5EF4-FFF2-40B4-BE49-F238E27FC236}">
                  <a16:creationId xmlns:a16="http://schemas.microsoft.com/office/drawing/2014/main" id="{4811880A-401F-D97C-D1B9-F9CD1C4C983C}"/>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033304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B40E18-FDF1-413F-9284-D2FE53B24D2E}" type="datetime1">
              <a:rPr lang="en-US" smtClean="0"/>
              <a:t>30-Sep-24</a:t>
            </a:fld>
            <a:endParaRPr lang="en-US"/>
          </a:p>
        </p:txBody>
      </p:sp>
      <p:sp>
        <p:nvSpPr>
          <p:cNvPr id="8" name="Footer Placeholder 7"/>
          <p:cNvSpPr>
            <a:spLocks noGrp="1"/>
          </p:cNvSpPr>
          <p:nvPr>
            <p:ph type="ftr" sz="quarter" idx="11"/>
          </p:nvPr>
        </p:nvSpPr>
        <p:spPr/>
        <p:txBody>
          <a:bodyPr/>
          <a:lstStyle/>
          <a:p>
            <a:r>
              <a:rPr lang="en-US"/>
              <a:t>SCSD2523 Database - Enhanced Entity Relationship Modeling</a:t>
            </a:r>
          </a:p>
        </p:txBody>
      </p:sp>
      <p:sp>
        <p:nvSpPr>
          <p:cNvPr id="9" name="Slide Number Placeholder 8"/>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6ED1CEB5-FD5C-7EF2-D61F-9BC9DEA2A912}"/>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pic>
        <p:nvPicPr>
          <p:cNvPr id="11" name="Picture 10">
            <a:extLst>
              <a:ext uri="{FF2B5EF4-FFF2-40B4-BE49-F238E27FC236}">
                <a16:creationId xmlns:a16="http://schemas.microsoft.com/office/drawing/2014/main" id="{313069CC-5790-EA17-C10D-442762AF5BD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sp>
        <p:nvSpPr>
          <p:cNvPr id="12" name="Rectangle 11">
            <a:extLst>
              <a:ext uri="{FF2B5EF4-FFF2-40B4-BE49-F238E27FC236}">
                <a16:creationId xmlns:a16="http://schemas.microsoft.com/office/drawing/2014/main" id="{7C194ED7-3211-3BCE-192B-1EC552E1005C}"/>
              </a:ext>
            </a:extLst>
          </p:cNvPr>
          <p:cNvSpPr/>
          <p:nvPr userDrawn="1"/>
        </p:nvSpPr>
        <p:spPr>
          <a:xfrm>
            <a:off x="5074" y="342266"/>
            <a:ext cx="7702229" cy="4571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3" name="Group 12">
            <a:extLst>
              <a:ext uri="{FF2B5EF4-FFF2-40B4-BE49-F238E27FC236}">
                <a16:creationId xmlns:a16="http://schemas.microsoft.com/office/drawing/2014/main" id="{73AEA566-EEB8-FDAA-56AD-5C79B901DFBC}"/>
              </a:ext>
            </a:extLst>
          </p:cNvPr>
          <p:cNvGrpSpPr/>
          <p:nvPr userDrawn="1"/>
        </p:nvGrpSpPr>
        <p:grpSpPr>
          <a:xfrm>
            <a:off x="8936250" y="4900066"/>
            <a:ext cx="219291" cy="1456285"/>
            <a:chOff x="-22867" y="4982614"/>
            <a:chExt cx="292388" cy="1456285"/>
          </a:xfrm>
        </p:grpSpPr>
        <p:sp>
          <p:nvSpPr>
            <p:cNvPr id="14" name="Rectangle 13">
              <a:extLst>
                <a:ext uri="{FF2B5EF4-FFF2-40B4-BE49-F238E27FC236}">
                  <a16:creationId xmlns:a16="http://schemas.microsoft.com/office/drawing/2014/main" id="{0C26F301-7D2D-34E6-E061-B0FD0E0016B7}"/>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TextBox 14">
              <a:extLst>
                <a:ext uri="{FF2B5EF4-FFF2-40B4-BE49-F238E27FC236}">
                  <a16:creationId xmlns:a16="http://schemas.microsoft.com/office/drawing/2014/main" id="{1314CD9B-7E35-67FD-A889-848ABA400E98}"/>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258285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AEEFC4-3B37-4E41-8EC6-7AA893110B12}" type="datetime1">
              <a:rPr lang="en-US" smtClean="0"/>
              <a:t>30-Sep-24</a:t>
            </a:fld>
            <a:endParaRPr lang="en-US"/>
          </a:p>
        </p:txBody>
      </p:sp>
      <p:sp>
        <p:nvSpPr>
          <p:cNvPr id="4" name="Footer Placeholder 3"/>
          <p:cNvSpPr>
            <a:spLocks noGrp="1"/>
          </p:cNvSpPr>
          <p:nvPr>
            <p:ph type="ftr" sz="quarter" idx="11"/>
          </p:nvPr>
        </p:nvSpPr>
        <p:spPr/>
        <p:txBody>
          <a:bodyPr/>
          <a:lstStyle/>
          <a:p>
            <a:r>
              <a:rPr lang="en-US"/>
              <a:t>SCSD2523 Database - Enhanced Entity Relationship Modeling</a:t>
            </a:r>
          </a:p>
        </p:txBody>
      </p:sp>
      <p:sp>
        <p:nvSpPr>
          <p:cNvPr id="5" name="Slide Number Placeholder 4"/>
          <p:cNvSpPr>
            <a:spLocks noGrp="1"/>
          </p:cNvSpPr>
          <p:nvPr>
            <p:ph type="sldNum" sz="quarter" idx="12"/>
          </p:nvPr>
        </p:nvSpPr>
        <p:spPr/>
        <p:txBody>
          <a:bodyPr/>
          <a:lstStyle/>
          <a:p>
            <a:fld id="{B5912E74-8957-4046-8937-1199D0665174}" type="slidenum">
              <a:rPr lang="en-US" smtClean="0"/>
              <a:t>‹#›</a:t>
            </a:fld>
            <a:endParaRPr lang="en-US"/>
          </a:p>
        </p:txBody>
      </p:sp>
      <p:pic>
        <p:nvPicPr>
          <p:cNvPr id="6" name="Picture 5">
            <a:extLst>
              <a:ext uri="{FF2B5EF4-FFF2-40B4-BE49-F238E27FC236}">
                <a16:creationId xmlns:a16="http://schemas.microsoft.com/office/drawing/2014/main" id="{54C0BA34-8AC3-A2FB-23E4-2EFAC0EDC89C}"/>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grpSp>
        <p:nvGrpSpPr>
          <p:cNvPr id="7" name="Group 6">
            <a:extLst>
              <a:ext uri="{FF2B5EF4-FFF2-40B4-BE49-F238E27FC236}">
                <a16:creationId xmlns:a16="http://schemas.microsoft.com/office/drawing/2014/main" id="{A2CB288F-34D7-E66A-05F3-371B8D8B5521}"/>
              </a:ext>
            </a:extLst>
          </p:cNvPr>
          <p:cNvGrpSpPr/>
          <p:nvPr userDrawn="1"/>
        </p:nvGrpSpPr>
        <p:grpSpPr>
          <a:xfrm flipH="1">
            <a:off x="6672360" y="6438900"/>
            <a:ext cx="2471641" cy="419101"/>
            <a:chOff x="0" y="6438899"/>
            <a:chExt cx="4425450" cy="419100"/>
          </a:xfrm>
        </p:grpSpPr>
        <p:sp>
          <p:nvSpPr>
            <p:cNvPr id="8" name="Rectangle 7">
              <a:extLst>
                <a:ext uri="{FF2B5EF4-FFF2-40B4-BE49-F238E27FC236}">
                  <a16:creationId xmlns:a16="http://schemas.microsoft.com/office/drawing/2014/main" id="{7702DF3D-A81A-B665-7AB4-7B1456C15F95}"/>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 name="Right Triangle 8">
              <a:extLst>
                <a:ext uri="{FF2B5EF4-FFF2-40B4-BE49-F238E27FC236}">
                  <a16:creationId xmlns:a16="http://schemas.microsoft.com/office/drawing/2014/main" id="{019EDDA4-4DE3-89B4-8B06-E59BC79D3109}"/>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0" name="Picture 9">
            <a:extLst>
              <a:ext uri="{FF2B5EF4-FFF2-40B4-BE49-F238E27FC236}">
                <a16:creationId xmlns:a16="http://schemas.microsoft.com/office/drawing/2014/main" id="{7D98C7F7-8A95-3DF2-7C2C-46F2024A2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11" name="Group 10">
            <a:extLst>
              <a:ext uri="{FF2B5EF4-FFF2-40B4-BE49-F238E27FC236}">
                <a16:creationId xmlns:a16="http://schemas.microsoft.com/office/drawing/2014/main" id="{C11F8B0F-FB90-FF67-0095-D3FA03C8E079}"/>
              </a:ext>
            </a:extLst>
          </p:cNvPr>
          <p:cNvGrpSpPr/>
          <p:nvPr userDrawn="1"/>
        </p:nvGrpSpPr>
        <p:grpSpPr>
          <a:xfrm>
            <a:off x="8936250" y="4900066"/>
            <a:ext cx="219291" cy="1456285"/>
            <a:chOff x="-22867" y="4982614"/>
            <a:chExt cx="292388" cy="1456285"/>
          </a:xfrm>
        </p:grpSpPr>
        <p:sp>
          <p:nvSpPr>
            <p:cNvPr id="12" name="Rectangle 11">
              <a:extLst>
                <a:ext uri="{FF2B5EF4-FFF2-40B4-BE49-F238E27FC236}">
                  <a16:creationId xmlns:a16="http://schemas.microsoft.com/office/drawing/2014/main" id="{0AEAF46B-D427-A568-CADF-2E227D214C7C}"/>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a:extLst>
                <a:ext uri="{FF2B5EF4-FFF2-40B4-BE49-F238E27FC236}">
                  <a16:creationId xmlns:a16="http://schemas.microsoft.com/office/drawing/2014/main" id="{1BBBD2F4-8370-F3FB-B24D-70331764339B}"/>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092657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B1A9F9-3FEA-44BC-A8BA-F269F09A8324}" type="datetime1">
              <a:rPr lang="en-US" smtClean="0"/>
              <a:t>30-Sep-24</a:t>
            </a:fld>
            <a:endParaRPr lang="en-US"/>
          </a:p>
        </p:txBody>
      </p:sp>
      <p:sp>
        <p:nvSpPr>
          <p:cNvPr id="3" name="Footer Placeholder 2"/>
          <p:cNvSpPr>
            <a:spLocks noGrp="1"/>
          </p:cNvSpPr>
          <p:nvPr>
            <p:ph type="ftr" sz="quarter" idx="11"/>
          </p:nvPr>
        </p:nvSpPr>
        <p:spPr/>
        <p:txBody>
          <a:bodyPr/>
          <a:lstStyle/>
          <a:p>
            <a:r>
              <a:rPr lang="en-US"/>
              <a:t>SCSD2523 Database - Enhanced Entity Relationship Modeling</a:t>
            </a:r>
          </a:p>
        </p:txBody>
      </p:sp>
      <p:sp>
        <p:nvSpPr>
          <p:cNvPr id="4" name="Slide Number Placeholder 3"/>
          <p:cNvSpPr>
            <a:spLocks noGrp="1"/>
          </p:cNvSpPr>
          <p:nvPr>
            <p:ph type="sldNum" sz="quarter" idx="12"/>
          </p:nvPr>
        </p:nvSpPr>
        <p:spPr/>
        <p:txBody>
          <a:bodyPr/>
          <a:lstStyle/>
          <a:p>
            <a:fld id="{B5912E74-8957-4046-8937-1199D0665174}" type="slidenum">
              <a:rPr lang="en-US" smtClean="0"/>
              <a:t>‹#›</a:t>
            </a:fld>
            <a:endParaRPr lang="en-US"/>
          </a:p>
        </p:txBody>
      </p:sp>
      <p:pic>
        <p:nvPicPr>
          <p:cNvPr id="5" name="Picture 4">
            <a:extLst>
              <a:ext uri="{FF2B5EF4-FFF2-40B4-BE49-F238E27FC236}">
                <a16:creationId xmlns:a16="http://schemas.microsoft.com/office/drawing/2014/main" id="{0E127744-5329-BE88-7600-67232968D226}"/>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pic>
        <p:nvPicPr>
          <p:cNvPr id="6" name="Picture 5">
            <a:extLst>
              <a:ext uri="{FF2B5EF4-FFF2-40B4-BE49-F238E27FC236}">
                <a16:creationId xmlns:a16="http://schemas.microsoft.com/office/drawing/2014/main" id="{7BC529A7-6F6D-F573-7D88-D49196FC62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7" name="Group 6">
            <a:extLst>
              <a:ext uri="{FF2B5EF4-FFF2-40B4-BE49-F238E27FC236}">
                <a16:creationId xmlns:a16="http://schemas.microsoft.com/office/drawing/2014/main" id="{25EA5D01-1F5B-0579-5357-F04B1C36DD41}"/>
              </a:ext>
            </a:extLst>
          </p:cNvPr>
          <p:cNvGrpSpPr/>
          <p:nvPr userDrawn="1"/>
        </p:nvGrpSpPr>
        <p:grpSpPr>
          <a:xfrm>
            <a:off x="8936250" y="4900066"/>
            <a:ext cx="219291" cy="1456285"/>
            <a:chOff x="-22867" y="4982614"/>
            <a:chExt cx="292388" cy="1456285"/>
          </a:xfrm>
        </p:grpSpPr>
        <p:sp>
          <p:nvSpPr>
            <p:cNvPr id="8" name="Rectangle 7">
              <a:extLst>
                <a:ext uri="{FF2B5EF4-FFF2-40B4-BE49-F238E27FC236}">
                  <a16:creationId xmlns:a16="http://schemas.microsoft.com/office/drawing/2014/main" id="{6867477B-B868-BC5A-DA6E-1F4D600A4DC8}"/>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C3ECCD91-7C64-36AA-C444-560ADEC0EB85}"/>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251481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CCC62D-D1A8-4022-8138-5D41A1DC3D7B}" type="datetime1">
              <a:rPr lang="en-US" smtClean="0"/>
              <a:t>30-Sep-24</a:t>
            </a:fld>
            <a:endParaRPr lang="en-US"/>
          </a:p>
        </p:txBody>
      </p:sp>
      <p:sp>
        <p:nvSpPr>
          <p:cNvPr id="6" name="Footer Placeholder 5"/>
          <p:cNvSpPr>
            <a:spLocks noGrp="1"/>
          </p:cNvSpPr>
          <p:nvPr>
            <p:ph type="ftr" sz="quarter" idx="11"/>
          </p:nvPr>
        </p:nvSpPr>
        <p:spPr/>
        <p:txBody>
          <a:bodyPr/>
          <a:lstStyle/>
          <a:p>
            <a:r>
              <a:rPr lang="en-US"/>
              <a:t>SCSD2523 Database - Enhanced Entity Relationship Modeling</a:t>
            </a:r>
          </a:p>
        </p:txBody>
      </p:sp>
      <p:sp>
        <p:nvSpPr>
          <p:cNvPr id="7" name="Slide Number Placeholder 6"/>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69FB81E8-EA2C-506A-10FA-7D803AD901B3}"/>
              </a:ext>
            </a:extLst>
          </p:cNvPr>
          <p:cNvPicPr>
            <a:picLocks noChangeAspect="1"/>
          </p:cNvPicPr>
          <p:nvPr userDrawn="1"/>
        </p:nvPicPr>
        <p:blipFill>
          <a:blip r:embed="rId2"/>
          <a:stretch>
            <a:fillRect/>
          </a:stretch>
        </p:blipFill>
        <p:spPr>
          <a:xfrm rot="10800000" flipV="1">
            <a:off x="3534946" y="1270"/>
            <a:ext cx="5334040" cy="1831461"/>
          </a:xfrm>
          <a:prstGeom prst="rect">
            <a:avLst/>
          </a:prstGeom>
        </p:spPr>
      </p:pic>
      <p:sp>
        <p:nvSpPr>
          <p:cNvPr id="9" name="Rectangle 8">
            <a:extLst>
              <a:ext uri="{FF2B5EF4-FFF2-40B4-BE49-F238E27FC236}">
                <a16:creationId xmlns:a16="http://schemas.microsoft.com/office/drawing/2014/main" id="{9913A959-2E15-60E8-2B8A-9496F0FA5F9A}"/>
              </a:ext>
            </a:extLst>
          </p:cNvPr>
          <p:cNvSpPr/>
          <p:nvPr userDrawn="1"/>
        </p:nvSpPr>
        <p:spPr>
          <a:xfrm>
            <a:off x="-28574" y="0"/>
            <a:ext cx="3573066"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a:extLst>
              <a:ext uri="{FF2B5EF4-FFF2-40B4-BE49-F238E27FC236}">
                <a16:creationId xmlns:a16="http://schemas.microsoft.com/office/drawing/2014/main" id="{0B3C8A88-2471-C32B-3097-5E95BE8B60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sp>
        <p:nvSpPr>
          <p:cNvPr id="11" name="Rectangle 10">
            <a:extLst>
              <a:ext uri="{FF2B5EF4-FFF2-40B4-BE49-F238E27FC236}">
                <a16:creationId xmlns:a16="http://schemas.microsoft.com/office/drawing/2014/main" id="{790501B7-0232-8FF3-5CCC-91E5E5991F04}"/>
              </a:ext>
            </a:extLst>
          </p:cNvPr>
          <p:cNvSpPr/>
          <p:nvPr userDrawn="1"/>
        </p:nvSpPr>
        <p:spPr>
          <a:xfrm rot="5400000">
            <a:off x="135965" y="3406639"/>
            <a:ext cx="6858000" cy="447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2" name="Group 11">
            <a:extLst>
              <a:ext uri="{FF2B5EF4-FFF2-40B4-BE49-F238E27FC236}">
                <a16:creationId xmlns:a16="http://schemas.microsoft.com/office/drawing/2014/main" id="{113E9740-171A-A412-EDDD-D2EA45FAF069}"/>
              </a:ext>
            </a:extLst>
          </p:cNvPr>
          <p:cNvGrpSpPr/>
          <p:nvPr userDrawn="1"/>
        </p:nvGrpSpPr>
        <p:grpSpPr>
          <a:xfrm>
            <a:off x="8936250" y="4900066"/>
            <a:ext cx="219291" cy="1456285"/>
            <a:chOff x="-22867" y="4982614"/>
            <a:chExt cx="292388" cy="1456285"/>
          </a:xfrm>
        </p:grpSpPr>
        <p:sp>
          <p:nvSpPr>
            <p:cNvPr id="13" name="Rectangle 12">
              <a:extLst>
                <a:ext uri="{FF2B5EF4-FFF2-40B4-BE49-F238E27FC236}">
                  <a16:creationId xmlns:a16="http://schemas.microsoft.com/office/drawing/2014/main" id="{EFBF0439-E038-C2C2-BFEE-68AEC9D8B293}"/>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13">
              <a:extLst>
                <a:ext uri="{FF2B5EF4-FFF2-40B4-BE49-F238E27FC236}">
                  <a16:creationId xmlns:a16="http://schemas.microsoft.com/office/drawing/2014/main" id="{E9823F29-B75D-8633-7ADB-8282A170662E}"/>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756889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624F62-5785-4C65-8FDA-027404D311DA}" type="datetime1">
              <a:rPr lang="en-US" smtClean="0"/>
              <a:t>30-Sep-24</a:t>
            </a:fld>
            <a:endParaRPr lang="en-US"/>
          </a:p>
        </p:txBody>
      </p:sp>
      <p:sp>
        <p:nvSpPr>
          <p:cNvPr id="6" name="Footer Placeholder 5"/>
          <p:cNvSpPr>
            <a:spLocks noGrp="1"/>
          </p:cNvSpPr>
          <p:nvPr>
            <p:ph type="ftr" sz="quarter" idx="11"/>
          </p:nvPr>
        </p:nvSpPr>
        <p:spPr/>
        <p:txBody>
          <a:bodyPr/>
          <a:lstStyle/>
          <a:p>
            <a:r>
              <a:rPr lang="en-US"/>
              <a:t>SCSD2523 Database - Enhanced Entity Relationship Modeling</a:t>
            </a:r>
          </a:p>
        </p:txBody>
      </p:sp>
      <p:sp>
        <p:nvSpPr>
          <p:cNvPr id="7" name="Slide Number Placeholder 6"/>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1041489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98F5D8-78B4-41C4-9F3E-8AAE3DDB67CF}" type="datetime1">
              <a:rPr lang="en-US" smtClean="0"/>
              <a:t>30-Sep-24</a:t>
            </a:fld>
            <a:endParaRPr lang="en-US"/>
          </a:p>
        </p:txBody>
      </p:sp>
      <p:sp>
        <p:nvSpPr>
          <p:cNvPr id="5" name="Footer Placeholder 4"/>
          <p:cNvSpPr>
            <a:spLocks noGrp="1"/>
          </p:cNvSpPr>
          <p:nvPr>
            <p:ph type="ftr" sz="quarter" idx="11"/>
          </p:nvPr>
        </p:nvSpPr>
        <p:spPr/>
        <p:txBody>
          <a:bodyPr/>
          <a:lstStyle/>
          <a:p>
            <a:r>
              <a:rPr lang="en-US"/>
              <a:t>SCSD2523 Database - Enhanced Entity Relationship Modeling</a:t>
            </a:r>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1305159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1CD12A-73F4-496A-9474-A565473D6099}" type="datetime1">
              <a:rPr lang="en-US" smtClean="0"/>
              <a:t>30-Sep-24</a:t>
            </a:fld>
            <a:endParaRPr lang="en-US"/>
          </a:p>
        </p:txBody>
      </p:sp>
      <p:sp>
        <p:nvSpPr>
          <p:cNvPr id="5" name="Footer Placeholder 4"/>
          <p:cNvSpPr>
            <a:spLocks noGrp="1"/>
          </p:cNvSpPr>
          <p:nvPr>
            <p:ph type="ftr" sz="quarter" idx="11"/>
          </p:nvPr>
        </p:nvSpPr>
        <p:spPr/>
        <p:txBody>
          <a:bodyPr/>
          <a:lstStyle/>
          <a:p>
            <a:r>
              <a:rPr lang="en-US"/>
              <a:t>SCSD2523 Database - Enhanced Entity Relationship Modeling</a:t>
            </a:r>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809204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A77FC49-908E-7282-71D1-FF9B45CC794D}"/>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tretch>
            <a:fillRect/>
          </a:stretch>
        </p:blipFill>
        <p:spPr>
          <a:xfrm rot="16200000">
            <a:off x="211027" y="-211028"/>
            <a:ext cx="6880030" cy="7302083"/>
          </a:xfrm>
          <a:prstGeom prst="rect">
            <a:avLst/>
          </a:prstGeom>
        </p:spPr>
      </p:pic>
      <p:pic>
        <p:nvPicPr>
          <p:cNvPr id="11" name="Picture 10">
            <a:extLst>
              <a:ext uri="{FF2B5EF4-FFF2-40B4-BE49-F238E27FC236}">
                <a16:creationId xmlns:a16="http://schemas.microsoft.com/office/drawing/2014/main" id="{B9FB5ACA-D821-A539-94D6-EEC7337F3AF1}"/>
              </a:ext>
            </a:extLst>
          </p:cNvPr>
          <p:cNvPicPr>
            <a:picLocks noChangeAspect="1"/>
          </p:cNvPicPr>
          <p:nvPr userDrawn="1"/>
        </p:nvPicPr>
        <p:blipFill>
          <a:blip r:embed="rId3">
            <a:alphaModFix amt="99000"/>
          </a:blip>
          <a:stretch>
            <a:fillRect/>
          </a:stretch>
        </p:blipFill>
        <p:spPr>
          <a:xfrm rot="10800000" flipV="1">
            <a:off x="44320" y="1"/>
            <a:ext cx="9055360" cy="3109189"/>
          </a:xfrm>
          <a:prstGeom prst="rect">
            <a:avLst/>
          </a:prstGeom>
        </p:spPr>
      </p:pic>
      <p:sp>
        <p:nvSpPr>
          <p:cNvPr id="3" name="Rectangle 2">
            <a:extLst>
              <a:ext uri="{FF2B5EF4-FFF2-40B4-BE49-F238E27FC236}">
                <a16:creationId xmlns:a16="http://schemas.microsoft.com/office/drawing/2014/main" id="{6500D8EF-2DF1-88B7-4784-92F60D932A2D}"/>
              </a:ext>
            </a:extLst>
          </p:cNvPr>
          <p:cNvSpPr/>
          <p:nvPr userDrawn="1"/>
        </p:nvSpPr>
        <p:spPr>
          <a:xfrm rot="5400000">
            <a:off x="4429545" y="2165578"/>
            <a:ext cx="284909" cy="9144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TextBox 3">
            <a:extLst>
              <a:ext uri="{FF2B5EF4-FFF2-40B4-BE49-F238E27FC236}">
                <a16:creationId xmlns:a16="http://schemas.microsoft.com/office/drawing/2014/main" id="{E7418E44-B184-3318-E83E-1ED0427C4C32}"/>
              </a:ext>
            </a:extLst>
          </p:cNvPr>
          <p:cNvSpPr txBox="1"/>
          <p:nvPr userDrawn="1"/>
        </p:nvSpPr>
        <p:spPr>
          <a:xfrm>
            <a:off x="4109523" y="6595122"/>
            <a:ext cx="1032976" cy="219291"/>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spTree>
    <p:extLst>
      <p:ext uri="{BB962C8B-B14F-4D97-AF65-F5344CB8AC3E}">
        <p14:creationId xmlns:p14="http://schemas.microsoft.com/office/powerpoint/2010/main" val="952465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ayout20">
    <p:bg>
      <p:bgPr>
        <a:solidFill>
          <a:srgbClr val="4B473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1AA9A-AEC4-6046-A3F2-5369021A386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EC475A35-BAA4-3243-952D-99C48B8346A8}"/>
              </a:ext>
            </a:extLst>
          </p:cNvPr>
          <p:cNvSpPr>
            <a:spLocks noGrp="1"/>
          </p:cNvSpPr>
          <p:nvPr>
            <p:ph type="sldNum" sz="quarter" idx="10"/>
          </p:nvPr>
        </p:nvSpPr>
        <p:spPr/>
        <p:txBody>
          <a:bodyPr/>
          <a:lstStyle/>
          <a:p>
            <a:pPr>
              <a:defRPr/>
            </a:pPr>
            <a:fld id="{3F781150-1FB5-914F-8F90-3BA38EB3A9B3}" type="slidenum">
              <a:rPr lang="en-US" smtClean="0"/>
              <a:pPr>
                <a:defRPr/>
              </a:pPr>
              <a:t>‹#›</a:t>
            </a:fld>
            <a:endParaRPr lang="en-US"/>
          </a:p>
        </p:txBody>
      </p:sp>
      <p:cxnSp>
        <p:nvCxnSpPr>
          <p:cNvPr id="8" name="Straight Connector 7">
            <a:extLst>
              <a:ext uri="{FF2B5EF4-FFF2-40B4-BE49-F238E27FC236}">
                <a16:creationId xmlns:a16="http://schemas.microsoft.com/office/drawing/2014/main" id="{74C836B4-5E2D-D94D-B92C-56626921C682}"/>
              </a:ext>
            </a:extLst>
          </p:cNvPr>
          <p:cNvCxnSpPr/>
          <p:nvPr userDrawn="1"/>
        </p:nvCxnSpPr>
        <p:spPr>
          <a:xfrm>
            <a:off x="-9525" y="101600"/>
            <a:ext cx="914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05866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0C8336-6E97-19E8-88CA-FE902FF18424}"/>
              </a:ext>
            </a:extLst>
          </p:cNvPr>
          <p:cNvSpPr>
            <a:spLocks noGrp="1"/>
          </p:cNvSpPr>
          <p:nvPr>
            <p:ph type="dt" sz="half" idx="10"/>
          </p:nvPr>
        </p:nvSpPr>
        <p:spPr/>
        <p:txBody>
          <a:bodyPr/>
          <a:lstStyle/>
          <a:p>
            <a:fld id="{BA10176C-059B-43AC-A937-1C9EF52BF8F6}" type="datetime1">
              <a:rPr lang="en-US" smtClean="0"/>
              <a:t>30-Sep-24</a:t>
            </a:fld>
            <a:endParaRPr lang="en-US"/>
          </a:p>
        </p:txBody>
      </p:sp>
      <p:sp>
        <p:nvSpPr>
          <p:cNvPr id="4" name="Footer Placeholder 3">
            <a:extLst>
              <a:ext uri="{FF2B5EF4-FFF2-40B4-BE49-F238E27FC236}">
                <a16:creationId xmlns:a16="http://schemas.microsoft.com/office/drawing/2014/main" id="{940694A3-909C-4BC7-8684-CF6A8DF611AC}"/>
              </a:ext>
            </a:extLst>
          </p:cNvPr>
          <p:cNvSpPr>
            <a:spLocks noGrp="1"/>
          </p:cNvSpPr>
          <p:nvPr>
            <p:ph type="ftr" sz="quarter" idx="11"/>
          </p:nvPr>
        </p:nvSpPr>
        <p:spPr/>
        <p:txBody>
          <a:bodyPr/>
          <a:lstStyle/>
          <a:p>
            <a:r>
              <a:rPr lang="en-US"/>
              <a:t>SCSD2523 Database - Enhanced Entity Relationship Modeling</a:t>
            </a:r>
            <a:endParaRPr lang="en-US" dirty="0"/>
          </a:p>
        </p:txBody>
      </p:sp>
      <p:sp>
        <p:nvSpPr>
          <p:cNvPr id="5" name="Slide Number Placeholder 4">
            <a:extLst>
              <a:ext uri="{FF2B5EF4-FFF2-40B4-BE49-F238E27FC236}">
                <a16:creationId xmlns:a16="http://schemas.microsoft.com/office/drawing/2014/main" id="{0EA586F0-1709-92BF-CEC8-7DFA93F8091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C7993728-E209-C557-FA87-A687A2439D90}"/>
              </a:ext>
            </a:extLst>
          </p:cNvPr>
          <p:cNvGrpSpPr/>
          <p:nvPr userDrawn="1"/>
        </p:nvGrpSpPr>
        <p:grpSpPr>
          <a:xfrm>
            <a:off x="0" y="0"/>
            <a:ext cx="3242592" cy="7438348"/>
            <a:chOff x="0" y="0"/>
            <a:chExt cx="4323456" cy="7438348"/>
          </a:xfrm>
        </p:grpSpPr>
        <p:pic>
          <p:nvPicPr>
            <p:cNvPr id="12" name="Graphic 11">
              <a:extLst>
                <a:ext uri="{FF2B5EF4-FFF2-40B4-BE49-F238E27FC236}">
                  <a16:creationId xmlns:a16="http://schemas.microsoft.com/office/drawing/2014/main" id="{C291997A-C196-DCDE-0EA0-51D4FDEDA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18649" cy="4463581"/>
            </a:xfrm>
            <a:prstGeom prst="rect">
              <a:avLst/>
            </a:prstGeom>
          </p:spPr>
        </p:pic>
        <p:sp>
          <p:nvSpPr>
            <p:cNvPr id="2" name="Parallelogram 1">
              <a:extLst>
                <a:ext uri="{FF2B5EF4-FFF2-40B4-BE49-F238E27FC236}">
                  <a16:creationId xmlns:a16="http://schemas.microsoft.com/office/drawing/2014/main" id="{14354985-0AB8-E860-28D0-17AD10E6B863}"/>
                </a:ext>
              </a:extLst>
            </p:cNvPr>
            <p:cNvSpPr/>
            <p:nvPr userDrawn="1"/>
          </p:nvSpPr>
          <p:spPr>
            <a:xfrm rot="8446488">
              <a:off x="1155879" y="3069975"/>
              <a:ext cx="2214654" cy="3120244"/>
            </a:xfrm>
            <a:prstGeom prst="parallelogram">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Parallelogram 5">
              <a:extLst>
                <a:ext uri="{FF2B5EF4-FFF2-40B4-BE49-F238E27FC236}">
                  <a16:creationId xmlns:a16="http://schemas.microsoft.com/office/drawing/2014/main" id="{9C95F9B9-2A5B-F93A-EA33-600D61519C46}"/>
                </a:ext>
              </a:extLst>
            </p:cNvPr>
            <p:cNvSpPr/>
            <p:nvPr userDrawn="1"/>
          </p:nvSpPr>
          <p:spPr>
            <a:xfrm rot="8446488">
              <a:off x="2539020" y="5497285"/>
              <a:ext cx="1784436" cy="1941063"/>
            </a:xfrm>
            <a:custGeom>
              <a:avLst/>
              <a:gdLst>
                <a:gd name="connsiteX0" fmla="*/ 0 w 2214654"/>
                <a:gd name="connsiteY0" fmla="*/ 3120244 h 3120244"/>
                <a:gd name="connsiteX1" fmla="*/ 553664 w 2214654"/>
                <a:gd name="connsiteY1" fmla="*/ 0 h 3120244"/>
                <a:gd name="connsiteX2" fmla="*/ 2214654 w 2214654"/>
                <a:gd name="connsiteY2" fmla="*/ 0 h 3120244"/>
                <a:gd name="connsiteX3" fmla="*/ 1660991 w 2214654"/>
                <a:gd name="connsiteY3" fmla="*/ 3120244 h 3120244"/>
                <a:gd name="connsiteX4" fmla="*/ 0 w 2214654"/>
                <a:gd name="connsiteY4" fmla="*/ 3120244 h 3120244"/>
                <a:gd name="connsiteX0" fmla="*/ 0 w 2214654"/>
                <a:gd name="connsiteY0" fmla="*/ 3120244 h 3120244"/>
                <a:gd name="connsiteX1" fmla="*/ 341522 w 2214654"/>
                <a:gd name="connsiteY1" fmla="*/ 1179181 h 3120244"/>
                <a:gd name="connsiteX2" fmla="*/ 2214654 w 2214654"/>
                <a:gd name="connsiteY2" fmla="*/ 0 h 3120244"/>
                <a:gd name="connsiteX3" fmla="*/ 1660991 w 2214654"/>
                <a:gd name="connsiteY3" fmla="*/ 3120244 h 3120244"/>
                <a:gd name="connsiteX4" fmla="*/ 0 w 2214654"/>
                <a:gd name="connsiteY4" fmla="*/ 3120244 h 3120244"/>
                <a:gd name="connsiteX0" fmla="*/ 0 w 1784436"/>
                <a:gd name="connsiteY0" fmla="*/ 1941063 h 1941063"/>
                <a:gd name="connsiteX1" fmla="*/ 341522 w 1784436"/>
                <a:gd name="connsiteY1" fmla="*/ 0 h 1941063"/>
                <a:gd name="connsiteX2" fmla="*/ 1784436 w 1784436"/>
                <a:gd name="connsiteY2" fmla="*/ 1205605 h 1941063"/>
                <a:gd name="connsiteX3" fmla="*/ 1660991 w 1784436"/>
                <a:gd name="connsiteY3" fmla="*/ 1941063 h 1941063"/>
                <a:gd name="connsiteX4" fmla="*/ 0 w 1784436"/>
                <a:gd name="connsiteY4" fmla="*/ 1941063 h 194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36" h="1941063">
                  <a:moveTo>
                    <a:pt x="0" y="1941063"/>
                  </a:moveTo>
                  <a:lnTo>
                    <a:pt x="341522" y="0"/>
                  </a:lnTo>
                  <a:lnTo>
                    <a:pt x="1784436" y="1205605"/>
                  </a:lnTo>
                  <a:lnTo>
                    <a:pt x="1660991" y="1941063"/>
                  </a:lnTo>
                  <a:lnTo>
                    <a:pt x="0" y="1941063"/>
                  </a:lnTo>
                  <a:close/>
                </a:path>
              </a:pathLst>
            </a:cu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5" name="Graphic 14">
            <a:extLst>
              <a:ext uri="{FF2B5EF4-FFF2-40B4-BE49-F238E27FC236}">
                <a16:creationId xmlns:a16="http://schemas.microsoft.com/office/drawing/2014/main" id="{0B5606AF-41C6-0137-32A8-807A0A5D0D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594748" y="-1062392"/>
            <a:ext cx="1803810" cy="3385097"/>
          </a:xfrm>
          <a:prstGeom prst="rect">
            <a:avLst/>
          </a:prstGeom>
        </p:spPr>
      </p:pic>
      <p:pic>
        <p:nvPicPr>
          <p:cNvPr id="13" name="Picture 12">
            <a:extLst>
              <a:ext uri="{FF2B5EF4-FFF2-40B4-BE49-F238E27FC236}">
                <a16:creationId xmlns:a16="http://schemas.microsoft.com/office/drawing/2014/main" id="{9AF4D5AD-886B-F49D-187E-EF188BA5C869}"/>
              </a:ext>
            </a:extLst>
          </p:cNvPr>
          <p:cNvPicPr>
            <a:picLocks noChangeAspect="1"/>
          </p:cNvPicPr>
          <p:nvPr userDrawn="1"/>
        </p:nvPicPr>
        <p:blipFill>
          <a:blip r:embed="rId6">
            <a:alphaModFix amt="99000"/>
          </a:blip>
          <a:stretch>
            <a:fillRect/>
          </a:stretch>
        </p:blipFill>
        <p:spPr>
          <a:xfrm rot="5400000" flipV="1">
            <a:off x="-2832572" y="2842942"/>
            <a:ext cx="7046892" cy="1361011"/>
          </a:xfrm>
          <a:prstGeom prst="rect">
            <a:avLst/>
          </a:prstGeom>
        </p:spPr>
      </p:pic>
      <p:pic>
        <p:nvPicPr>
          <p:cNvPr id="16" name="Graphic 15">
            <a:extLst>
              <a:ext uri="{FF2B5EF4-FFF2-40B4-BE49-F238E27FC236}">
                <a16:creationId xmlns:a16="http://schemas.microsoft.com/office/drawing/2014/main" id="{ADB128DF-CD31-0CEB-4D7C-71A65806236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10800000">
            <a:off x="212409" y="3743463"/>
            <a:ext cx="1560526" cy="2978013"/>
          </a:xfrm>
          <a:prstGeom prst="rect">
            <a:avLst/>
          </a:prstGeom>
        </p:spPr>
      </p:pic>
      <p:pic>
        <p:nvPicPr>
          <p:cNvPr id="25" name="Graphic 24">
            <a:extLst>
              <a:ext uri="{FF2B5EF4-FFF2-40B4-BE49-F238E27FC236}">
                <a16:creationId xmlns:a16="http://schemas.microsoft.com/office/drawing/2014/main" id="{3FF214BE-EBD1-4C75-B559-2A68D3A7182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rot="5400000">
            <a:off x="1320140" y="6145600"/>
            <a:ext cx="419100" cy="592931"/>
          </a:xfrm>
          <a:prstGeom prst="rect">
            <a:avLst/>
          </a:prstGeom>
        </p:spPr>
      </p:pic>
    </p:spTree>
    <p:extLst>
      <p:ext uri="{BB962C8B-B14F-4D97-AF65-F5344CB8AC3E}">
        <p14:creationId xmlns:p14="http://schemas.microsoft.com/office/powerpoint/2010/main" val="8642491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22F56BC-829B-3BC8-96F9-8B26B69F0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333" b="7973"/>
          <a:stretch/>
        </p:blipFill>
        <p:spPr>
          <a:xfrm>
            <a:off x="0" y="0"/>
            <a:ext cx="9144000" cy="6858000"/>
          </a:xfrm>
          <a:prstGeom prst="rect">
            <a:avLst/>
          </a:prstGeom>
        </p:spPr>
      </p:pic>
      <p:sp>
        <p:nvSpPr>
          <p:cNvPr id="34" name="Rectangle 33">
            <a:extLst>
              <a:ext uri="{FF2B5EF4-FFF2-40B4-BE49-F238E27FC236}">
                <a16:creationId xmlns:a16="http://schemas.microsoft.com/office/drawing/2014/main" id="{6D44EBC3-45F4-19C6-0AEB-16C907B4BCB5}"/>
              </a:ext>
            </a:extLst>
          </p:cNvPr>
          <p:cNvSpPr/>
          <p:nvPr userDrawn="1"/>
        </p:nvSpPr>
        <p:spPr>
          <a:xfrm>
            <a:off x="0" y="1"/>
            <a:ext cx="9144000" cy="6858000"/>
          </a:xfrm>
          <a:prstGeom prst="rect">
            <a:avLst/>
          </a:prstGeom>
          <a:gradFill flip="none" rotWithShape="1">
            <a:gsLst>
              <a:gs pos="12000">
                <a:srgbClr val="6C1D35">
                  <a:alpha val="68000"/>
                </a:srgbClr>
              </a:gs>
              <a:gs pos="77000">
                <a:schemeClr val="accent1">
                  <a:lumMod val="7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Date Placeholder 2">
            <a:extLst>
              <a:ext uri="{FF2B5EF4-FFF2-40B4-BE49-F238E27FC236}">
                <a16:creationId xmlns:a16="http://schemas.microsoft.com/office/drawing/2014/main" id="{6528AE63-F58B-C295-2F24-0E7B07553C61}"/>
              </a:ext>
            </a:extLst>
          </p:cNvPr>
          <p:cNvSpPr>
            <a:spLocks noGrp="1"/>
          </p:cNvSpPr>
          <p:nvPr>
            <p:ph type="dt" sz="half" idx="10"/>
          </p:nvPr>
        </p:nvSpPr>
        <p:spPr/>
        <p:txBody>
          <a:bodyPr/>
          <a:lstStyle/>
          <a:p>
            <a:fld id="{EDF88398-A4E3-4285-B66D-BF01BB858EF1}" type="datetime1">
              <a:rPr lang="en-US" smtClean="0"/>
              <a:t>30-Sep-24</a:t>
            </a:fld>
            <a:endParaRPr lang="en-US"/>
          </a:p>
        </p:txBody>
      </p:sp>
      <p:sp>
        <p:nvSpPr>
          <p:cNvPr id="4" name="Footer Placeholder 3">
            <a:extLst>
              <a:ext uri="{FF2B5EF4-FFF2-40B4-BE49-F238E27FC236}">
                <a16:creationId xmlns:a16="http://schemas.microsoft.com/office/drawing/2014/main" id="{62D40798-1691-00D6-C3D9-64CC3EB82614}"/>
              </a:ext>
            </a:extLst>
          </p:cNvPr>
          <p:cNvSpPr>
            <a:spLocks noGrp="1"/>
          </p:cNvSpPr>
          <p:nvPr>
            <p:ph type="ftr" sz="quarter" idx="11"/>
          </p:nvPr>
        </p:nvSpPr>
        <p:spPr/>
        <p:txBody>
          <a:bodyPr/>
          <a:lstStyle/>
          <a:p>
            <a:r>
              <a:rPr lang="en-US"/>
              <a:t>SCSD2523 Database - Enhanced Entity Relationship Modeling</a:t>
            </a:r>
          </a:p>
        </p:txBody>
      </p:sp>
      <p:sp>
        <p:nvSpPr>
          <p:cNvPr id="5" name="Slide Number Placeholder 4">
            <a:extLst>
              <a:ext uri="{FF2B5EF4-FFF2-40B4-BE49-F238E27FC236}">
                <a16:creationId xmlns:a16="http://schemas.microsoft.com/office/drawing/2014/main" id="{011A835F-2749-4B9F-A9CB-5E0BF4302B2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41" name="Graphic 40">
            <a:extLst>
              <a:ext uri="{FF2B5EF4-FFF2-40B4-BE49-F238E27FC236}">
                <a16:creationId xmlns:a16="http://schemas.microsoft.com/office/drawing/2014/main" id="{BBA782F0-1339-9AD7-88E8-E482862A0C7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5334000" y="-35081"/>
            <a:ext cx="3688080" cy="6921189"/>
          </a:xfrm>
          <a:prstGeom prst="rect">
            <a:avLst/>
          </a:prstGeom>
        </p:spPr>
      </p:pic>
      <p:pic>
        <p:nvPicPr>
          <p:cNvPr id="42" name="Graphic 41">
            <a:extLst>
              <a:ext uri="{FF2B5EF4-FFF2-40B4-BE49-F238E27FC236}">
                <a16:creationId xmlns:a16="http://schemas.microsoft.com/office/drawing/2014/main" id="{955F31CF-FB2A-3612-E2CA-58665EF22E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8451197" y="349094"/>
            <a:ext cx="1507527" cy="2829081"/>
          </a:xfrm>
          <a:prstGeom prst="rect">
            <a:avLst/>
          </a:prstGeom>
        </p:spPr>
      </p:pic>
    </p:spTree>
    <p:extLst>
      <p:ext uri="{BB962C8B-B14F-4D97-AF65-F5344CB8AC3E}">
        <p14:creationId xmlns:p14="http://schemas.microsoft.com/office/powerpoint/2010/main" val="1186884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A0EB9F-5240-3366-0373-E8B7C3C2A4FE}"/>
              </a:ext>
            </a:extLst>
          </p:cNvPr>
          <p:cNvSpPr/>
          <p:nvPr userDrawn="1"/>
        </p:nvSpPr>
        <p:spPr>
          <a:xfrm>
            <a:off x="0" y="-2"/>
            <a:ext cx="9172575" cy="6858001"/>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9" name="Picture 18">
            <a:extLst>
              <a:ext uri="{FF2B5EF4-FFF2-40B4-BE49-F238E27FC236}">
                <a16:creationId xmlns:a16="http://schemas.microsoft.com/office/drawing/2014/main" id="{BAF7B2D7-FB34-55B3-113A-7F96DDA7A845}"/>
              </a:ext>
            </a:extLst>
          </p:cNvPr>
          <p:cNvPicPr>
            <a:picLocks noChangeAspect="1"/>
          </p:cNvPicPr>
          <p:nvPr userDrawn="1"/>
        </p:nvPicPr>
        <p:blipFill rotWithShape="1">
          <a:blip r:embed="rId2">
            <a:alphaModFix amt="32000"/>
            <a:extLst>
              <a:ext uri="{28A0092B-C50C-407E-A947-70E740481C1C}">
                <a14:useLocalDpi xmlns:a14="http://schemas.microsoft.com/office/drawing/2010/main" val="0"/>
              </a:ext>
            </a:extLst>
          </a:blip>
          <a:srcRect l="20647"/>
          <a:stretch/>
        </p:blipFill>
        <p:spPr>
          <a:xfrm rot="16200000">
            <a:off x="1157288" y="-1157288"/>
            <a:ext cx="6858000" cy="9172575"/>
          </a:xfrm>
          <a:prstGeom prst="rect">
            <a:avLst/>
          </a:prstGeom>
        </p:spPr>
      </p:pic>
      <p:sp>
        <p:nvSpPr>
          <p:cNvPr id="3" name="Date Placeholder 2">
            <a:extLst>
              <a:ext uri="{FF2B5EF4-FFF2-40B4-BE49-F238E27FC236}">
                <a16:creationId xmlns:a16="http://schemas.microsoft.com/office/drawing/2014/main" id="{837B2BBA-3015-27B9-D210-D15544F2C44D}"/>
              </a:ext>
            </a:extLst>
          </p:cNvPr>
          <p:cNvSpPr>
            <a:spLocks noGrp="1"/>
          </p:cNvSpPr>
          <p:nvPr>
            <p:ph type="dt" sz="half" idx="10"/>
          </p:nvPr>
        </p:nvSpPr>
        <p:spPr/>
        <p:txBody>
          <a:bodyPr/>
          <a:lstStyle/>
          <a:p>
            <a:fld id="{76AE8186-4779-4A39-BC0A-329F34EE9733}" type="datetime1">
              <a:rPr lang="en-US" smtClean="0"/>
              <a:t>30-Sep-24</a:t>
            </a:fld>
            <a:endParaRPr lang="en-US"/>
          </a:p>
        </p:txBody>
      </p:sp>
      <p:sp>
        <p:nvSpPr>
          <p:cNvPr id="4" name="Footer Placeholder 3">
            <a:extLst>
              <a:ext uri="{FF2B5EF4-FFF2-40B4-BE49-F238E27FC236}">
                <a16:creationId xmlns:a16="http://schemas.microsoft.com/office/drawing/2014/main" id="{02FAB71C-4835-3D07-2B7F-A7456A46C59F}"/>
              </a:ext>
            </a:extLst>
          </p:cNvPr>
          <p:cNvSpPr>
            <a:spLocks noGrp="1"/>
          </p:cNvSpPr>
          <p:nvPr>
            <p:ph type="ftr" sz="quarter" idx="11"/>
          </p:nvPr>
        </p:nvSpPr>
        <p:spPr/>
        <p:txBody>
          <a:bodyPr/>
          <a:lstStyle/>
          <a:p>
            <a:r>
              <a:rPr lang="en-US"/>
              <a:t>SCSD2523 Database - Enhanced Entity Relationship Modeling</a:t>
            </a:r>
          </a:p>
        </p:txBody>
      </p:sp>
      <p:sp>
        <p:nvSpPr>
          <p:cNvPr id="5" name="Slide Number Placeholder 4">
            <a:extLst>
              <a:ext uri="{FF2B5EF4-FFF2-40B4-BE49-F238E27FC236}">
                <a16:creationId xmlns:a16="http://schemas.microsoft.com/office/drawing/2014/main" id="{DEDE7A9C-9AFC-99CF-42E5-627A58693AE1}"/>
              </a:ext>
            </a:extLst>
          </p:cNvPr>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3956431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19C4FB23-4812-4C70-8CAE-972282915AC9}" type="datetime1">
              <a:rPr lang="en-US" smtClean="0"/>
              <a:t>30-Sep-24</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r>
              <a:rPr lang="en-US"/>
              <a:t>SCSD2523 Database - Enhanced Entity Relationship Modeling</a:t>
            </a:r>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8936250" y="4900066"/>
            <a:ext cx="219291" cy="1456285"/>
            <a:chOff x="-22867" y="4982614"/>
            <a:chExt cx="292388"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
        <p:nvSpPr>
          <p:cNvPr id="12" name="Rectangle 11">
            <a:extLst>
              <a:ext uri="{FF2B5EF4-FFF2-40B4-BE49-F238E27FC236}">
                <a16:creationId xmlns:a16="http://schemas.microsoft.com/office/drawing/2014/main" id="{812957FA-0954-130C-016A-4BAA3351102F}"/>
              </a:ext>
            </a:extLst>
          </p:cNvPr>
          <p:cNvSpPr/>
          <p:nvPr userDrawn="1"/>
        </p:nvSpPr>
        <p:spPr>
          <a:xfrm rot="5400000">
            <a:off x="4549140" y="2285174"/>
            <a:ext cx="45719" cy="9144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itle 1">
            <a:extLst>
              <a:ext uri="{FF2B5EF4-FFF2-40B4-BE49-F238E27FC236}">
                <a16:creationId xmlns:a16="http://schemas.microsoft.com/office/drawing/2014/main" id="{6B5F1816-5F6B-7928-15B1-1910931B275B}"/>
              </a:ext>
            </a:extLst>
          </p:cNvPr>
          <p:cNvSpPr>
            <a:spLocks noGrp="1"/>
          </p:cNvSpPr>
          <p:nvPr>
            <p:ph type="title"/>
          </p:nvPr>
        </p:nvSpPr>
        <p:spPr>
          <a:xfrm>
            <a:off x="628649" y="781052"/>
            <a:ext cx="78867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27433504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6AC9467A-595A-4554-B410-B37EDE2EF7A4}" type="datetime1">
              <a:rPr lang="en-US" smtClean="0"/>
              <a:t>30-Sep-24</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r>
              <a:rPr lang="en-US"/>
              <a:t>SCSD2523 Database - Enhanced Entity Relationship Modeling</a:t>
            </a:r>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8936250" y="4900066"/>
            <a:ext cx="219291" cy="1456285"/>
            <a:chOff x="-22867" y="4982614"/>
            <a:chExt cx="292388"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
        <p:nvSpPr>
          <p:cNvPr id="13" name="Rectangle 12">
            <a:extLst>
              <a:ext uri="{FF2B5EF4-FFF2-40B4-BE49-F238E27FC236}">
                <a16:creationId xmlns:a16="http://schemas.microsoft.com/office/drawing/2014/main" id="{CAE4AFB9-D289-5BB8-FC6E-3A98AE611BFD}"/>
              </a:ext>
            </a:extLst>
          </p:cNvPr>
          <p:cNvSpPr/>
          <p:nvPr userDrawn="1"/>
        </p:nvSpPr>
        <p:spPr>
          <a:xfrm rot="5400000">
            <a:off x="4554215" y="-4562095"/>
            <a:ext cx="45719" cy="9144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itle 1">
            <a:extLst>
              <a:ext uri="{FF2B5EF4-FFF2-40B4-BE49-F238E27FC236}">
                <a16:creationId xmlns:a16="http://schemas.microsoft.com/office/drawing/2014/main" id="{559C5E7F-48AB-BACC-5157-81B702629420}"/>
              </a:ext>
            </a:extLst>
          </p:cNvPr>
          <p:cNvSpPr>
            <a:spLocks noGrp="1"/>
          </p:cNvSpPr>
          <p:nvPr>
            <p:ph type="title"/>
          </p:nvPr>
        </p:nvSpPr>
        <p:spPr>
          <a:xfrm>
            <a:off x="628649" y="781052"/>
            <a:ext cx="78867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1788661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3220D-C16E-49EE-9560-ED9ECB5EF27B}" type="datetime1">
              <a:rPr lang="en-US" smtClean="0"/>
              <a:t>30-Sep-24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SCSD2523 Database - Enhanced Entity Relationship Modeling</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2E74-8957-4046-8937-1199D0665174}" type="slidenum">
              <a:rPr lang="en-US" smtClean="0"/>
              <a:t>‹#›</a:t>
            </a:fld>
            <a:endParaRPr lang="en-US"/>
          </a:p>
        </p:txBody>
      </p:sp>
    </p:spTree>
    <p:extLst>
      <p:ext uri="{BB962C8B-B14F-4D97-AF65-F5344CB8AC3E}">
        <p14:creationId xmlns:p14="http://schemas.microsoft.com/office/powerpoint/2010/main" val="250780481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64" r:id="rId14"/>
    <p:sldLayoutId id="2147483666" r:id="rId15"/>
    <p:sldLayoutId id="2147483662" r:id="rId16"/>
    <p:sldLayoutId id="2147483657" r:id="rId17"/>
    <p:sldLayoutId id="2147483663"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AD0E23-96B9-5B33-C4F6-4DBCE5F54F96}"/>
              </a:ext>
            </a:extLst>
          </p:cNvPr>
          <p:cNvSpPr txBox="1"/>
          <p:nvPr/>
        </p:nvSpPr>
        <p:spPr>
          <a:xfrm>
            <a:off x="1295775" y="3216670"/>
            <a:ext cx="6258001" cy="1200329"/>
          </a:xfrm>
          <a:prstGeom prst="rect">
            <a:avLst/>
          </a:prstGeom>
          <a:noFill/>
        </p:spPr>
        <p:txBody>
          <a:bodyPr wrap="square" rtlCol="0">
            <a:spAutoFit/>
          </a:bodyPr>
          <a:lstStyle/>
          <a:p>
            <a:r>
              <a:rPr lang="en-MY" sz="2400" spc="225" dirty="0">
                <a:solidFill>
                  <a:schemeClr val="tx1">
                    <a:lumMod val="75000"/>
                    <a:lumOff val="25000"/>
                  </a:schemeClr>
                </a:solidFill>
              </a:rPr>
              <a:t>TOPIC 5 </a:t>
            </a:r>
          </a:p>
          <a:p>
            <a:r>
              <a:rPr lang="en-MY" sz="2400" spc="225" dirty="0">
                <a:solidFill>
                  <a:schemeClr val="tx1">
                    <a:lumMod val="75000"/>
                    <a:lumOff val="25000"/>
                  </a:schemeClr>
                </a:solidFill>
              </a:rPr>
              <a:t>ENHANCED ENTITY RELATIONSHIP MODELLING</a:t>
            </a:r>
          </a:p>
        </p:txBody>
      </p:sp>
      <p:sp>
        <p:nvSpPr>
          <p:cNvPr id="6" name="TextBox 5">
            <a:extLst>
              <a:ext uri="{FF2B5EF4-FFF2-40B4-BE49-F238E27FC236}">
                <a16:creationId xmlns:a16="http://schemas.microsoft.com/office/drawing/2014/main" id="{8E102EFA-FD94-7D1F-B76C-45B63CEC7823}"/>
              </a:ext>
            </a:extLst>
          </p:cNvPr>
          <p:cNvSpPr txBox="1"/>
          <p:nvPr/>
        </p:nvSpPr>
        <p:spPr>
          <a:xfrm>
            <a:off x="1248727" y="2524173"/>
            <a:ext cx="8222726" cy="715581"/>
          </a:xfrm>
          <a:prstGeom prst="rect">
            <a:avLst/>
          </a:prstGeom>
          <a:noFill/>
        </p:spPr>
        <p:txBody>
          <a:bodyPr wrap="square" rtlCol="0">
            <a:spAutoFit/>
          </a:bodyPr>
          <a:lstStyle/>
          <a:p>
            <a:r>
              <a:rPr lang="en-US" sz="4050" b="1" kern="0" dirty="0">
                <a:solidFill>
                  <a:srgbClr val="6C1D35"/>
                </a:solidFill>
              </a:rPr>
              <a:t>SECD2523 DATABASE </a:t>
            </a:r>
          </a:p>
        </p:txBody>
      </p:sp>
      <p:pic>
        <p:nvPicPr>
          <p:cNvPr id="7" name="Picture 6">
            <a:extLst>
              <a:ext uri="{FF2B5EF4-FFF2-40B4-BE49-F238E27FC236}">
                <a16:creationId xmlns:a16="http://schemas.microsoft.com/office/drawing/2014/main" id="{770A5E36-46DF-4261-B2A9-84180659C6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5362" y="1306887"/>
            <a:ext cx="1687055" cy="563921"/>
          </a:xfrm>
          <a:prstGeom prst="rect">
            <a:avLst/>
          </a:prstGeom>
        </p:spPr>
      </p:pic>
      <p:pic>
        <p:nvPicPr>
          <p:cNvPr id="2" name="Picture 1">
            <a:extLst>
              <a:ext uri="{FF2B5EF4-FFF2-40B4-BE49-F238E27FC236}">
                <a16:creationId xmlns:a16="http://schemas.microsoft.com/office/drawing/2014/main" id="{0DAB95FE-9FB6-3175-C6AD-6B6A256E7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3822" y="6350373"/>
            <a:ext cx="1602578" cy="120605"/>
          </a:xfrm>
          <a:prstGeom prst="rect">
            <a:avLst/>
          </a:prstGeom>
        </p:spPr>
      </p:pic>
      <p:sp>
        <p:nvSpPr>
          <p:cNvPr id="3" name="TextBox 2">
            <a:extLst>
              <a:ext uri="{FF2B5EF4-FFF2-40B4-BE49-F238E27FC236}">
                <a16:creationId xmlns:a16="http://schemas.microsoft.com/office/drawing/2014/main" id="{FC72DD83-1D7D-D9BF-F0F3-053EE3201597}"/>
              </a:ext>
            </a:extLst>
          </p:cNvPr>
          <p:cNvSpPr txBox="1"/>
          <p:nvPr/>
        </p:nvSpPr>
        <p:spPr>
          <a:xfrm>
            <a:off x="604157" y="5979448"/>
            <a:ext cx="8009165" cy="623248"/>
          </a:xfrm>
          <a:prstGeom prst="rect">
            <a:avLst/>
          </a:prstGeom>
          <a:noFill/>
        </p:spPr>
        <p:txBody>
          <a:bodyPr wrap="square" rtlCol="0">
            <a:spAutoFit/>
          </a:bodyPr>
          <a:lstStyle/>
          <a:p>
            <a:r>
              <a:rPr lang="en-GB" altLang="en-US" sz="1050" dirty="0">
                <a:latin typeface="Verdana"/>
                <a:ea typeface="Verdana" panose="020B0604030504040204" pitchFamily="34" charset="0"/>
                <a:cs typeface="Verdana" panose="020B0604030504040204" pitchFamily="34" charset="0"/>
              </a:rPr>
              <a:t>Content adapted from </a:t>
            </a:r>
            <a:r>
              <a:rPr lang="en-MY" sz="1050" dirty="0">
                <a:latin typeface="Helvetica" pitchFamily="2" charset="0"/>
              </a:rPr>
              <a:t>Connolly, T., </a:t>
            </a:r>
            <a:r>
              <a:rPr lang="en-MY" sz="1050" dirty="0" err="1">
                <a:latin typeface="Helvetica" pitchFamily="2" charset="0"/>
              </a:rPr>
              <a:t>Begg</a:t>
            </a:r>
            <a:r>
              <a:rPr lang="en-MY" sz="1050" dirty="0">
                <a:latin typeface="Helvetica" pitchFamily="2" charset="0"/>
              </a:rPr>
              <a:t>, C., 2015. Database Systems: A Practical Approach to Design, Implementation, and Management, Global Edition. Pearson Education.</a:t>
            </a:r>
          </a:p>
          <a:p>
            <a:endParaRPr lang="en-GB" sz="1350" dirty="0"/>
          </a:p>
        </p:txBody>
      </p:sp>
    </p:spTree>
    <p:extLst>
      <p:ext uri="{BB962C8B-B14F-4D97-AF65-F5344CB8AC3E}">
        <p14:creationId xmlns:p14="http://schemas.microsoft.com/office/powerpoint/2010/main" val="1793746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6133-417D-9582-AD5C-C9B40323D15B}"/>
              </a:ext>
            </a:extLst>
          </p:cNvPr>
          <p:cNvSpPr>
            <a:spLocks noGrp="1"/>
          </p:cNvSpPr>
          <p:nvPr>
            <p:ph type="title"/>
          </p:nvPr>
        </p:nvSpPr>
        <p:spPr/>
        <p:txBody>
          <a:bodyPr/>
          <a:lstStyle/>
          <a:p>
            <a:r>
              <a:rPr lang="en-US" dirty="0"/>
              <a:t>LECTURE LEARNING OUTCOME</a:t>
            </a:r>
          </a:p>
        </p:txBody>
      </p:sp>
      <p:grpSp>
        <p:nvGrpSpPr>
          <p:cNvPr id="7" name="Group 6">
            <a:extLst>
              <a:ext uri="{FF2B5EF4-FFF2-40B4-BE49-F238E27FC236}">
                <a16:creationId xmlns:a16="http://schemas.microsoft.com/office/drawing/2014/main" id="{32E07F62-62EA-F0CE-56B7-24048F3E2214}"/>
              </a:ext>
            </a:extLst>
          </p:cNvPr>
          <p:cNvGrpSpPr/>
          <p:nvPr/>
        </p:nvGrpSpPr>
        <p:grpSpPr>
          <a:xfrm>
            <a:off x="567123" y="2349187"/>
            <a:ext cx="8117798" cy="623822"/>
            <a:chOff x="531658" y="2405747"/>
            <a:chExt cx="10823730" cy="831763"/>
          </a:xfrm>
        </p:grpSpPr>
        <p:sp>
          <p:nvSpPr>
            <p:cNvPr id="9" name="Rectangle: Rounded Corners 8">
              <a:extLst>
                <a:ext uri="{FF2B5EF4-FFF2-40B4-BE49-F238E27FC236}">
                  <a16:creationId xmlns:a16="http://schemas.microsoft.com/office/drawing/2014/main" id="{C1F245CD-7264-D27E-FACB-A8B4DD06F1D6}"/>
                </a:ext>
              </a:extLst>
            </p:cNvPr>
            <p:cNvSpPr/>
            <p:nvPr/>
          </p:nvSpPr>
          <p:spPr>
            <a:xfrm>
              <a:off x="531658" y="2405747"/>
              <a:ext cx="10823730" cy="83176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 Placeholder 22">
              <a:extLst>
                <a:ext uri="{FF2B5EF4-FFF2-40B4-BE49-F238E27FC236}">
                  <a16:creationId xmlns:a16="http://schemas.microsoft.com/office/drawing/2014/main" id="{2F0FB714-3007-23C8-9764-E8C7159E2C4E}"/>
                </a:ext>
              </a:extLst>
            </p:cNvPr>
            <p:cNvSpPr txBox="1">
              <a:spLocks/>
            </p:cNvSpPr>
            <p:nvPr/>
          </p:nvSpPr>
          <p:spPr>
            <a:xfrm>
              <a:off x="612106" y="2569292"/>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01</a:t>
              </a:r>
            </a:p>
          </p:txBody>
        </p:sp>
        <p:sp>
          <p:nvSpPr>
            <p:cNvPr id="16" name="TextBox 15">
              <a:extLst>
                <a:ext uri="{FF2B5EF4-FFF2-40B4-BE49-F238E27FC236}">
                  <a16:creationId xmlns:a16="http://schemas.microsoft.com/office/drawing/2014/main" id="{929E73F1-1DD6-8DC9-0B8E-AD1B04B34741}"/>
                </a:ext>
              </a:extLst>
            </p:cNvPr>
            <p:cNvSpPr txBox="1"/>
            <p:nvPr/>
          </p:nvSpPr>
          <p:spPr>
            <a:xfrm>
              <a:off x="1517893" y="2459712"/>
              <a:ext cx="9469053" cy="430887"/>
            </a:xfrm>
            <a:prstGeom prst="rect">
              <a:avLst/>
            </a:prstGeom>
            <a:noFill/>
          </p:spPr>
          <p:txBody>
            <a:bodyPr wrap="square" rtlCol="0">
              <a:spAutoFit/>
            </a:bodyPr>
            <a:lstStyle/>
            <a:p>
              <a:pPr algn="just"/>
              <a:r>
                <a:rPr lang="en-US" altLang="ko-KR" sz="1500" b="1" dirty="0">
                  <a:solidFill>
                    <a:schemeClr val="bg1"/>
                  </a:solidFill>
                  <a:cs typeface="Arial" pitchFamily="34" charset="0"/>
                </a:rPr>
                <a:t>Define basic concepts associated with EER diagram</a:t>
              </a:r>
            </a:p>
          </p:txBody>
        </p:sp>
      </p:grpSp>
      <p:pic>
        <p:nvPicPr>
          <p:cNvPr id="3" name="Picture 2">
            <a:extLst>
              <a:ext uri="{FF2B5EF4-FFF2-40B4-BE49-F238E27FC236}">
                <a16:creationId xmlns:a16="http://schemas.microsoft.com/office/drawing/2014/main" id="{4458F1EA-447C-486C-DE06-EF8199F79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5514" y="5802954"/>
            <a:ext cx="1463448" cy="110134"/>
          </a:xfrm>
          <a:prstGeom prst="rect">
            <a:avLst/>
          </a:prstGeom>
        </p:spPr>
      </p:pic>
      <p:sp>
        <p:nvSpPr>
          <p:cNvPr id="6" name="TextBox 5">
            <a:extLst>
              <a:ext uri="{FF2B5EF4-FFF2-40B4-BE49-F238E27FC236}">
                <a16:creationId xmlns:a16="http://schemas.microsoft.com/office/drawing/2014/main" id="{F7CF5489-1A93-67FA-16A5-04A76546BEFF}"/>
              </a:ext>
            </a:extLst>
          </p:cNvPr>
          <p:cNvSpPr txBox="1"/>
          <p:nvPr/>
        </p:nvSpPr>
        <p:spPr>
          <a:xfrm>
            <a:off x="551645" y="2010859"/>
            <a:ext cx="4587765" cy="300082"/>
          </a:xfrm>
          <a:prstGeom prst="rect">
            <a:avLst/>
          </a:prstGeom>
          <a:noFill/>
        </p:spPr>
        <p:txBody>
          <a:bodyPr wrap="square">
            <a:spAutoFit/>
          </a:bodyPr>
          <a:lstStyle/>
          <a:p>
            <a:r>
              <a:rPr lang="en-MY" sz="1350" b="1" dirty="0"/>
              <a:t>By the end of this lecture, students should be able to:</a:t>
            </a:r>
            <a:endParaRPr lang="en-MY" sz="1350" dirty="0"/>
          </a:p>
        </p:txBody>
      </p:sp>
      <p:sp>
        <p:nvSpPr>
          <p:cNvPr id="12" name="Rectangle: Rounded Corners 11">
            <a:extLst>
              <a:ext uri="{FF2B5EF4-FFF2-40B4-BE49-F238E27FC236}">
                <a16:creationId xmlns:a16="http://schemas.microsoft.com/office/drawing/2014/main" id="{344AC4C7-0CB4-FF63-FCB9-63FEE6F22477}"/>
              </a:ext>
            </a:extLst>
          </p:cNvPr>
          <p:cNvSpPr/>
          <p:nvPr/>
        </p:nvSpPr>
        <p:spPr>
          <a:xfrm>
            <a:off x="567123" y="3007572"/>
            <a:ext cx="8117798" cy="623822"/>
          </a:xfrm>
          <a:prstGeom prst="round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4" name="Text Placeholder 22">
            <a:extLst>
              <a:ext uri="{FF2B5EF4-FFF2-40B4-BE49-F238E27FC236}">
                <a16:creationId xmlns:a16="http://schemas.microsoft.com/office/drawing/2014/main" id="{1C8EDED6-5A04-187B-A687-9F2524E0180E}"/>
              </a:ext>
            </a:extLst>
          </p:cNvPr>
          <p:cNvSpPr txBox="1">
            <a:spLocks/>
          </p:cNvSpPr>
          <p:nvPr/>
        </p:nvSpPr>
        <p:spPr>
          <a:xfrm>
            <a:off x="627459" y="3130231"/>
            <a:ext cx="679340" cy="364151"/>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02</a:t>
            </a:r>
          </a:p>
        </p:txBody>
      </p:sp>
      <p:sp>
        <p:nvSpPr>
          <p:cNvPr id="15" name="TextBox 14">
            <a:extLst>
              <a:ext uri="{FF2B5EF4-FFF2-40B4-BE49-F238E27FC236}">
                <a16:creationId xmlns:a16="http://schemas.microsoft.com/office/drawing/2014/main" id="{06D76F8F-9451-9946-9AC6-6A4DC9337D85}"/>
              </a:ext>
            </a:extLst>
          </p:cNvPr>
          <p:cNvSpPr txBox="1"/>
          <p:nvPr/>
        </p:nvSpPr>
        <p:spPr>
          <a:xfrm>
            <a:off x="1306799" y="3048046"/>
            <a:ext cx="7101790" cy="323165"/>
          </a:xfrm>
          <a:prstGeom prst="rect">
            <a:avLst/>
          </a:prstGeom>
          <a:noFill/>
        </p:spPr>
        <p:txBody>
          <a:bodyPr wrap="square" rtlCol="0">
            <a:spAutoFit/>
          </a:bodyPr>
          <a:lstStyle/>
          <a:p>
            <a:pPr algn="just"/>
            <a:r>
              <a:rPr lang="en-US" altLang="ko-KR" sz="1500" b="1" dirty="0">
                <a:solidFill>
                  <a:schemeClr val="bg1"/>
                </a:solidFill>
                <a:cs typeface="Arial" pitchFamily="34" charset="0"/>
              </a:rPr>
              <a:t>Produce EER model to represent information to application system</a:t>
            </a:r>
          </a:p>
        </p:txBody>
      </p:sp>
      <p:sp>
        <p:nvSpPr>
          <p:cNvPr id="4" name="Slide Number Placeholder 3">
            <a:extLst>
              <a:ext uri="{FF2B5EF4-FFF2-40B4-BE49-F238E27FC236}">
                <a16:creationId xmlns:a16="http://schemas.microsoft.com/office/drawing/2014/main" id="{6425966A-DCB8-C82E-1215-D66CD0571921}"/>
              </a:ext>
            </a:extLst>
          </p:cNvPr>
          <p:cNvSpPr>
            <a:spLocks noGrp="1"/>
          </p:cNvSpPr>
          <p:nvPr>
            <p:ph type="sldNum" sz="quarter" idx="12"/>
          </p:nvPr>
        </p:nvSpPr>
        <p:spPr/>
        <p:txBody>
          <a:bodyPr/>
          <a:lstStyle/>
          <a:p>
            <a:fld id="{B5912E74-8957-4046-8937-1199D0665174}" type="slidenum">
              <a:rPr lang="en-US" smtClean="0"/>
              <a:t>2</a:t>
            </a:fld>
            <a:endParaRPr lang="en-US"/>
          </a:p>
        </p:txBody>
      </p:sp>
    </p:spTree>
    <p:extLst>
      <p:ext uri="{BB962C8B-B14F-4D97-AF65-F5344CB8AC3E}">
        <p14:creationId xmlns:p14="http://schemas.microsoft.com/office/powerpoint/2010/main" val="793206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Introduction</a:t>
            </a:r>
            <a:endParaRPr lang="en-US" dirty="0">
              <a:uFillTx/>
            </a:endParaRPr>
          </a:p>
        </p:txBody>
      </p:sp>
      <p:sp>
        <p:nvSpPr>
          <p:cNvPr id="3" name="Content Placeholder 2"/>
          <p:cNvSpPr>
            <a:spLocks noGrp="1"/>
          </p:cNvSpPr>
          <p:nvPr>
            <p:ph idx="1"/>
          </p:nvPr>
        </p:nvSpPr>
        <p:spPr/>
        <p:txBody>
          <a:bodyPr/>
          <a:lstStyle/>
          <a:p>
            <a:r>
              <a:rPr lang="en-US" dirty="0">
                <a:uFillTx/>
              </a:rPr>
              <a:t>Limitations of basic concepts of the ER model and requirements to represent more complex applications using additional data modeling concepts. </a:t>
            </a:r>
          </a:p>
          <a:p>
            <a:r>
              <a:rPr lang="en-US" dirty="0">
                <a:uFillTx/>
              </a:rPr>
              <a:t>Most useful additional data modeling concept of Enhanced ER (EER) model is called specialization/generalization.</a:t>
            </a:r>
          </a:p>
          <a:p>
            <a:r>
              <a:rPr lang="en-US" dirty="0">
                <a:uFillTx/>
              </a:rPr>
              <a:t>A diagrammatic technique for displaying specialization/generalization in an EER diagram using UML. </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3</a:t>
            </a:fld>
            <a:endParaRPr lang="en-US" dirty="0">
              <a:uFillTx/>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Enhanced Entity-Relationship Model</a:t>
            </a:r>
            <a:endParaRPr lang="en-US" dirty="0">
              <a:uFillTx/>
            </a:endParaRPr>
          </a:p>
        </p:txBody>
      </p:sp>
      <p:sp>
        <p:nvSpPr>
          <p:cNvPr id="3" name="Content Placeholder 2"/>
          <p:cNvSpPr>
            <a:spLocks noGrp="1"/>
          </p:cNvSpPr>
          <p:nvPr>
            <p:ph idx="1"/>
          </p:nvPr>
        </p:nvSpPr>
        <p:spPr/>
        <p:txBody>
          <a:bodyPr/>
          <a:lstStyle/>
          <a:p>
            <a:pPr lvl="1"/>
            <a:r>
              <a:rPr lang="en-US" dirty="0">
                <a:uFillTx/>
              </a:rPr>
              <a:t>To respond to increase requirements of more complex applications</a:t>
            </a:r>
          </a:p>
          <a:p>
            <a:pPr lvl="1"/>
            <a:r>
              <a:rPr lang="en-US" dirty="0">
                <a:uFillTx/>
              </a:rPr>
              <a:t>Basic concepts of ER modeling are not sufficient to represent requirements of newer, more complex applications.</a:t>
            </a:r>
          </a:p>
          <a:p>
            <a:pPr lvl="1"/>
            <a:r>
              <a:rPr lang="en-US" dirty="0">
                <a:uFillTx/>
              </a:rPr>
              <a:t>Response is development of additional ‘semantic’ modeling concepts.</a:t>
            </a:r>
          </a:p>
          <a:p>
            <a:pPr lvl="1"/>
            <a:r>
              <a:rPr lang="en-US" dirty="0">
                <a:uFillTx/>
              </a:rPr>
              <a:t>Semantic concepts are incorporated into the original ER model and called the Enhanced Entity-Relationship (EER) model.</a:t>
            </a:r>
          </a:p>
          <a:p>
            <a:pPr lvl="1"/>
            <a:r>
              <a:rPr lang="en-US" dirty="0">
                <a:uFillTx/>
              </a:rPr>
              <a:t>Examples of additional concept of EER model is called </a:t>
            </a:r>
            <a:r>
              <a:rPr lang="en-US" b="1" dirty="0">
                <a:solidFill>
                  <a:srgbClr val="0070C0"/>
                </a:solidFill>
                <a:uFillTx/>
              </a:rPr>
              <a:t>specialization</a:t>
            </a:r>
            <a:r>
              <a:rPr lang="en-US" dirty="0">
                <a:uFillTx/>
              </a:rPr>
              <a:t> / </a:t>
            </a:r>
            <a:r>
              <a:rPr lang="en-US" b="1" dirty="0">
                <a:solidFill>
                  <a:srgbClr val="0070C0"/>
                </a:solidFill>
                <a:uFillTx/>
              </a:rPr>
              <a:t>generalization</a:t>
            </a:r>
            <a:r>
              <a:rPr lang="en-US" dirty="0">
                <a:uFillTx/>
              </a:rPr>
              <a:t>.</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4</a:t>
            </a:fld>
            <a:endParaRPr lang="en-US" dirty="0">
              <a:uFillT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Specialization / Generalization</a:t>
            </a:r>
            <a:endParaRPr lang="en-US" dirty="0">
              <a:uFillTx/>
            </a:endParaRPr>
          </a:p>
        </p:txBody>
      </p:sp>
      <p:sp>
        <p:nvSpPr>
          <p:cNvPr id="3" name="Content Placeholder 2"/>
          <p:cNvSpPr>
            <a:spLocks noGrp="1"/>
          </p:cNvSpPr>
          <p:nvPr>
            <p:ph idx="1"/>
          </p:nvPr>
        </p:nvSpPr>
        <p:spPr/>
        <p:txBody>
          <a:bodyPr/>
          <a:lstStyle/>
          <a:p>
            <a:r>
              <a:rPr lang="en-US" b="1" dirty="0">
                <a:solidFill>
                  <a:srgbClr val="0070C0"/>
                </a:solidFill>
                <a:uFillTx/>
              </a:rPr>
              <a:t>Superclass</a:t>
            </a:r>
          </a:p>
          <a:p>
            <a:pPr lvl="1"/>
            <a:r>
              <a:rPr lang="en-US" dirty="0">
                <a:uFillTx/>
              </a:rPr>
              <a:t>An entity type that includes one or more distinct subgroupings of its occurrences, which must be represented in a data model.</a:t>
            </a:r>
          </a:p>
          <a:p>
            <a:r>
              <a:rPr lang="en-US" b="1" dirty="0">
                <a:solidFill>
                  <a:srgbClr val="0070C0"/>
                </a:solidFill>
                <a:uFillTx/>
              </a:rPr>
              <a:t>Subclass</a:t>
            </a:r>
          </a:p>
          <a:p>
            <a:pPr lvl="1"/>
            <a:r>
              <a:rPr lang="en-US" dirty="0">
                <a:uFillTx/>
              </a:rPr>
              <a:t>A distinct subgrouping of occurrences of an entity type, which must be represented in a data model.</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5</a:t>
            </a:fld>
            <a:endParaRPr lang="en-US" dirty="0">
              <a:uFillTx/>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Specialization / Generalization</a:t>
            </a:r>
            <a:endParaRPr lang="en-US" dirty="0">
              <a:uFillTx/>
            </a:endParaRPr>
          </a:p>
        </p:txBody>
      </p:sp>
      <p:sp>
        <p:nvSpPr>
          <p:cNvPr id="3" name="Content Placeholder 2"/>
          <p:cNvSpPr>
            <a:spLocks noGrp="1"/>
          </p:cNvSpPr>
          <p:nvPr>
            <p:ph idx="1"/>
          </p:nvPr>
        </p:nvSpPr>
        <p:spPr/>
        <p:txBody>
          <a:bodyPr/>
          <a:lstStyle/>
          <a:p>
            <a:r>
              <a:rPr lang="en-US" dirty="0">
                <a:uFillTx/>
              </a:rPr>
              <a:t>Superclass-subclass relationship is </a:t>
            </a:r>
            <a:r>
              <a:rPr lang="en-US" b="1" dirty="0">
                <a:solidFill>
                  <a:srgbClr val="0070C0"/>
                </a:solidFill>
                <a:uFillTx/>
              </a:rPr>
              <a:t>one-to-one</a:t>
            </a:r>
            <a:r>
              <a:rPr lang="en-US" dirty="0">
                <a:uFillTx/>
              </a:rPr>
              <a:t> (1:1). </a:t>
            </a:r>
          </a:p>
          <a:p>
            <a:r>
              <a:rPr lang="en-US" dirty="0">
                <a:uFillTx/>
              </a:rPr>
              <a:t>Superclass may contain overlapping or distinct subclasses. </a:t>
            </a:r>
          </a:p>
          <a:p>
            <a:r>
              <a:rPr lang="en-US" dirty="0">
                <a:uFillTx/>
              </a:rPr>
              <a:t>Not all members of a superclass need be a member of a subclass.</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6</a:t>
            </a:fld>
            <a:endParaRPr lang="en-US" dirty="0">
              <a:uFillTx/>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Specialization / Generalization</a:t>
            </a:r>
            <a:endParaRPr lang="en-US" dirty="0">
              <a:uFillTx/>
            </a:endParaRPr>
          </a:p>
        </p:txBody>
      </p:sp>
      <p:sp>
        <p:nvSpPr>
          <p:cNvPr id="3" name="Content Placeholder 2"/>
          <p:cNvSpPr>
            <a:spLocks noGrp="1"/>
          </p:cNvSpPr>
          <p:nvPr>
            <p:ph idx="1"/>
          </p:nvPr>
        </p:nvSpPr>
        <p:spPr/>
        <p:txBody>
          <a:bodyPr>
            <a:normAutofit lnSpcReduction="10000"/>
          </a:bodyPr>
          <a:lstStyle/>
          <a:p>
            <a:r>
              <a:rPr lang="en-US" b="1" dirty="0">
                <a:solidFill>
                  <a:srgbClr val="0070C0"/>
                </a:solidFill>
                <a:uFillTx/>
              </a:rPr>
              <a:t>Attribute Inheritance</a:t>
            </a:r>
          </a:p>
          <a:p>
            <a:pPr lvl="1"/>
            <a:r>
              <a:rPr lang="en-US" dirty="0">
                <a:uFillTx/>
              </a:rPr>
              <a:t>An entity in a subclass represents same ‘real world’ object as in superclass, and may possess subclass-specific attributes, as well as those associated with the superclass.</a:t>
            </a:r>
          </a:p>
          <a:p>
            <a:r>
              <a:rPr lang="en-US" b="1" dirty="0">
                <a:solidFill>
                  <a:srgbClr val="0070C0"/>
                </a:solidFill>
                <a:uFillTx/>
              </a:rPr>
              <a:t>Specialization</a:t>
            </a:r>
            <a:r>
              <a:rPr lang="en-US" dirty="0">
                <a:uFillTx/>
              </a:rPr>
              <a:t> </a:t>
            </a:r>
          </a:p>
          <a:p>
            <a:pPr lvl="1"/>
            <a:r>
              <a:rPr lang="en-US" dirty="0">
                <a:uFillTx/>
              </a:rPr>
              <a:t>Process of maximizing differences between members of an entity by identifying their distinguishing characteristics. </a:t>
            </a:r>
          </a:p>
          <a:p>
            <a:r>
              <a:rPr lang="en-US" b="1" dirty="0">
                <a:solidFill>
                  <a:srgbClr val="0070C0"/>
                </a:solidFill>
                <a:uFillTx/>
              </a:rPr>
              <a:t>Generalization</a:t>
            </a:r>
          </a:p>
          <a:p>
            <a:pPr lvl="1"/>
            <a:r>
              <a:rPr lang="en-US" dirty="0">
                <a:uFillTx/>
              </a:rPr>
              <a:t>Process of minimizing differences between entities by identifying their common characteristics.</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7</a:t>
            </a:fld>
            <a:endParaRPr lang="en-US" dirty="0">
              <a:uFillTx/>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Example: </a:t>
            </a:r>
            <a:r>
              <a:rPr lang="en-US" dirty="0" err="1">
                <a:uFillTx/>
              </a:rPr>
              <a:t>AllStaff</a:t>
            </a:r>
            <a:r>
              <a:rPr lang="en-US" dirty="0">
                <a:uFillTx/>
              </a:rPr>
              <a:t> relation holding details of all staff</a:t>
            </a:r>
          </a:p>
        </p:txBody>
      </p:sp>
      <p:pic>
        <p:nvPicPr>
          <p:cNvPr id="7" name="Content Placeholder 6"/>
          <p:cNvPicPr>
            <a:picLocks noGrp="1" noChangeAspect="1"/>
          </p:cNvPicPr>
          <p:nvPr>
            <p:ph idx="1"/>
          </p:nvPr>
        </p:nvPicPr>
        <p:blipFill>
          <a:blip r:embed="rId2"/>
          <a:stretch>
            <a:fillRect/>
          </a:stretch>
        </p:blipFill>
        <p:spPr>
          <a:xfrm>
            <a:off x="244687" y="1518835"/>
            <a:ext cx="8661433" cy="4893348"/>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8</a:t>
            </a:fld>
            <a:endParaRPr lang="en-US" dirty="0">
              <a:uFillTx/>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uFillTx/>
              </a:rPr>
              <a:t>Specialization/generalization of Staff into subclasses representing job roles</a:t>
            </a:r>
          </a:p>
        </p:txBody>
      </p:sp>
      <p:pic>
        <p:nvPicPr>
          <p:cNvPr id="7" name="Content Placeholder 6"/>
          <p:cNvPicPr>
            <a:picLocks noGrp="1" noChangeAspect="1"/>
          </p:cNvPicPr>
          <p:nvPr>
            <p:ph idx="1"/>
          </p:nvPr>
        </p:nvPicPr>
        <p:blipFill>
          <a:blip r:embed="rId2"/>
          <a:stretch>
            <a:fillRect/>
          </a:stretch>
        </p:blipFill>
        <p:spPr>
          <a:xfrm>
            <a:off x="1065286" y="1646238"/>
            <a:ext cx="7013427" cy="4530725"/>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9</a:t>
            </a:fld>
            <a:endParaRPr lang="en-US" dirty="0">
              <a:uFillTx/>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uFillTx/>
              </a:rPr>
              <a:t>Specialization/generalization of Staff into job roles and contracts of employment </a:t>
            </a:r>
          </a:p>
        </p:txBody>
      </p:sp>
      <p:pic>
        <p:nvPicPr>
          <p:cNvPr id="7" name="Content Placeholder 6"/>
          <p:cNvPicPr>
            <a:picLocks noGrp="1" noChangeAspect="1"/>
          </p:cNvPicPr>
          <p:nvPr>
            <p:ph idx="1"/>
          </p:nvPr>
        </p:nvPicPr>
        <p:blipFill>
          <a:blip r:embed="rId2"/>
          <a:stretch>
            <a:fillRect/>
          </a:stretch>
        </p:blipFill>
        <p:spPr>
          <a:xfrm>
            <a:off x="723363" y="1739597"/>
            <a:ext cx="7697274" cy="4344006"/>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10</a:t>
            </a:fld>
            <a:endParaRPr lang="en-US" dirty="0">
              <a:uFillTx/>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EER diagram with shared subclass and subclass with its own subclass</a:t>
            </a:r>
          </a:p>
        </p:txBody>
      </p:sp>
      <p:pic>
        <p:nvPicPr>
          <p:cNvPr id="7" name="Content Placeholder 6"/>
          <p:cNvPicPr>
            <a:picLocks noGrp="1" noChangeAspect="1"/>
          </p:cNvPicPr>
          <p:nvPr>
            <p:ph idx="1"/>
          </p:nvPr>
        </p:nvPicPr>
        <p:blipFill>
          <a:blip r:embed="rId3"/>
          <a:stretch>
            <a:fillRect/>
          </a:stretch>
        </p:blipFill>
        <p:spPr>
          <a:xfrm>
            <a:off x="1484805" y="1646238"/>
            <a:ext cx="6174390" cy="4530725"/>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11</a:t>
            </a:fld>
            <a:endParaRPr lang="en-US" dirty="0">
              <a:uFillTx/>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Constraints on Specialization/Generalization </a:t>
            </a:r>
          </a:p>
        </p:txBody>
      </p:sp>
      <p:sp>
        <p:nvSpPr>
          <p:cNvPr id="3" name="Content Placeholder 2"/>
          <p:cNvSpPr>
            <a:spLocks noGrp="1"/>
          </p:cNvSpPr>
          <p:nvPr>
            <p:ph idx="1"/>
          </p:nvPr>
        </p:nvSpPr>
        <p:spPr/>
        <p:txBody>
          <a:bodyPr>
            <a:normAutofit lnSpcReduction="10000"/>
          </a:bodyPr>
          <a:lstStyle/>
          <a:p>
            <a:r>
              <a:rPr lang="en-US" dirty="0">
                <a:uFillTx/>
              </a:rPr>
              <a:t>Two constraints that may apply to a specialization/ generalization: </a:t>
            </a:r>
          </a:p>
          <a:p>
            <a:pPr lvl="1"/>
            <a:r>
              <a:rPr lang="en-US" dirty="0">
                <a:uFillTx/>
              </a:rPr>
              <a:t>participation constraints  </a:t>
            </a:r>
          </a:p>
          <a:p>
            <a:pPr lvl="1"/>
            <a:r>
              <a:rPr lang="en-US" dirty="0">
                <a:uFillTx/>
              </a:rPr>
              <a:t>disjoint constraints. </a:t>
            </a:r>
          </a:p>
          <a:p>
            <a:r>
              <a:rPr lang="en-US" b="1" dirty="0">
                <a:solidFill>
                  <a:srgbClr val="0070C0"/>
                </a:solidFill>
                <a:uFillTx/>
              </a:rPr>
              <a:t>Participation constraint</a:t>
            </a:r>
          </a:p>
          <a:p>
            <a:pPr lvl="1"/>
            <a:r>
              <a:rPr lang="en-US" dirty="0">
                <a:uFillTx/>
              </a:rPr>
              <a:t>Determines whether every member in superclass must participate as a member of a subclass. </a:t>
            </a:r>
          </a:p>
          <a:p>
            <a:pPr lvl="1"/>
            <a:r>
              <a:rPr lang="en-US" dirty="0">
                <a:uFillTx/>
              </a:rPr>
              <a:t>May be </a:t>
            </a:r>
            <a:r>
              <a:rPr lang="en-US" u="sng" dirty="0">
                <a:uFillTx/>
              </a:rPr>
              <a:t>mandatory</a:t>
            </a:r>
            <a:r>
              <a:rPr lang="en-US" dirty="0">
                <a:uFillTx/>
              </a:rPr>
              <a:t> or </a:t>
            </a:r>
            <a:r>
              <a:rPr lang="en-US" u="sng" dirty="0">
                <a:uFillTx/>
              </a:rPr>
              <a:t>optional</a:t>
            </a:r>
            <a:r>
              <a:rPr lang="en-US" dirty="0">
                <a:uFillTx/>
              </a:rPr>
              <a:t>. </a:t>
            </a:r>
          </a:p>
          <a:p>
            <a:pPr lvl="1"/>
            <a:r>
              <a:rPr lang="en-US" b="1" dirty="0">
                <a:solidFill>
                  <a:srgbClr val="C00000"/>
                </a:solidFill>
                <a:uFillTx/>
              </a:rPr>
              <a:t>Mandatory</a:t>
            </a:r>
            <a:r>
              <a:rPr lang="en-US" dirty="0">
                <a:uFillTx/>
              </a:rPr>
              <a:t>: Every member of superclass must be a member of a subclass</a:t>
            </a:r>
          </a:p>
          <a:p>
            <a:pPr lvl="1"/>
            <a:r>
              <a:rPr lang="en-US" b="1" dirty="0">
                <a:solidFill>
                  <a:srgbClr val="C00000"/>
                </a:solidFill>
                <a:uFillTx/>
              </a:rPr>
              <a:t>Optional</a:t>
            </a:r>
            <a:r>
              <a:rPr lang="en-US" dirty="0">
                <a:uFillTx/>
              </a:rPr>
              <a:t>: Every member of superclass need not belong to any of its subclasses</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12</a:t>
            </a:fld>
            <a:endParaRPr lang="en-US" dirty="0">
              <a:uFillTx/>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Constraints on Specialization/Generalization </a:t>
            </a:r>
          </a:p>
        </p:txBody>
      </p:sp>
      <p:sp>
        <p:nvSpPr>
          <p:cNvPr id="3" name="Content Placeholder 2"/>
          <p:cNvSpPr>
            <a:spLocks noGrp="1"/>
          </p:cNvSpPr>
          <p:nvPr>
            <p:ph idx="1"/>
          </p:nvPr>
        </p:nvSpPr>
        <p:spPr/>
        <p:txBody>
          <a:bodyPr/>
          <a:lstStyle/>
          <a:p>
            <a:r>
              <a:rPr lang="en-US" b="1" dirty="0">
                <a:solidFill>
                  <a:srgbClr val="0070C0"/>
                </a:solidFill>
                <a:uFillTx/>
              </a:rPr>
              <a:t>Disjoint constraint </a:t>
            </a:r>
          </a:p>
          <a:p>
            <a:pPr lvl="1"/>
            <a:r>
              <a:rPr lang="en-US" dirty="0">
                <a:uFillTx/>
              </a:rPr>
              <a:t>Describes relationship between members of the subclasses and indicates whether member of a superclass can be a member of one, or more than one, subclass. </a:t>
            </a:r>
          </a:p>
          <a:p>
            <a:pPr lvl="1"/>
            <a:r>
              <a:rPr lang="en-US" dirty="0">
                <a:uFillTx/>
              </a:rPr>
              <a:t>May be </a:t>
            </a:r>
            <a:r>
              <a:rPr lang="en-US" u="sng" dirty="0">
                <a:uFillTx/>
              </a:rPr>
              <a:t>disjoint</a:t>
            </a:r>
            <a:r>
              <a:rPr lang="en-US" dirty="0">
                <a:uFillTx/>
              </a:rPr>
              <a:t> (OR) or </a:t>
            </a:r>
            <a:r>
              <a:rPr lang="en-US" u="sng" dirty="0">
                <a:uFillTx/>
              </a:rPr>
              <a:t>non-disjoint</a:t>
            </a:r>
            <a:r>
              <a:rPr lang="en-US" dirty="0">
                <a:uFillTx/>
              </a:rPr>
              <a:t> (AND)</a:t>
            </a:r>
          </a:p>
          <a:p>
            <a:pPr lvl="1"/>
            <a:r>
              <a:rPr lang="en-US" b="1" dirty="0">
                <a:solidFill>
                  <a:srgbClr val="C00000"/>
                </a:solidFill>
                <a:uFillTx/>
              </a:rPr>
              <a:t>Disjoint</a:t>
            </a:r>
            <a:r>
              <a:rPr lang="en-US" dirty="0">
                <a:uFillTx/>
              </a:rPr>
              <a:t>: An entity occurrence can be a member of only one of the subclass</a:t>
            </a:r>
          </a:p>
          <a:p>
            <a:pPr lvl="1"/>
            <a:r>
              <a:rPr lang="en-US" b="1" dirty="0">
                <a:solidFill>
                  <a:srgbClr val="C00000"/>
                </a:solidFill>
                <a:uFillTx/>
              </a:rPr>
              <a:t>Non-disjoint</a:t>
            </a:r>
            <a:r>
              <a:rPr lang="en-US" dirty="0">
                <a:uFillTx/>
              </a:rPr>
              <a:t>: An entity occurrence can be a member of more than a subclass</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13</a:t>
            </a:fld>
            <a:endParaRPr lang="en-US" dirty="0">
              <a:uFillTx/>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Constraints on Specialization/Generalization </a:t>
            </a:r>
          </a:p>
        </p:txBody>
      </p:sp>
      <p:sp>
        <p:nvSpPr>
          <p:cNvPr id="3" name="Content Placeholder 2"/>
          <p:cNvSpPr>
            <a:spLocks noGrp="1"/>
          </p:cNvSpPr>
          <p:nvPr>
            <p:ph idx="1"/>
          </p:nvPr>
        </p:nvSpPr>
        <p:spPr/>
        <p:txBody>
          <a:bodyPr/>
          <a:lstStyle/>
          <a:p>
            <a:r>
              <a:rPr lang="en-US" dirty="0">
                <a:uFillTx/>
              </a:rPr>
              <a:t>There are four categories of constraints of specialization and generalization:</a:t>
            </a:r>
            <a:endParaRPr lang="en-US" sz="2400" dirty="0">
              <a:uFillTx/>
            </a:endParaRPr>
          </a:p>
          <a:p>
            <a:pPr lvl="1"/>
            <a:r>
              <a:rPr lang="en-US" b="1" dirty="0">
                <a:solidFill>
                  <a:srgbClr val="0070C0"/>
                </a:solidFill>
                <a:uFillTx/>
              </a:rPr>
              <a:t>mandatory and disjoint </a:t>
            </a:r>
            <a:r>
              <a:rPr lang="en-US" dirty="0">
                <a:uFillTx/>
              </a:rPr>
              <a:t>{mandatory, or}</a:t>
            </a:r>
          </a:p>
          <a:p>
            <a:pPr lvl="2" algn="just"/>
            <a:r>
              <a:rPr lang="en-GB" sz="2400" b="0" i="0" dirty="0">
                <a:effectLst/>
              </a:rPr>
              <a:t>E.g.</a:t>
            </a:r>
            <a:r>
              <a:rPr lang="en-GB" sz="2400" dirty="0"/>
              <a:t>: </a:t>
            </a:r>
            <a:r>
              <a:rPr lang="en-GB" sz="2400" b="0" i="0" dirty="0">
                <a:effectLst/>
              </a:rPr>
              <a:t>Any member of staff must be attached to a department, but it is possible for a department to have no staff allocated.</a:t>
            </a:r>
            <a:endParaRPr lang="en-US" sz="2400" dirty="0">
              <a:uFillTx/>
            </a:endParaRPr>
          </a:p>
          <a:p>
            <a:pPr lvl="1"/>
            <a:r>
              <a:rPr lang="en-US" b="1" dirty="0">
                <a:solidFill>
                  <a:srgbClr val="0070C0"/>
                </a:solidFill>
                <a:uFillTx/>
              </a:rPr>
              <a:t>optional and disjoint </a:t>
            </a:r>
            <a:r>
              <a:rPr lang="en-US" dirty="0">
                <a:uFillTx/>
              </a:rPr>
              <a:t>{optional, or}</a:t>
            </a:r>
          </a:p>
          <a:p>
            <a:pPr lvl="2" algn="just"/>
            <a:r>
              <a:rPr lang="en-GB" sz="2400" b="0" i="0" dirty="0">
                <a:effectLst/>
              </a:rPr>
              <a:t>E.g.</a:t>
            </a:r>
            <a:r>
              <a:rPr lang="en-GB" sz="2400" dirty="0"/>
              <a:t>: </a:t>
            </a:r>
            <a:r>
              <a:rPr lang="en-GB" sz="2400" b="0" i="0" dirty="0">
                <a:effectLst/>
              </a:rPr>
              <a:t>A member of staff does not have to be placed in a department, but all departments must have at least one member of staff.</a:t>
            </a:r>
            <a:endParaRPr lang="en-US" sz="2400" dirty="0">
              <a:uFillTx/>
            </a:endParaRPr>
          </a:p>
          <a:p>
            <a:pPr lvl="1"/>
            <a:endParaRPr lang="en-US" dirty="0">
              <a:uFillTx/>
            </a:endParaRP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14</a:t>
            </a:fld>
            <a:endParaRPr lang="en-US" dirty="0">
              <a:uFillTx/>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Constraints on Specialization/Generalization </a:t>
            </a:r>
          </a:p>
        </p:txBody>
      </p:sp>
      <p:sp>
        <p:nvSpPr>
          <p:cNvPr id="3" name="Content Placeholder 2"/>
          <p:cNvSpPr>
            <a:spLocks noGrp="1"/>
          </p:cNvSpPr>
          <p:nvPr>
            <p:ph idx="1"/>
          </p:nvPr>
        </p:nvSpPr>
        <p:spPr/>
        <p:txBody>
          <a:bodyPr>
            <a:normAutofit lnSpcReduction="10000"/>
          </a:bodyPr>
          <a:lstStyle/>
          <a:p>
            <a:r>
              <a:rPr lang="en-US" dirty="0">
                <a:uFillTx/>
              </a:rPr>
              <a:t>There are four categories of constraints of specialization and generalization:</a:t>
            </a:r>
          </a:p>
          <a:p>
            <a:pPr lvl="1"/>
            <a:r>
              <a:rPr lang="en-US" b="1" dirty="0">
                <a:solidFill>
                  <a:srgbClr val="0070C0"/>
                </a:solidFill>
                <a:uFillTx/>
              </a:rPr>
              <a:t>mandatory and non-disjoint </a:t>
            </a:r>
            <a:r>
              <a:rPr lang="en-US" dirty="0">
                <a:uFillTx/>
              </a:rPr>
              <a:t>{mandatory, and}</a:t>
            </a:r>
          </a:p>
          <a:p>
            <a:pPr lvl="2" algn="just"/>
            <a:r>
              <a:rPr lang="en-GB" sz="2400" b="0" i="0" dirty="0">
                <a:effectLst/>
              </a:rPr>
              <a:t>E.g.: A member of staff must be assigned to a given department, and any department must have staff. There can be no unassigned staff, and it is not possible to have an 'empty' department</a:t>
            </a:r>
            <a:endParaRPr lang="en-US" sz="2400" dirty="0">
              <a:uFillTx/>
            </a:endParaRPr>
          </a:p>
          <a:p>
            <a:pPr lvl="1"/>
            <a:r>
              <a:rPr lang="en-US" b="1" dirty="0">
                <a:solidFill>
                  <a:srgbClr val="0070C0"/>
                </a:solidFill>
                <a:uFillTx/>
              </a:rPr>
              <a:t>optional and non-disjoint </a:t>
            </a:r>
            <a:r>
              <a:rPr lang="en-US" dirty="0">
                <a:uFillTx/>
              </a:rPr>
              <a:t>{optional, and}</a:t>
            </a:r>
          </a:p>
          <a:p>
            <a:pPr lvl="2" algn="just"/>
            <a:r>
              <a:rPr lang="en-GB" sz="2400" b="0" i="0" dirty="0">
                <a:effectLst/>
              </a:rPr>
              <a:t>E.g.: A member of staff might be assigned to work in a department, but this is not compulsory. A department might, or might not, have staff allocated to work within it</a:t>
            </a:r>
            <a:endParaRPr lang="en-US" sz="2400" dirty="0">
              <a:uFillTx/>
            </a:endParaRP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15</a:t>
            </a:fld>
            <a:endParaRPr lang="en-US" dirty="0">
              <a:uFillTx/>
            </a:endParaRPr>
          </a:p>
        </p:txBody>
      </p:sp>
    </p:spTree>
    <p:extLst>
      <p:ext uri="{BB962C8B-B14F-4D97-AF65-F5344CB8AC3E}">
        <p14:creationId xmlns:p14="http://schemas.microsoft.com/office/powerpoint/2010/main" val="3658087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Constraints on Specialization/Generalization </a:t>
            </a: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16</a:t>
            </a:fld>
            <a:endParaRPr lang="en-US" dirty="0">
              <a:uFillTx/>
            </a:endParaRPr>
          </a:p>
        </p:txBody>
      </p:sp>
      <p:pic>
        <p:nvPicPr>
          <p:cNvPr id="7" name="Picture 6"/>
          <p:cNvPicPr>
            <a:picLocks noChangeAspect="1"/>
          </p:cNvPicPr>
          <p:nvPr/>
        </p:nvPicPr>
        <p:blipFill>
          <a:blip r:embed="rId2"/>
          <a:srcRect l="2151" t="2858" r="4388" b="10931"/>
          <a:stretch/>
        </p:blipFill>
        <p:spPr>
          <a:xfrm>
            <a:off x="248928" y="1875295"/>
            <a:ext cx="8646143" cy="3487118"/>
          </a:xfrm>
          <a:prstGeom prst="rect">
            <a:avLst/>
          </a:prstGeom>
          <a:ln>
            <a:solidFill>
              <a:schemeClr val="tx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uFillTx/>
              </a:rPr>
              <a:t>DreamHome</a:t>
            </a:r>
            <a:r>
              <a:rPr lang="en-US" dirty="0">
                <a:uFillTx/>
              </a:rPr>
              <a:t> example - Staff </a:t>
            </a:r>
            <a:r>
              <a:rPr lang="en-US" dirty="0">
                <a:solidFill>
                  <a:srgbClr val="0070C0"/>
                </a:solidFill>
                <a:uFillTx/>
              </a:rPr>
              <a:t>Superclass</a:t>
            </a:r>
            <a:r>
              <a:rPr lang="en-US" dirty="0">
                <a:uFillTx/>
              </a:rPr>
              <a:t> with Supervisor and Manager </a:t>
            </a:r>
            <a:r>
              <a:rPr lang="en-US" dirty="0">
                <a:solidFill>
                  <a:srgbClr val="0070C0"/>
                </a:solidFill>
                <a:uFillTx/>
              </a:rPr>
              <a:t>subclasses</a:t>
            </a:r>
            <a:r>
              <a:rPr lang="en-US" dirty="0">
                <a:uFillTx/>
              </a:rPr>
              <a:t> </a:t>
            </a:r>
          </a:p>
        </p:txBody>
      </p:sp>
      <p:pic>
        <p:nvPicPr>
          <p:cNvPr id="7" name="Content Placeholder 6"/>
          <p:cNvPicPr>
            <a:picLocks noGrp="1" noChangeAspect="1"/>
          </p:cNvPicPr>
          <p:nvPr>
            <p:ph idx="1"/>
          </p:nvPr>
        </p:nvPicPr>
        <p:blipFill>
          <a:blip r:embed="rId2"/>
          <a:stretch>
            <a:fillRect/>
          </a:stretch>
        </p:blipFill>
        <p:spPr>
          <a:xfrm>
            <a:off x="1338000" y="1646238"/>
            <a:ext cx="6468000" cy="4530725"/>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17</a:t>
            </a:fld>
            <a:endParaRPr lang="en-US" dirty="0">
              <a:uFillTx/>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uFillTx/>
              </a:rPr>
              <a:t>DreamHome</a:t>
            </a:r>
            <a:r>
              <a:rPr lang="en-US" sz="2400" dirty="0">
                <a:uFillTx/>
              </a:rPr>
              <a:t> example - Owner </a:t>
            </a:r>
            <a:r>
              <a:rPr lang="en-US" sz="2400" dirty="0">
                <a:solidFill>
                  <a:srgbClr val="0070C0"/>
                </a:solidFill>
                <a:uFillTx/>
              </a:rPr>
              <a:t>Superclass</a:t>
            </a:r>
            <a:r>
              <a:rPr lang="en-US" sz="2400" dirty="0">
                <a:uFillTx/>
              </a:rPr>
              <a:t> with </a:t>
            </a:r>
            <a:r>
              <a:rPr lang="en-US" sz="2400" dirty="0" err="1">
                <a:uFillTx/>
              </a:rPr>
              <a:t>PrivateOwner</a:t>
            </a:r>
            <a:r>
              <a:rPr lang="en-US" sz="2400" dirty="0">
                <a:uFillTx/>
              </a:rPr>
              <a:t> and </a:t>
            </a:r>
            <a:r>
              <a:rPr lang="en-US" sz="2400" dirty="0" err="1">
                <a:uFillTx/>
              </a:rPr>
              <a:t>BusinessOwner</a:t>
            </a:r>
            <a:r>
              <a:rPr lang="en-US" sz="2400" dirty="0">
                <a:uFillTx/>
              </a:rPr>
              <a:t> </a:t>
            </a:r>
            <a:r>
              <a:rPr lang="en-US" sz="2400" dirty="0">
                <a:solidFill>
                  <a:srgbClr val="0070C0"/>
                </a:solidFill>
                <a:uFillTx/>
              </a:rPr>
              <a:t>subclasses</a:t>
            </a:r>
          </a:p>
        </p:txBody>
      </p:sp>
      <p:pic>
        <p:nvPicPr>
          <p:cNvPr id="7" name="Content Placeholder 6"/>
          <p:cNvPicPr>
            <a:picLocks noGrp="1" noChangeAspect="1"/>
          </p:cNvPicPr>
          <p:nvPr>
            <p:ph idx="1"/>
          </p:nvPr>
        </p:nvPicPr>
        <p:blipFill>
          <a:blip r:embed="rId2"/>
          <a:stretch>
            <a:fillRect/>
          </a:stretch>
        </p:blipFill>
        <p:spPr>
          <a:xfrm>
            <a:off x="1242041" y="1646238"/>
            <a:ext cx="6659918" cy="4530725"/>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18</a:t>
            </a:fld>
            <a:endParaRPr lang="en-US" dirty="0">
              <a:uFillTx/>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uFillTx/>
              </a:rPr>
              <a:t>DreamHome</a:t>
            </a:r>
            <a:r>
              <a:rPr lang="en-US" sz="2400" dirty="0">
                <a:uFillTx/>
              </a:rPr>
              <a:t> example - Person </a:t>
            </a:r>
            <a:r>
              <a:rPr lang="en-US" sz="2400" dirty="0">
                <a:solidFill>
                  <a:srgbClr val="0070C0"/>
                </a:solidFill>
                <a:uFillTx/>
              </a:rPr>
              <a:t>superclass</a:t>
            </a:r>
            <a:r>
              <a:rPr lang="en-US" sz="2400" dirty="0">
                <a:uFillTx/>
              </a:rPr>
              <a:t> with Staff, </a:t>
            </a:r>
            <a:r>
              <a:rPr lang="en-US" sz="2400" dirty="0" err="1">
                <a:uFillTx/>
              </a:rPr>
              <a:t>PrivateOwner</a:t>
            </a:r>
            <a:r>
              <a:rPr lang="en-US" sz="2400" dirty="0">
                <a:uFillTx/>
              </a:rPr>
              <a:t>, and Client </a:t>
            </a:r>
            <a:r>
              <a:rPr lang="en-US" sz="2400" dirty="0">
                <a:solidFill>
                  <a:srgbClr val="0070C0"/>
                </a:solidFill>
                <a:uFillTx/>
              </a:rPr>
              <a:t>subclasses</a:t>
            </a:r>
            <a:r>
              <a:rPr lang="en-US" sz="2400" dirty="0">
                <a:uFillTx/>
              </a:rPr>
              <a:t> </a:t>
            </a:r>
          </a:p>
        </p:txBody>
      </p:sp>
      <p:pic>
        <p:nvPicPr>
          <p:cNvPr id="7" name="Content Placeholder 6"/>
          <p:cNvPicPr>
            <a:picLocks noGrp="1" noChangeAspect="1"/>
          </p:cNvPicPr>
          <p:nvPr>
            <p:ph idx="1"/>
          </p:nvPr>
        </p:nvPicPr>
        <p:blipFill>
          <a:blip r:embed="rId2"/>
          <a:stretch>
            <a:fillRect/>
          </a:stretch>
        </p:blipFill>
        <p:spPr>
          <a:xfrm>
            <a:off x="2237402" y="1646238"/>
            <a:ext cx="4669195" cy="4530725"/>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19</a:t>
            </a:fld>
            <a:endParaRPr lang="en-US" dirty="0">
              <a:uFillTx/>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Problem 1: EERM</a:t>
            </a:r>
            <a:endParaRPr lang="en-US" dirty="0">
              <a:uFillTx/>
            </a:endParaRPr>
          </a:p>
        </p:txBody>
      </p:sp>
      <p:sp>
        <p:nvSpPr>
          <p:cNvPr id="3" name="Content Placeholder 2"/>
          <p:cNvSpPr>
            <a:spLocks noGrp="1"/>
          </p:cNvSpPr>
          <p:nvPr>
            <p:ph idx="1"/>
          </p:nvPr>
        </p:nvSpPr>
        <p:spPr/>
        <p:txBody>
          <a:bodyPr/>
          <a:lstStyle/>
          <a:p>
            <a:pPr algn="just"/>
            <a:r>
              <a:rPr lang="en-US" altLang="en-US" sz="1800" dirty="0">
                <a:uFillTx/>
                <a:ea typeface="Arial" panose="020B0604020202020204" pitchFamily="34" charset="0"/>
                <a:cs typeface="Arial" panose="020B0604020202020204" pitchFamily="34" charset="0"/>
              </a:rPr>
              <a:t>A car dealership wishes to maintain data about the customers who purchase a car.  Each customer may purchase one or more vehicles and each vehicle can be  purchased by many different customers over time (for example, a customer may purchase a new vehicle, trade that vehicle in and someone else can purchase the vehicle traded in.)   Data that the dealership wishes to keep regarding customers includes customer identification number, name, address, home phone, work phone, cell phone and e-mail address.  </a:t>
            </a:r>
          </a:p>
          <a:p>
            <a:pPr algn="just"/>
            <a:r>
              <a:rPr lang="en-US" altLang="en-US" sz="1800" dirty="0">
                <a:uFillTx/>
                <a:ea typeface="Arial" panose="020B0604020202020204" pitchFamily="34" charset="0"/>
                <a:cs typeface="Arial" panose="020B0604020202020204" pitchFamily="34" charset="0"/>
              </a:rPr>
              <a:t>Information about vehicle includes vehicle identification number, make, model, year, transmission type, engine size and color.  Vehicles can be a member of one of the following categories:  cars, trucks, minivans or SUVS.  A vehicle can be a member of only one category at a given time.  Trucks, minivans and SUVS have unique attributes – cars does not.  Trucks have the following unique attributes:  Cab (example:  regular, super or crew) and Driver  (for example:  94X2 or (4X4); Minivans have Accessory package and SUVS have SUV style.</a:t>
            </a:r>
          </a:p>
          <a:p>
            <a:pPr algn="just"/>
            <a:r>
              <a:rPr lang="en-US" altLang="en-US" sz="1800" dirty="0">
                <a:uFillTx/>
                <a:ea typeface="Arial" panose="020B0604020202020204" pitchFamily="34" charset="0"/>
                <a:cs typeface="Arial" panose="020B0604020202020204" pitchFamily="34" charset="0"/>
              </a:rPr>
              <a:t>The dealership is interested in the date of Purchase, amount of sale and Salesperson(s) completing each sale.  </a:t>
            </a:r>
          </a:p>
          <a:p>
            <a:pPr algn="just"/>
            <a:endParaRPr lang="en-US" sz="1800"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20</a:t>
            </a:fld>
            <a:endParaRPr lang="en-US" dirty="0">
              <a:uFillTx/>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832A7B-17DE-A49A-0D98-B172644510D5}"/>
              </a:ext>
            </a:extLst>
          </p:cNvPr>
          <p:cNvSpPr>
            <a:spLocks noGrp="1"/>
          </p:cNvSpPr>
          <p:nvPr>
            <p:ph type="title"/>
          </p:nvPr>
        </p:nvSpPr>
        <p:spPr/>
        <p:txBody>
          <a:bodyPr/>
          <a:lstStyle/>
          <a:p>
            <a:endParaRPr lang="en-US"/>
          </a:p>
        </p:txBody>
      </p:sp>
      <p:sp>
        <p:nvSpPr>
          <p:cNvPr id="2" name="Slide Number Placeholder 1">
            <a:extLst>
              <a:ext uri="{FF2B5EF4-FFF2-40B4-BE49-F238E27FC236}">
                <a16:creationId xmlns:a16="http://schemas.microsoft.com/office/drawing/2014/main" id="{624BE87F-5B1E-B127-DCFD-1E4D48217575}"/>
              </a:ext>
            </a:extLst>
          </p:cNvPr>
          <p:cNvSpPr>
            <a:spLocks noGrp="1"/>
          </p:cNvSpPr>
          <p:nvPr>
            <p:ph type="sldNum" sz="quarter" idx="10"/>
          </p:nvPr>
        </p:nvSpPr>
        <p:spPr/>
        <p:txBody>
          <a:bodyPr/>
          <a:lstStyle/>
          <a:p>
            <a:fld id="{7737D3DD-0AB3-4F16-99FA-6262B2B4036D}" type="slidenum">
              <a:rPr lang="en-MY" smtClean="0"/>
              <a:t>21</a:t>
            </a:fld>
            <a:endParaRPr lang="en-MY"/>
          </a:p>
        </p:txBody>
      </p:sp>
      <p:pic>
        <p:nvPicPr>
          <p:cNvPr id="50" name="Picture 49">
            <a:extLst>
              <a:ext uri="{FF2B5EF4-FFF2-40B4-BE49-F238E27FC236}">
                <a16:creationId xmlns:a16="http://schemas.microsoft.com/office/drawing/2014/main" id="{1EC0F348-2D30-7AC1-3CE0-4197AE988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1392" y="3429000"/>
            <a:ext cx="3995252" cy="300669"/>
          </a:xfrm>
          <a:prstGeom prst="rect">
            <a:avLst/>
          </a:prstGeom>
        </p:spPr>
      </p:pic>
      <p:pic>
        <p:nvPicPr>
          <p:cNvPr id="52" name="Picture 51">
            <a:extLst>
              <a:ext uri="{FF2B5EF4-FFF2-40B4-BE49-F238E27FC236}">
                <a16:creationId xmlns:a16="http://schemas.microsoft.com/office/drawing/2014/main" id="{851558A9-F831-677E-BB04-1C0F9AD971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8817" y="3028051"/>
            <a:ext cx="3995252" cy="300669"/>
          </a:xfrm>
          <a:prstGeom prst="rect">
            <a:avLst/>
          </a:prstGeom>
        </p:spPr>
      </p:pic>
      <p:pic>
        <p:nvPicPr>
          <p:cNvPr id="54" name="Picture 53">
            <a:extLst>
              <a:ext uri="{FF2B5EF4-FFF2-40B4-BE49-F238E27FC236}">
                <a16:creationId xmlns:a16="http://schemas.microsoft.com/office/drawing/2014/main" id="{FCCD5C17-9FCF-9090-0510-5284D0FCF1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9173" y="2870567"/>
            <a:ext cx="2709212" cy="916306"/>
          </a:xfrm>
          <a:prstGeom prst="rect">
            <a:avLst/>
          </a:prstGeom>
        </p:spPr>
      </p:pic>
    </p:spTree>
    <p:extLst>
      <p:ext uri="{BB962C8B-B14F-4D97-AF65-F5344CB8AC3E}">
        <p14:creationId xmlns:p14="http://schemas.microsoft.com/office/powerpoint/2010/main" val="15027750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7300</TotalTime>
  <Words>1022</Words>
  <Application>Microsoft Office PowerPoint</Application>
  <PresentationFormat>On-screen Show (4:3)</PresentationFormat>
  <Paragraphs>97</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Montserrat Semi</vt:lpstr>
      <vt:lpstr>Arial</vt:lpstr>
      <vt:lpstr>Calibri</vt:lpstr>
      <vt:lpstr>Calibri Light</vt:lpstr>
      <vt:lpstr>Helvetica</vt:lpstr>
      <vt:lpstr>Verdana</vt:lpstr>
      <vt:lpstr>Office 2013 - 2022 Theme</vt:lpstr>
      <vt:lpstr>PowerPoint Presentation</vt:lpstr>
      <vt:lpstr>LECTURE LEARNING OUTCOME</vt:lpstr>
      <vt:lpstr>Introduction</vt:lpstr>
      <vt:lpstr>Enhanced Entity-Relationship Model</vt:lpstr>
      <vt:lpstr>Specialization / Generalization</vt:lpstr>
      <vt:lpstr>Specialization / Generalization</vt:lpstr>
      <vt:lpstr>Specialization / Generalization</vt:lpstr>
      <vt:lpstr>Example: AllStaff relation holding details of all staff</vt:lpstr>
      <vt:lpstr>Specialization/generalization of Staff into subclasses representing job roles</vt:lpstr>
      <vt:lpstr>Specialization/generalization of Staff into job roles and contracts of employment </vt:lpstr>
      <vt:lpstr>EER diagram with shared subclass and subclass with its own subclass</vt:lpstr>
      <vt:lpstr>Constraints on Specialization/Generalization </vt:lpstr>
      <vt:lpstr>Constraints on Specialization/Generalization </vt:lpstr>
      <vt:lpstr>Constraints on Specialization/Generalization </vt:lpstr>
      <vt:lpstr>Constraints on Specialization/Generalization </vt:lpstr>
      <vt:lpstr>Constraints on Specialization/Generalization </vt:lpstr>
      <vt:lpstr>DreamHome example - Staff Superclass with Supervisor and Manager subclasses </vt:lpstr>
      <vt:lpstr>DreamHome example - Owner Superclass with PrivateOwner and BusinessOwner subclasses</vt:lpstr>
      <vt:lpstr>DreamHome example - Person superclass with Staff, PrivateOwner, and Client subclasses </vt:lpstr>
      <vt:lpstr>Problem 1: EERM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 AMALINA BINTI HAMIDI</dc:creator>
  <cp:lastModifiedBy>NIES HUI WEN</cp:lastModifiedBy>
  <cp:revision>47</cp:revision>
  <dcterms:created xsi:type="dcterms:W3CDTF">2023-12-31T03:09:43Z</dcterms:created>
  <dcterms:modified xsi:type="dcterms:W3CDTF">2024-09-30T13:57:19Z</dcterms:modified>
</cp:coreProperties>
</file>