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50" r:id="rId2"/>
    <p:sldId id="422" r:id="rId3"/>
    <p:sldId id="297" r:id="rId4"/>
    <p:sldId id="427" r:id="rId5"/>
    <p:sldId id="361" r:id="rId6"/>
    <p:sldId id="351" r:id="rId7"/>
    <p:sldId id="423" r:id="rId8"/>
    <p:sldId id="360" r:id="rId9"/>
    <p:sldId id="424" r:id="rId10"/>
    <p:sldId id="425" r:id="rId11"/>
    <p:sldId id="428" r:id="rId12"/>
    <p:sldId id="426" r:id="rId13"/>
    <p:sldId id="438" r:id="rId14"/>
    <p:sldId id="429" r:id="rId15"/>
    <p:sldId id="430" r:id="rId16"/>
    <p:sldId id="431" r:id="rId17"/>
    <p:sldId id="432" r:id="rId18"/>
    <p:sldId id="433" r:id="rId19"/>
    <p:sldId id="434" r:id="rId20"/>
    <p:sldId id="435" r:id="rId21"/>
    <p:sldId id="436" r:id="rId22"/>
    <p:sldId id="437" r:id="rId23"/>
    <p:sldId id="439" r:id="rId24"/>
    <p:sldId id="440" r:id="rId25"/>
    <p:sldId id="441" r:id="rId26"/>
    <p:sldId id="442" r:id="rId27"/>
    <p:sldId id="448" r:id="rId28"/>
    <p:sldId id="447" r:id="rId29"/>
    <p:sldId id="443" r:id="rId30"/>
    <p:sldId id="444" r:id="rId31"/>
    <p:sldId id="445" r:id="rId32"/>
    <p:sldId id="446" r:id="rId33"/>
    <p:sldId id="36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131FDA-F926-AA4E-AB21-E1E393CA935F}">
          <p14:sldIdLst>
            <p14:sldId id="350"/>
            <p14:sldId id="422"/>
            <p14:sldId id="297"/>
          </p14:sldIdLst>
        </p14:section>
        <p14:section name="01 QUANTI AND QUALI" id="{E851641D-CDC4-D744-A97D-64C618E62EF6}">
          <p14:sldIdLst>
            <p14:sldId id="427"/>
            <p14:sldId id="361"/>
          </p14:sldIdLst>
        </p14:section>
        <p14:section name="02 BASIC QUANTI ANALYSIS" id="{ABFA7ABC-D67A-B445-A94D-DFB4B17D93B3}">
          <p14:sldIdLst>
            <p14:sldId id="351"/>
            <p14:sldId id="423"/>
            <p14:sldId id="360"/>
            <p14:sldId id="424"/>
            <p14:sldId id="425"/>
          </p14:sldIdLst>
        </p14:section>
        <p14:section name="03 BASIC QUALI ANALYSIS" id="{9A4DBB78-082B-1B48-AB28-251C528AEEBF}">
          <p14:sldIdLst>
            <p14:sldId id="428"/>
            <p14:sldId id="426"/>
          </p14:sldIdLst>
        </p14:section>
        <p14:section name="04 Analytical Frameworks for Quali" id="{78420366-EF4B-264E-B975-2F6FC202A53C}">
          <p14:sldIdLst>
            <p14:sldId id="438"/>
            <p14:sldId id="429"/>
            <p14:sldId id="430"/>
            <p14:sldId id="431"/>
            <p14:sldId id="432"/>
            <p14:sldId id="433"/>
            <p14:sldId id="434"/>
            <p14:sldId id="435"/>
            <p14:sldId id="436"/>
            <p14:sldId id="437"/>
            <p14:sldId id="439"/>
            <p14:sldId id="440"/>
          </p14:sldIdLst>
        </p14:section>
        <p14:section name="05 TOOLS SUPPORT DATA ANALYSIS" id="{C2C63C70-9FDF-9545-A882-9D28E4267B1C}">
          <p14:sldIdLst>
            <p14:sldId id="441"/>
            <p14:sldId id="442"/>
            <p14:sldId id="448"/>
            <p14:sldId id="447"/>
          </p14:sldIdLst>
        </p14:section>
        <p14:section name="06 Interpreting Presenting Findings" id="{D89DFB80-86F8-1243-B974-06CCB0D69B23}">
          <p14:sldIdLst>
            <p14:sldId id="443"/>
            <p14:sldId id="444"/>
            <p14:sldId id="445"/>
            <p14:sldId id="446"/>
            <p14:sldId id="3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A6A6A6"/>
    <a:srgbClr val="5F5F5F"/>
    <a:srgbClr val="D9D9D9"/>
    <a:srgbClr val="2C2C2C"/>
    <a:srgbClr val="74121D"/>
    <a:srgbClr val="351F2D"/>
    <a:srgbClr val="5A5A5A"/>
    <a:srgbClr val="D3A76D"/>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194088-320C-C54E-B0A5-80CA2481785D}" v="380" dt="2025-06-16T00:34:42.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autoAdjust="0"/>
    <p:restoredTop sz="92409" autoAdjust="0"/>
  </p:normalViewPr>
  <p:slideViewPr>
    <p:cSldViewPr snapToGrid="0">
      <p:cViewPr varScale="1">
        <p:scale>
          <a:sx n="63" d="100"/>
          <a:sy n="63" d="100"/>
        </p:scale>
        <p:origin x="4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0A0B-0DD5-4CD4-9112-161D1F3640A5}" type="datetimeFigureOut">
              <a:rPr lang="en-MY" smtClean="0"/>
              <a:t>1/1/2026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4BD2-F681-4682-A133-A395F45EFB31}" type="slidenum">
              <a:rPr lang="en-MY" smtClean="0"/>
              <a:t>‹#›</a:t>
            </a:fld>
            <a:endParaRPr lang="en-MY"/>
          </a:p>
        </p:txBody>
      </p:sp>
    </p:spTree>
    <p:extLst>
      <p:ext uri="{BB962C8B-B14F-4D97-AF65-F5344CB8AC3E}">
        <p14:creationId xmlns:p14="http://schemas.microsoft.com/office/powerpoint/2010/main" val="5168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47A934-3E89-05AD-D5A0-7A5B35BA2332}"/>
              </a:ext>
            </a:extLst>
          </p:cNvPr>
          <p:cNvPicPr>
            <a:picLocks noChangeAspect="1"/>
          </p:cNvPicPr>
          <p:nvPr userDrawn="1"/>
        </p:nvPicPr>
        <p:blipFill>
          <a:blip r:embed="rId2"/>
          <a:stretch>
            <a:fillRect/>
          </a:stretch>
        </p:blipFill>
        <p:spPr>
          <a:xfrm flipV="1">
            <a:off x="-5939" y="3718377"/>
            <a:ext cx="12192000" cy="3139623"/>
          </a:xfrm>
          <a:prstGeom prst="rect">
            <a:avLst/>
          </a:prstGeom>
        </p:spPr>
      </p:pic>
      <p:pic>
        <p:nvPicPr>
          <p:cNvPr id="22" name="Graphic 21">
            <a:extLst>
              <a:ext uri="{FF2B5EF4-FFF2-40B4-BE49-F238E27FC236}">
                <a16:creationId xmlns:a16="http://schemas.microsoft.com/office/drawing/2014/main" id="{E508D8A1-89F7-FAFD-B2C1-05BE220248E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39" y="0"/>
            <a:ext cx="8736520" cy="6858000"/>
          </a:xfrm>
          <a:prstGeom prst="rect">
            <a:avLst/>
          </a:prstGeom>
        </p:spPr>
      </p:pic>
      <p:pic>
        <p:nvPicPr>
          <p:cNvPr id="13" name="Picture 12" descr="Logo&#10;&#10;Description automatically generated">
            <a:extLst>
              <a:ext uri="{FF2B5EF4-FFF2-40B4-BE49-F238E27FC236}">
                <a16:creationId xmlns:a16="http://schemas.microsoft.com/office/drawing/2014/main" id="{F9298E6D-C367-3666-0F68-F1EE2297B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2346" y="943365"/>
            <a:ext cx="1963312" cy="664029"/>
          </a:xfrm>
          <a:prstGeom prst="rect">
            <a:avLst/>
          </a:prstGeom>
        </p:spPr>
      </p:pic>
      <p:sp>
        <p:nvSpPr>
          <p:cNvPr id="5" name="Picture Placeholder 58">
            <a:extLst>
              <a:ext uri="{FF2B5EF4-FFF2-40B4-BE49-F238E27FC236}">
                <a16:creationId xmlns:a16="http://schemas.microsoft.com/office/drawing/2014/main" id="{E4A24835-5836-BEDC-49A3-504DF24B1D3B}"/>
              </a:ext>
            </a:extLst>
          </p:cNvPr>
          <p:cNvSpPr>
            <a:spLocks noGrp="1"/>
          </p:cNvSpPr>
          <p:nvPr>
            <p:ph type="pic" sz="quarter" idx="10"/>
          </p:nvPr>
        </p:nvSpPr>
        <p:spPr>
          <a:xfrm>
            <a:off x="7093358" y="-16187"/>
            <a:ext cx="5097012" cy="6880967"/>
          </a:xfrm>
          <a:custGeom>
            <a:avLst/>
            <a:gdLst>
              <a:gd name="connsiteX0" fmla="*/ 0 w 7679193"/>
              <a:gd name="connsiteY0" fmla="*/ 3502541 h 7005082"/>
              <a:gd name="connsiteX1" fmla="*/ 1751271 w 7679193"/>
              <a:gd name="connsiteY1" fmla="*/ 2 h 7005082"/>
              <a:gd name="connsiteX2" fmla="*/ 5927923 w 7679193"/>
              <a:gd name="connsiteY2" fmla="*/ 2 h 7005082"/>
              <a:gd name="connsiteX3" fmla="*/ 7679193 w 7679193"/>
              <a:gd name="connsiteY3" fmla="*/ 3502541 h 7005082"/>
              <a:gd name="connsiteX4" fmla="*/ 5927923 w 7679193"/>
              <a:gd name="connsiteY4" fmla="*/ 7005080 h 7005082"/>
              <a:gd name="connsiteX5" fmla="*/ 1751271 w 7679193"/>
              <a:gd name="connsiteY5" fmla="*/ 7005080 h 7005082"/>
              <a:gd name="connsiteX6" fmla="*/ 0 w 7679193"/>
              <a:gd name="connsiteY6" fmla="*/ 3502541 h 7005082"/>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61719 w 7679193"/>
              <a:gd name="connsiteY2" fmla="*/ 23750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490663 h 6993202"/>
              <a:gd name="connsiteX1" fmla="*/ 4221339 w 7679193"/>
              <a:gd name="connsiteY1" fmla="*/ 0 h 6993202"/>
              <a:gd name="connsiteX2" fmla="*/ 7661719 w 7679193"/>
              <a:gd name="connsiteY2" fmla="*/ 11874 h 6993202"/>
              <a:gd name="connsiteX3" fmla="*/ 7679193 w 7679193"/>
              <a:gd name="connsiteY3" fmla="*/ 3490663 h 6993202"/>
              <a:gd name="connsiteX4" fmla="*/ 5927923 w 7679193"/>
              <a:gd name="connsiteY4" fmla="*/ 6993202 h 6993202"/>
              <a:gd name="connsiteX5" fmla="*/ 1751271 w 7679193"/>
              <a:gd name="connsiteY5" fmla="*/ 6993202 h 6993202"/>
              <a:gd name="connsiteX6" fmla="*/ 0 w 7679193"/>
              <a:gd name="connsiteY6" fmla="*/ 3490663 h 6993202"/>
              <a:gd name="connsiteX0" fmla="*/ 0 w 7679193"/>
              <a:gd name="connsiteY0" fmla="*/ 3478789 h 6981328"/>
              <a:gd name="connsiteX1" fmla="*/ 4236579 w 7679193"/>
              <a:gd name="connsiteY1" fmla="*/ 3366 h 6981328"/>
              <a:gd name="connsiteX2" fmla="*/ 7661719 w 7679193"/>
              <a:gd name="connsiteY2" fmla="*/ 0 h 6981328"/>
              <a:gd name="connsiteX3" fmla="*/ 7679193 w 7679193"/>
              <a:gd name="connsiteY3" fmla="*/ 3478789 h 6981328"/>
              <a:gd name="connsiteX4" fmla="*/ 5927923 w 7679193"/>
              <a:gd name="connsiteY4" fmla="*/ 6981328 h 6981328"/>
              <a:gd name="connsiteX5" fmla="*/ 1751271 w 7679193"/>
              <a:gd name="connsiteY5" fmla="*/ 6981328 h 6981328"/>
              <a:gd name="connsiteX6" fmla="*/ 0 w 7679193"/>
              <a:gd name="connsiteY6" fmla="*/ 3478789 h 6981328"/>
              <a:gd name="connsiteX0" fmla="*/ 1898709 w 5927922"/>
              <a:gd name="connsiteY0" fmla="*/ 1794769 h 6981328"/>
              <a:gd name="connsiteX1" fmla="*/ 24853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472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6891062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4176652 w 5916771"/>
              <a:gd name="connsiteY4" fmla="*/ 6981328 h 6981328"/>
              <a:gd name="connsiteX5" fmla="*/ 0 w 5916771"/>
              <a:gd name="connsiteY5" fmla="*/ 6981328 h 6981328"/>
              <a:gd name="connsiteX6" fmla="*/ 1898709 w 5916771"/>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730925 w 5916771"/>
              <a:gd name="connsiteY4" fmla="*/ 6892118 h 6981328"/>
              <a:gd name="connsiteX5" fmla="*/ 0 w 5916771"/>
              <a:gd name="connsiteY5" fmla="*/ 6981328 h 6981328"/>
              <a:gd name="connsiteX6" fmla="*/ 1898709 w 5916771"/>
              <a:gd name="connsiteY6" fmla="*/ 1794769 h 6981328"/>
              <a:gd name="connsiteX0" fmla="*/ 1167784 w 5185846"/>
              <a:gd name="connsiteY0" fmla="*/ 1794769 h 6902214"/>
              <a:gd name="connsiteX1" fmla="*/ 1739143 w 5185846"/>
              <a:gd name="connsiteY1" fmla="*/ 3366 h 6902214"/>
              <a:gd name="connsiteX2" fmla="*/ 5179523 w 5185846"/>
              <a:gd name="connsiteY2" fmla="*/ 0 h 6902214"/>
              <a:gd name="connsiteX3" fmla="*/ 5185846 w 5185846"/>
              <a:gd name="connsiteY3" fmla="*/ 6902214 h 6902214"/>
              <a:gd name="connsiteX4" fmla="*/ 0 w 5185846"/>
              <a:gd name="connsiteY4" fmla="*/ 6892118 h 6902214"/>
              <a:gd name="connsiteX5" fmla="*/ 1700041 w 5185846"/>
              <a:gd name="connsiteY5" fmla="*/ 1818313 h 6902214"/>
              <a:gd name="connsiteX6" fmla="*/ 1167784 w 5185846"/>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44285 w 5130090"/>
              <a:gd name="connsiteY5" fmla="*/ 1818313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08843 w 5130090"/>
              <a:gd name="connsiteY5" fmla="*/ 1789960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097851 w 5130090"/>
              <a:gd name="connsiteY0" fmla="*/ 1808946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097851 w 5130090"/>
              <a:gd name="connsiteY6" fmla="*/ 1808946 h 6902214"/>
              <a:gd name="connsiteX0" fmla="*/ 1069498 w 5101737"/>
              <a:gd name="connsiteY0" fmla="*/ 1808946 h 6902214"/>
              <a:gd name="connsiteX1" fmla="*/ 1655034 w 5101737"/>
              <a:gd name="connsiteY1" fmla="*/ 3366 h 6902214"/>
              <a:gd name="connsiteX2" fmla="*/ 5095414 w 5101737"/>
              <a:gd name="connsiteY2" fmla="*/ 0 h 6902214"/>
              <a:gd name="connsiteX3" fmla="*/ 5101737 w 5101737"/>
              <a:gd name="connsiteY3" fmla="*/ 6902214 h 6902214"/>
              <a:gd name="connsiteX4" fmla="*/ 0 w 5101737"/>
              <a:gd name="connsiteY4" fmla="*/ 6880967 h 6902214"/>
              <a:gd name="connsiteX5" fmla="*/ 1594667 w 5101737"/>
              <a:gd name="connsiteY5" fmla="*/ 1811225 h 6902214"/>
              <a:gd name="connsiteX6" fmla="*/ 1069498 w 5101737"/>
              <a:gd name="connsiteY6" fmla="*/ 1808946 h 6902214"/>
              <a:gd name="connsiteX0" fmla="*/ 1069498 w 5101737"/>
              <a:gd name="connsiteY0" fmla="*/ 1808946 h 6895125"/>
              <a:gd name="connsiteX1" fmla="*/ 1655034 w 5101737"/>
              <a:gd name="connsiteY1" fmla="*/ 3366 h 6895125"/>
              <a:gd name="connsiteX2" fmla="*/ 5095414 w 5101737"/>
              <a:gd name="connsiteY2" fmla="*/ 0 h 6895125"/>
              <a:gd name="connsiteX3" fmla="*/ 5101737 w 5101737"/>
              <a:gd name="connsiteY3" fmla="*/ 6895125 h 6895125"/>
              <a:gd name="connsiteX4" fmla="*/ 0 w 5101737"/>
              <a:gd name="connsiteY4" fmla="*/ 6880967 h 6895125"/>
              <a:gd name="connsiteX5" fmla="*/ 1594667 w 5101737"/>
              <a:gd name="connsiteY5" fmla="*/ 1811225 h 6895125"/>
              <a:gd name="connsiteX6" fmla="*/ 1069498 w 5101737"/>
              <a:gd name="connsiteY6" fmla="*/ 1808946 h 6895125"/>
              <a:gd name="connsiteX0" fmla="*/ 1069498 w 5097012"/>
              <a:gd name="connsiteY0" fmla="*/ 1808946 h 6880967"/>
              <a:gd name="connsiteX1" fmla="*/ 1655034 w 5097012"/>
              <a:gd name="connsiteY1" fmla="*/ 3366 h 6880967"/>
              <a:gd name="connsiteX2" fmla="*/ 5095414 w 5097012"/>
              <a:gd name="connsiteY2" fmla="*/ 0 h 6880967"/>
              <a:gd name="connsiteX3" fmla="*/ 5094649 w 5097012"/>
              <a:gd name="connsiteY3" fmla="*/ 6880948 h 6880967"/>
              <a:gd name="connsiteX4" fmla="*/ 0 w 5097012"/>
              <a:gd name="connsiteY4" fmla="*/ 6880967 h 6880967"/>
              <a:gd name="connsiteX5" fmla="*/ 1594667 w 5097012"/>
              <a:gd name="connsiteY5" fmla="*/ 1811225 h 6880967"/>
              <a:gd name="connsiteX6" fmla="*/ 1069498 w 5097012"/>
              <a:gd name="connsiteY6" fmla="*/ 1808946 h 68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012" h="6880967">
                <a:moveTo>
                  <a:pt x="1069498" y="1808946"/>
                </a:moveTo>
                <a:lnTo>
                  <a:pt x="1655034" y="3366"/>
                </a:lnTo>
                <a:lnTo>
                  <a:pt x="5095414" y="0"/>
                </a:lnTo>
                <a:cubicBezTo>
                  <a:pt x="5101239" y="1159596"/>
                  <a:pt x="5088824" y="5721352"/>
                  <a:pt x="5094649" y="6880948"/>
                </a:cubicBezTo>
                <a:lnTo>
                  <a:pt x="0" y="6880967"/>
                </a:lnTo>
                <a:lnTo>
                  <a:pt x="1594667" y="1811225"/>
                </a:lnTo>
                <a:lnTo>
                  <a:pt x="1069498" y="1808946"/>
                </a:lnTo>
                <a:close/>
              </a:path>
            </a:pathLst>
          </a:custGeom>
        </p:spPr>
        <p:txBody>
          <a:bodyPr/>
          <a:lstStyle/>
          <a:p>
            <a:endParaRPr lang="en-MY"/>
          </a:p>
        </p:txBody>
      </p:sp>
    </p:spTree>
    <p:extLst>
      <p:ext uri="{BB962C8B-B14F-4D97-AF65-F5344CB8AC3E}">
        <p14:creationId xmlns:p14="http://schemas.microsoft.com/office/powerpoint/2010/main" val="273221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p:bg>
      <p:bgPr>
        <a:solidFill>
          <a:srgbClr val="2C2C2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DAC918-69A7-1F81-9143-C4470BEA4510}"/>
              </a:ext>
            </a:extLst>
          </p:cNvPr>
          <p:cNvSpPr/>
          <p:nvPr userDrawn="1"/>
        </p:nvSpPr>
        <p:spPr>
          <a:xfrm>
            <a:off x="0" y="0"/>
            <a:ext cx="12192000" cy="6858000"/>
          </a:xfrm>
          <a:prstGeom prst="rect">
            <a:avLst/>
          </a:prstGeom>
          <a:gradFill>
            <a:gsLst>
              <a:gs pos="52000">
                <a:schemeClr val="bg1"/>
              </a:gs>
              <a:gs pos="82000">
                <a:schemeClr val="bg1">
                  <a:lumMod val="95000"/>
                </a:schemeClr>
              </a:gs>
              <a:gs pos="100000">
                <a:schemeClr val="bg1"/>
              </a:gs>
            </a:gsLst>
            <a:lin ang="6000000" scaled="0"/>
          </a:gradFill>
          <a:ln w="71585" cap="flat">
            <a:noFill/>
            <a:prstDash val="solid"/>
            <a:miter/>
          </a:ln>
        </p:spPr>
        <p:txBody>
          <a:bodyPr rtlCol="0" anchor="ctr"/>
          <a:lstStyle/>
          <a:p>
            <a:pPr algn="l"/>
            <a:endParaRPr lang="en-MY"/>
          </a:p>
        </p:txBody>
      </p:sp>
      <p:sp>
        <p:nvSpPr>
          <p:cNvPr id="59" name="Picture Placeholder 58">
            <a:extLst>
              <a:ext uri="{FF2B5EF4-FFF2-40B4-BE49-F238E27FC236}">
                <a16:creationId xmlns:a16="http://schemas.microsoft.com/office/drawing/2014/main" id="{24F89DFC-6C4C-1B65-FADE-ED74049BFD28}"/>
              </a:ext>
            </a:extLst>
          </p:cNvPr>
          <p:cNvSpPr>
            <a:spLocks noGrp="1"/>
          </p:cNvSpPr>
          <p:nvPr>
            <p:ph type="pic" sz="quarter" idx="10"/>
          </p:nvPr>
        </p:nvSpPr>
        <p:spPr>
          <a:xfrm>
            <a:off x="4527052" y="-39938"/>
            <a:ext cx="7679193" cy="7005082"/>
          </a:xfrm>
          <a:custGeom>
            <a:avLst/>
            <a:gdLst>
              <a:gd name="connsiteX0" fmla="*/ 7 w 6342063"/>
              <a:gd name="connsiteY0" fmla="*/ 2636495 h 6902450"/>
              <a:gd name="connsiteX1" fmla="*/ 3171032 w 6342063"/>
              <a:gd name="connsiteY1" fmla="*/ 0 h 6902450"/>
              <a:gd name="connsiteX2" fmla="*/ 6342056 w 6342063"/>
              <a:gd name="connsiteY2" fmla="*/ 2636495 h 6902450"/>
              <a:gd name="connsiteX3" fmla="*/ 5130833 w 6342063"/>
              <a:gd name="connsiteY3" fmla="*/ 6902432 h 6902450"/>
              <a:gd name="connsiteX4" fmla="*/ 1211230 w 6342063"/>
              <a:gd name="connsiteY4" fmla="*/ 6902432 h 6902450"/>
              <a:gd name="connsiteX5" fmla="*/ 7 w 6342063"/>
              <a:gd name="connsiteY5" fmla="*/ 2636495 h 6902450"/>
              <a:gd name="connsiteX0" fmla="*/ 930398 w 7272447"/>
              <a:gd name="connsiteY0" fmla="*/ 2636495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930398 w 7272447"/>
              <a:gd name="connsiteY5" fmla="*/ 2636495 h 6902432"/>
              <a:gd name="connsiteX0" fmla="*/ 3637504 w 7272447"/>
              <a:gd name="connsiteY0" fmla="*/ 25642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3637504 w 7272447"/>
              <a:gd name="connsiteY5" fmla="*/ 25642 h 6902432"/>
              <a:gd name="connsiteX0" fmla="*/ 4022514 w 7657457"/>
              <a:gd name="connsiteY0" fmla="*/ 25642 h 6902432"/>
              <a:gd name="connsiteX1" fmla="*/ 4486433 w 7657457"/>
              <a:gd name="connsiteY1" fmla="*/ 0 h 6902432"/>
              <a:gd name="connsiteX2" fmla="*/ 7657457 w 7657457"/>
              <a:gd name="connsiteY2" fmla="*/ 2636495 h 6902432"/>
              <a:gd name="connsiteX3" fmla="*/ 6446234 w 7657457"/>
              <a:gd name="connsiteY3" fmla="*/ 6902432 h 6902432"/>
              <a:gd name="connsiteX4" fmla="*/ 0 w 7657457"/>
              <a:gd name="connsiteY4" fmla="*/ 6878369 h 6902432"/>
              <a:gd name="connsiteX5" fmla="*/ 4022514 w 7657457"/>
              <a:gd name="connsiteY5" fmla="*/ 25642 h 6902432"/>
              <a:gd name="connsiteX0" fmla="*/ 3842040 w 7657457"/>
              <a:gd name="connsiteY0" fmla="*/ 0 h 6924916"/>
              <a:gd name="connsiteX1" fmla="*/ 4486433 w 7657457"/>
              <a:gd name="connsiteY1" fmla="*/ 22484 h 6924916"/>
              <a:gd name="connsiteX2" fmla="*/ 7657457 w 7657457"/>
              <a:gd name="connsiteY2" fmla="*/ 2658979 h 6924916"/>
              <a:gd name="connsiteX3" fmla="*/ 6446234 w 7657457"/>
              <a:gd name="connsiteY3" fmla="*/ 6924916 h 6924916"/>
              <a:gd name="connsiteX4" fmla="*/ 0 w 7657457"/>
              <a:gd name="connsiteY4" fmla="*/ 6900853 h 6924916"/>
              <a:gd name="connsiteX5" fmla="*/ 3842040 w 7657457"/>
              <a:gd name="connsiteY5" fmla="*/ 0 h 6924916"/>
              <a:gd name="connsiteX0" fmla="*/ 3842040 w 7759022"/>
              <a:gd name="connsiteY0" fmla="*/ 1579 h 6926495"/>
              <a:gd name="connsiteX1" fmla="*/ 7759022 w 7759022"/>
              <a:gd name="connsiteY1" fmla="*/ 0 h 6926495"/>
              <a:gd name="connsiteX2" fmla="*/ 7657457 w 7759022"/>
              <a:gd name="connsiteY2" fmla="*/ 2660558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335232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433385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59545"/>
              <a:gd name="connsiteX1" fmla="*/ 7759022 w 7759022"/>
              <a:gd name="connsiteY1" fmla="*/ 0 h 6959545"/>
              <a:gd name="connsiteX2" fmla="*/ 7758109 w 7759022"/>
              <a:gd name="connsiteY2" fmla="*/ 4333859 h 6959545"/>
              <a:gd name="connsiteX3" fmla="*/ 6258948 w 7759022"/>
              <a:gd name="connsiteY3" fmla="*/ 6959545 h 6959545"/>
              <a:gd name="connsiteX4" fmla="*/ 0 w 7759022"/>
              <a:gd name="connsiteY4" fmla="*/ 6902432 h 6959545"/>
              <a:gd name="connsiteX5" fmla="*/ 3842040 w 7759022"/>
              <a:gd name="connsiteY5" fmla="*/ 1579 h 6959545"/>
              <a:gd name="connsiteX0" fmla="*/ 3842040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3842040 w 7759022"/>
              <a:gd name="connsiteY5" fmla="*/ 1579 h 6990567"/>
              <a:gd name="connsiteX0" fmla="*/ 4125068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4125068 w 7759022"/>
              <a:gd name="connsiteY5" fmla="*/ 1579 h 6990567"/>
              <a:gd name="connsiteX0" fmla="*/ 4023468 w 7657422"/>
              <a:gd name="connsiteY0" fmla="*/ 1579 h 6959545"/>
              <a:gd name="connsiteX1" fmla="*/ 7657422 w 7657422"/>
              <a:gd name="connsiteY1" fmla="*/ 0 h 6959545"/>
              <a:gd name="connsiteX2" fmla="*/ 7656509 w 7657422"/>
              <a:gd name="connsiteY2" fmla="*/ 4333859 h 6959545"/>
              <a:gd name="connsiteX3" fmla="*/ 6157348 w 7657422"/>
              <a:gd name="connsiteY3" fmla="*/ 6959545 h 6959545"/>
              <a:gd name="connsiteX4" fmla="*/ 0 w 7657422"/>
              <a:gd name="connsiteY4" fmla="*/ 6939767 h 6959545"/>
              <a:gd name="connsiteX5" fmla="*/ 4023468 w 7657422"/>
              <a:gd name="connsiteY5" fmla="*/ 1579 h 6959545"/>
              <a:gd name="connsiteX0" fmla="*/ 4045239 w 7679193"/>
              <a:gd name="connsiteY0" fmla="*/ 1579 h 7005082"/>
              <a:gd name="connsiteX1" fmla="*/ 7679193 w 7679193"/>
              <a:gd name="connsiteY1" fmla="*/ 0 h 7005082"/>
              <a:gd name="connsiteX2" fmla="*/ 7678280 w 7679193"/>
              <a:gd name="connsiteY2" fmla="*/ 4333859 h 7005082"/>
              <a:gd name="connsiteX3" fmla="*/ 6179119 w 7679193"/>
              <a:gd name="connsiteY3" fmla="*/ 6959545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707404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801747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63766 w 7679193"/>
              <a:gd name="connsiteY2" fmla="*/ 3804087 h 7005082"/>
              <a:gd name="connsiteX3" fmla="*/ 5801747 w 7679193"/>
              <a:gd name="connsiteY3" fmla="*/ 6988573 h 7005082"/>
              <a:gd name="connsiteX4" fmla="*/ 0 w 7679193"/>
              <a:gd name="connsiteY4" fmla="*/ 7005082 h 7005082"/>
              <a:gd name="connsiteX5" fmla="*/ 4045239 w 7679193"/>
              <a:gd name="connsiteY5" fmla="*/ 1579 h 70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9193" h="7005082">
                <a:moveTo>
                  <a:pt x="4045239" y="1579"/>
                </a:moveTo>
                <a:lnTo>
                  <a:pt x="7679193" y="0"/>
                </a:lnTo>
                <a:cubicBezTo>
                  <a:pt x="7678889" y="1092080"/>
                  <a:pt x="7664070" y="2712007"/>
                  <a:pt x="7663766" y="3804087"/>
                </a:cubicBezTo>
                <a:lnTo>
                  <a:pt x="5801747" y="6988573"/>
                </a:lnTo>
                <a:lnTo>
                  <a:pt x="0" y="7005082"/>
                </a:lnTo>
                <a:lnTo>
                  <a:pt x="4045239" y="1579"/>
                </a:lnTo>
                <a:close/>
              </a:path>
            </a:pathLst>
          </a:custGeom>
        </p:spPr>
        <p:txBody>
          <a:bodyPr/>
          <a:lstStyle/>
          <a:p>
            <a:endParaRPr lang="en-MY"/>
          </a:p>
        </p:txBody>
      </p:sp>
      <p:sp>
        <p:nvSpPr>
          <p:cNvPr id="38" name="Freeform 5">
            <a:extLst>
              <a:ext uri="{FF2B5EF4-FFF2-40B4-BE49-F238E27FC236}">
                <a16:creationId xmlns:a16="http://schemas.microsoft.com/office/drawing/2014/main" id="{A67EEDB7-4D0A-A800-DE28-0C4984B110CA}"/>
              </a:ext>
            </a:extLst>
          </p:cNvPr>
          <p:cNvSpPr>
            <a:spLocks/>
          </p:cNvSpPr>
          <p:nvPr userDrawn="1"/>
        </p:nvSpPr>
        <p:spPr bwMode="auto">
          <a:xfrm>
            <a:off x="876629" y="-15775"/>
            <a:ext cx="7686809" cy="6857999"/>
          </a:xfrm>
          <a:custGeom>
            <a:avLst/>
            <a:gdLst>
              <a:gd name="T0" fmla="*/ 0 w 956"/>
              <a:gd name="T1" fmla="*/ 513 h 801"/>
              <a:gd name="T2" fmla="*/ 0 w 956"/>
              <a:gd name="T3" fmla="*/ 801 h 801"/>
              <a:gd name="T4" fmla="*/ 495 w 956"/>
              <a:gd name="T5" fmla="*/ 801 h 801"/>
              <a:gd name="T6" fmla="*/ 956 w 956"/>
              <a:gd name="T7" fmla="*/ 0 h 801"/>
              <a:gd name="T8" fmla="*/ 290 w 956"/>
              <a:gd name="T9" fmla="*/ 0 h 801"/>
              <a:gd name="T10" fmla="*/ 0 w 956"/>
              <a:gd name="T11" fmla="*/ 513 h 801"/>
              <a:gd name="connsiteX0" fmla="*/ 0 w 10000"/>
              <a:gd name="connsiteY0" fmla="*/ 6404 h 10000"/>
              <a:gd name="connsiteX1" fmla="*/ 0 w 10000"/>
              <a:gd name="connsiteY1" fmla="*/ 10000 h 10000"/>
              <a:gd name="connsiteX2" fmla="*/ 4844 w 10000"/>
              <a:gd name="connsiteY2" fmla="*/ 10000 h 10000"/>
              <a:gd name="connsiteX3" fmla="*/ 10000 w 10000"/>
              <a:gd name="connsiteY3" fmla="*/ 0 h 10000"/>
              <a:gd name="connsiteX4" fmla="*/ 3033 w 10000"/>
              <a:gd name="connsiteY4" fmla="*/ 0 h 10000"/>
              <a:gd name="connsiteX5" fmla="*/ 0 w 10000"/>
              <a:gd name="connsiteY5" fmla="*/ 640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6404"/>
                </a:moveTo>
                <a:lnTo>
                  <a:pt x="0" y="10000"/>
                </a:lnTo>
                <a:lnTo>
                  <a:pt x="4844" y="10000"/>
                </a:lnTo>
                <a:lnTo>
                  <a:pt x="10000" y="0"/>
                </a:lnTo>
                <a:lnTo>
                  <a:pt x="3033" y="0"/>
                </a:lnTo>
                <a:lnTo>
                  <a:pt x="0" y="6404"/>
                </a:lnTo>
                <a:close/>
              </a:path>
            </a:pathLst>
          </a:custGeom>
          <a:gradFill>
            <a:gsLst>
              <a:gs pos="5000">
                <a:srgbClr val="2C2C2C"/>
              </a:gs>
              <a:gs pos="62000">
                <a:schemeClr val="tx2">
                  <a:lumMod val="50000"/>
                  <a:lumOff val="50000"/>
                </a:schemeClr>
              </a:gs>
              <a:gs pos="100000">
                <a:schemeClr val="bg1">
                  <a:lumMod val="50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5">
            <a:extLst>
              <a:ext uri="{FF2B5EF4-FFF2-40B4-BE49-F238E27FC236}">
                <a16:creationId xmlns:a16="http://schemas.microsoft.com/office/drawing/2014/main" id="{33CB460A-39A9-54F6-0195-13B362A33766}"/>
              </a:ext>
            </a:extLst>
          </p:cNvPr>
          <p:cNvSpPr>
            <a:spLocks/>
          </p:cNvSpPr>
          <p:nvPr userDrawn="1"/>
        </p:nvSpPr>
        <p:spPr bwMode="auto">
          <a:xfrm>
            <a:off x="-32223" y="-14401"/>
            <a:ext cx="8108976" cy="6902576"/>
          </a:xfrm>
          <a:custGeom>
            <a:avLst/>
            <a:gdLst>
              <a:gd name="T0" fmla="*/ 0 w 722"/>
              <a:gd name="T1" fmla="*/ 0 h 796"/>
              <a:gd name="T2" fmla="*/ 722 w 722"/>
              <a:gd name="T3" fmla="*/ 0 h 796"/>
              <a:gd name="T4" fmla="*/ 273 w 722"/>
              <a:gd name="T5" fmla="*/ 796 h 796"/>
              <a:gd name="T6" fmla="*/ 0 w 722"/>
              <a:gd name="T7" fmla="*/ 796 h 796"/>
              <a:gd name="T8" fmla="*/ 0 w 722"/>
              <a:gd name="T9" fmla="*/ 0 h 796"/>
              <a:gd name="connsiteX0" fmla="*/ 0 w 10000"/>
              <a:gd name="connsiteY0" fmla="*/ 0 h 10000"/>
              <a:gd name="connsiteX1" fmla="*/ 10000 w 10000"/>
              <a:gd name="connsiteY1" fmla="*/ 0 h 10000"/>
              <a:gd name="connsiteX2" fmla="*/ 6231 w 10000"/>
              <a:gd name="connsiteY2" fmla="*/ 9977 h 10000"/>
              <a:gd name="connsiteX3" fmla="*/ 0 w 10000"/>
              <a:gd name="connsiteY3" fmla="*/ 10000 h 10000"/>
              <a:gd name="connsiteX4" fmla="*/ 0 w 10000"/>
              <a:gd name="connsiteY4" fmla="*/ 0 h 10000"/>
              <a:gd name="connsiteX0" fmla="*/ 0 w 12115"/>
              <a:gd name="connsiteY0" fmla="*/ 23 h 10023"/>
              <a:gd name="connsiteX1" fmla="*/ 12115 w 12115"/>
              <a:gd name="connsiteY1" fmla="*/ 0 h 10023"/>
              <a:gd name="connsiteX2" fmla="*/ 6231 w 12115"/>
              <a:gd name="connsiteY2" fmla="*/ 10000 h 10023"/>
              <a:gd name="connsiteX3" fmla="*/ 0 w 12115"/>
              <a:gd name="connsiteY3" fmla="*/ 10023 h 10023"/>
              <a:gd name="connsiteX4" fmla="*/ 0 w 12115"/>
              <a:gd name="connsiteY4" fmla="*/ 23 h 10023"/>
              <a:gd name="connsiteX0" fmla="*/ 0 w 12270"/>
              <a:gd name="connsiteY0" fmla="*/ 46 h 10046"/>
              <a:gd name="connsiteX1" fmla="*/ 12270 w 12270"/>
              <a:gd name="connsiteY1" fmla="*/ 0 h 10046"/>
              <a:gd name="connsiteX2" fmla="*/ 6231 w 12270"/>
              <a:gd name="connsiteY2" fmla="*/ 10023 h 10046"/>
              <a:gd name="connsiteX3" fmla="*/ 0 w 12270"/>
              <a:gd name="connsiteY3" fmla="*/ 10046 h 10046"/>
              <a:gd name="connsiteX4" fmla="*/ 0 w 12270"/>
              <a:gd name="connsiteY4" fmla="*/ 46 h 10046"/>
              <a:gd name="connsiteX0" fmla="*/ 0 w 12451"/>
              <a:gd name="connsiteY0" fmla="*/ 23 h 10023"/>
              <a:gd name="connsiteX1" fmla="*/ 12451 w 12451"/>
              <a:gd name="connsiteY1" fmla="*/ 0 h 10023"/>
              <a:gd name="connsiteX2" fmla="*/ 6231 w 12451"/>
              <a:gd name="connsiteY2" fmla="*/ 10000 h 10023"/>
              <a:gd name="connsiteX3" fmla="*/ 0 w 12451"/>
              <a:gd name="connsiteY3" fmla="*/ 10023 h 10023"/>
              <a:gd name="connsiteX4" fmla="*/ 0 w 12451"/>
              <a:gd name="connsiteY4" fmla="*/ 23 h 10023"/>
              <a:gd name="connsiteX0" fmla="*/ 0 w 12606"/>
              <a:gd name="connsiteY0" fmla="*/ 23 h 10023"/>
              <a:gd name="connsiteX1" fmla="*/ 12606 w 12606"/>
              <a:gd name="connsiteY1" fmla="*/ 0 h 10023"/>
              <a:gd name="connsiteX2" fmla="*/ 6231 w 12606"/>
              <a:gd name="connsiteY2" fmla="*/ 10000 h 10023"/>
              <a:gd name="connsiteX3" fmla="*/ 0 w 12606"/>
              <a:gd name="connsiteY3" fmla="*/ 10023 h 10023"/>
              <a:gd name="connsiteX4" fmla="*/ 0 w 12606"/>
              <a:gd name="connsiteY4" fmla="*/ 23 h 10023"/>
              <a:gd name="connsiteX0" fmla="*/ 1496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1496 w 14102"/>
              <a:gd name="connsiteY4" fmla="*/ 23 h 10046"/>
              <a:gd name="connsiteX0" fmla="*/ 52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52 w 14102"/>
              <a:gd name="connsiteY4" fmla="*/ 23 h 10046"/>
              <a:gd name="connsiteX0" fmla="*/ 52 w 14102"/>
              <a:gd name="connsiteY0" fmla="*/ 23 h 10046"/>
              <a:gd name="connsiteX1" fmla="*/ 14102 w 14102"/>
              <a:gd name="connsiteY1" fmla="*/ 0 h 10046"/>
              <a:gd name="connsiteX2" fmla="*/ 7762 w 14102"/>
              <a:gd name="connsiteY2" fmla="*/ 10016 h 10046"/>
              <a:gd name="connsiteX3" fmla="*/ 0 w 14102"/>
              <a:gd name="connsiteY3" fmla="*/ 10046 h 10046"/>
              <a:gd name="connsiteX4" fmla="*/ 52 w 14102"/>
              <a:gd name="connsiteY4" fmla="*/ 23 h 10046"/>
              <a:gd name="connsiteX0" fmla="*/ 52 w 16864"/>
              <a:gd name="connsiteY0" fmla="*/ 3 h 10026"/>
              <a:gd name="connsiteX1" fmla="*/ 16864 w 16864"/>
              <a:gd name="connsiteY1" fmla="*/ 0 h 10026"/>
              <a:gd name="connsiteX2" fmla="*/ 7762 w 16864"/>
              <a:gd name="connsiteY2" fmla="*/ 9996 h 10026"/>
              <a:gd name="connsiteX3" fmla="*/ 0 w 16864"/>
              <a:gd name="connsiteY3" fmla="*/ 10026 h 10026"/>
              <a:gd name="connsiteX4" fmla="*/ 52 w 16864"/>
              <a:gd name="connsiteY4" fmla="*/ 3 h 10026"/>
              <a:gd name="connsiteX0" fmla="*/ 52 w 16864"/>
              <a:gd name="connsiteY0" fmla="*/ 3 h 10036"/>
              <a:gd name="connsiteX1" fmla="*/ 16864 w 16864"/>
              <a:gd name="connsiteY1" fmla="*/ 0 h 10036"/>
              <a:gd name="connsiteX2" fmla="*/ 10479 w 16864"/>
              <a:gd name="connsiteY2" fmla="*/ 10036 h 10036"/>
              <a:gd name="connsiteX3" fmla="*/ 0 w 16864"/>
              <a:gd name="connsiteY3" fmla="*/ 10026 h 10036"/>
              <a:gd name="connsiteX4" fmla="*/ 52 w 16864"/>
              <a:gd name="connsiteY4" fmla="*/ 3 h 10036"/>
              <a:gd name="connsiteX0" fmla="*/ 52 w 17532"/>
              <a:gd name="connsiteY0" fmla="*/ 3 h 10036"/>
              <a:gd name="connsiteX1" fmla="*/ 17532 w 17532"/>
              <a:gd name="connsiteY1" fmla="*/ 0 h 10036"/>
              <a:gd name="connsiteX2" fmla="*/ 10479 w 17532"/>
              <a:gd name="connsiteY2" fmla="*/ 10036 h 10036"/>
              <a:gd name="connsiteX3" fmla="*/ 0 w 17532"/>
              <a:gd name="connsiteY3" fmla="*/ 10026 h 10036"/>
              <a:gd name="connsiteX4" fmla="*/ 52 w 17532"/>
              <a:gd name="connsiteY4" fmla="*/ 3 h 10036"/>
              <a:gd name="connsiteX0" fmla="*/ 52 w 17532"/>
              <a:gd name="connsiteY0" fmla="*/ 3 h 10026"/>
              <a:gd name="connsiteX1" fmla="*/ 17532 w 17532"/>
              <a:gd name="connsiteY1" fmla="*/ 0 h 10026"/>
              <a:gd name="connsiteX2" fmla="*/ 11014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081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52 w 17532"/>
              <a:gd name="connsiteY4" fmla="*/ 3 h 10026"/>
              <a:gd name="connsiteX0" fmla="*/ 19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19 w 17532"/>
              <a:gd name="connsiteY4" fmla="*/ 3 h 10026"/>
              <a:gd name="connsiteX0" fmla="*/ 19 w 17543"/>
              <a:gd name="connsiteY0" fmla="*/ 13 h 10036"/>
              <a:gd name="connsiteX1" fmla="*/ 17543 w 17543"/>
              <a:gd name="connsiteY1" fmla="*/ 0 h 10036"/>
              <a:gd name="connsiteX2" fmla="*/ 11215 w 17543"/>
              <a:gd name="connsiteY2" fmla="*/ 10005 h 10036"/>
              <a:gd name="connsiteX3" fmla="*/ 0 w 17543"/>
              <a:gd name="connsiteY3" fmla="*/ 10036 h 10036"/>
              <a:gd name="connsiteX4" fmla="*/ 19 w 17543"/>
              <a:gd name="connsiteY4" fmla="*/ 13 h 10036"/>
              <a:gd name="connsiteX0" fmla="*/ 8 w 17543"/>
              <a:gd name="connsiteY0" fmla="*/ 0 h 10044"/>
              <a:gd name="connsiteX1" fmla="*/ 17543 w 17543"/>
              <a:gd name="connsiteY1" fmla="*/ 8 h 10044"/>
              <a:gd name="connsiteX2" fmla="*/ 11215 w 17543"/>
              <a:gd name="connsiteY2" fmla="*/ 10013 h 10044"/>
              <a:gd name="connsiteX3" fmla="*/ 0 w 17543"/>
              <a:gd name="connsiteY3" fmla="*/ 10044 h 10044"/>
              <a:gd name="connsiteX4" fmla="*/ 8 w 17543"/>
              <a:gd name="connsiteY4" fmla="*/ 0 h 10044"/>
              <a:gd name="connsiteX0" fmla="*/ 8 w 11215"/>
              <a:gd name="connsiteY0" fmla="*/ 27 h 10071"/>
              <a:gd name="connsiteX1" fmla="*/ 10522 w 11215"/>
              <a:gd name="connsiteY1" fmla="*/ 0 h 10071"/>
              <a:gd name="connsiteX2" fmla="*/ 11215 w 11215"/>
              <a:gd name="connsiteY2" fmla="*/ 10040 h 10071"/>
              <a:gd name="connsiteX3" fmla="*/ 0 w 11215"/>
              <a:gd name="connsiteY3" fmla="*/ 10071 h 10071"/>
              <a:gd name="connsiteX4" fmla="*/ 8 w 11215"/>
              <a:gd name="connsiteY4" fmla="*/ 27 h 10071"/>
              <a:gd name="connsiteX0" fmla="*/ 8 w 10522"/>
              <a:gd name="connsiteY0" fmla="*/ 27 h 10075"/>
              <a:gd name="connsiteX1" fmla="*/ 10522 w 10522"/>
              <a:gd name="connsiteY1" fmla="*/ 0 h 10075"/>
              <a:gd name="connsiteX2" fmla="*/ 6940 w 10522"/>
              <a:gd name="connsiteY2" fmla="*/ 10075 h 10075"/>
              <a:gd name="connsiteX3" fmla="*/ 0 w 10522"/>
              <a:gd name="connsiteY3" fmla="*/ 10071 h 10075"/>
              <a:gd name="connsiteX4" fmla="*/ 8 w 10522"/>
              <a:gd name="connsiteY4" fmla="*/ 27 h 10075"/>
              <a:gd name="connsiteX0" fmla="*/ 8 w 13036"/>
              <a:gd name="connsiteY0" fmla="*/ 0 h 10048"/>
              <a:gd name="connsiteX1" fmla="*/ 13036 w 13036"/>
              <a:gd name="connsiteY1" fmla="*/ 26 h 10048"/>
              <a:gd name="connsiteX2" fmla="*/ 6940 w 13036"/>
              <a:gd name="connsiteY2" fmla="*/ 10048 h 10048"/>
              <a:gd name="connsiteX3" fmla="*/ 0 w 13036"/>
              <a:gd name="connsiteY3" fmla="*/ 10044 h 10048"/>
              <a:gd name="connsiteX4" fmla="*/ 8 w 13036"/>
              <a:gd name="connsiteY4" fmla="*/ 0 h 10048"/>
              <a:gd name="connsiteX0" fmla="*/ 8 w 13036"/>
              <a:gd name="connsiteY0" fmla="*/ 0 h 10044"/>
              <a:gd name="connsiteX1" fmla="*/ 13036 w 13036"/>
              <a:gd name="connsiteY1" fmla="*/ 26 h 10044"/>
              <a:gd name="connsiteX2" fmla="*/ 6882 w 13036"/>
              <a:gd name="connsiteY2" fmla="*/ 10030 h 10044"/>
              <a:gd name="connsiteX3" fmla="*/ 0 w 13036"/>
              <a:gd name="connsiteY3" fmla="*/ 10044 h 10044"/>
              <a:gd name="connsiteX4" fmla="*/ 8 w 13036"/>
              <a:gd name="connsiteY4" fmla="*/ 0 h 10044"/>
              <a:gd name="connsiteX0" fmla="*/ 8 w 13036"/>
              <a:gd name="connsiteY0" fmla="*/ 0 h 10065"/>
              <a:gd name="connsiteX1" fmla="*/ 13036 w 13036"/>
              <a:gd name="connsiteY1" fmla="*/ 26 h 10065"/>
              <a:gd name="connsiteX2" fmla="*/ 6689 w 13036"/>
              <a:gd name="connsiteY2" fmla="*/ 10065 h 10065"/>
              <a:gd name="connsiteX3" fmla="*/ 0 w 13036"/>
              <a:gd name="connsiteY3" fmla="*/ 10044 h 10065"/>
              <a:gd name="connsiteX4" fmla="*/ 8 w 13036"/>
              <a:gd name="connsiteY4" fmla="*/ 0 h 1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6" h="10065">
                <a:moveTo>
                  <a:pt x="8" y="0"/>
                </a:moveTo>
                <a:lnTo>
                  <a:pt x="13036" y="26"/>
                </a:lnTo>
                <a:lnTo>
                  <a:pt x="6689" y="10065"/>
                </a:lnTo>
                <a:lnTo>
                  <a:pt x="0" y="10044"/>
                </a:lnTo>
                <a:cubicBezTo>
                  <a:pt x="17" y="6703"/>
                  <a:pt x="-9" y="3341"/>
                  <a:pt x="8" y="0"/>
                </a:cubicBezTo>
                <a:close/>
              </a:path>
            </a:pathLst>
          </a:custGeom>
          <a:gradFill>
            <a:gsLst>
              <a:gs pos="52000">
                <a:schemeClr val="tx1">
                  <a:lumMod val="75000"/>
                  <a:lumOff val="25000"/>
                </a:schemeClr>
              </a:gs>
              <a:gs pos="82000">
                <a:srgbClr val="5A5A5A"/>
              </a:gs>
              <a:gs pos="100000">
                <a:srgbClr val="5F5F5F"/>
              </a:gs>
            </a:gsLst>
            <a:lin ang="30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3" name="Freeform 6">
            <a:extLst>
              <a:ext uri="{FF2B5EF4-FFF2-40B4-BE49-F238E27FC236}">
                <a16:creationId xmlns:a16="http://schemas.microsoft.com/office/drawing/2014/main" id="{5D4E811A-68E1-6A97-C96E-3F27C8F76BE0}"/>
              </a:ext>
            </a:extLst>
          </p:cNvPr>
          <p:cNvSpPr>
            <a:spLocks/>
          </p:cNvSpPr>
          <p:nvPr userDrawn="1"/>
        </p:nvSpPr>
        <p:spPr bwMode="auto">
          <a:xfrm>
            <a:off x="2209176" y="3456710"/>
            <a:ext cx="4299176" cy="3429000"/>
          </a:xfrm>
          <a:custGeom>
            <a:avLst/>
            <a:gdLst>
              <a:gd name="T0" fmla="*/ 499 w 499"/>
              <a:gd name="T1" fmla="*/ 0 h 398"/>
              <a:gd name="T2" fmla="*/ 226 w 499"/>
              <a:gd name="T3" fmla="*/ 0 h 398"/>
              <a:gd name="T4" fmla="*/ 0 w 499"/>
              <a:gd name="T5" fmla="*/ 398 h 398"/>
              <a:gd name="T6" fmla="*/ 273 w 499"/>
              <a:gd name="T7" fmla="*/ 398 h 398"/>
              <a:gd name="T8" fmla="*/ 499 w 499"/>
              <a:gd name="T9" fmla="*/ 0 h 398"/>
            </a:gdLst>
            <a:ahLst/>
            <a:cxnLst>
              <a:cxn ang="0">
                <a:pos x="T0" y="T1"/>
              </a:cxn>
              <a:cxn ang="0">
                <a:pos x="T2" y="T3"/>
              </a:cxn>
              <a:cxn ang="0">
                <a:pos x="T4" y="T5"/>
              </a:cxn>
              <a:cxn ang="0">
                <a:pos x="T6" y="T7"/>
              </a:cxn>
              <a:cxn ang="0">
                <a:pos x="T8" y="T9"/>
              </a:cxn>
            </a:cxnLst>
            <a:rect l="0" t="0" r="r" b="b"/>
            <a:pathLst>
              <a:path w="499" h="398">
                <a:moveTo>
                  <a:pt x="499" y="0"/>
                </a:moveTo>
                <a:lnTo>
                  <a:pt x="226" y="0"/>
                </a:lnTo>
                <a:lnTo>
                  <a:pt x="0" y="398"/>
                </a:lnTo>
                <a:lnTo>
                  <a:pt x="273" y="398"/>
                </a:lnTo>
                <a:lnTo>
                  <a:pt x="499" y="0"/>
                </a:lnTo>
                <a:close/>
              </a:path>
            </a:pathLst>
          </a:custGeom>
          <a:gradFill>
            <a:gsLst>
              <a:gs pos="100000">
                <a:schemeClr val="bg1">
                  <a:lumMod val="75000"/>
                </a:schemeClr>
              </a:gs>
              <a:gs pos="68000">
                <a:schemeClr val="tx2">
                  <a:lumMod val="50000"/>
                  <a:lumOff val="50000"/>
                </a:schemeClr>
              </a:gs>
              <a:gs pos="0">
                <a:schemeClr val="tx1">
                  <a:lumMod val="65000"/>
                  <a:lumOff val="35000"/>
                </a:schemeClr>
              </a:gs>
            </a:gsLst>
            <a:lin ang="54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4" name="Freeform 7">
            <a:extLst>
              <a:ext uri="{FF2B5EF4-FFF2-40B4-BE49-F238E27FC236}">
                <a16:creationId xmlns:a16="http://schemas.microsoft.com/office/drawing/2014/main" id="{CF0C25A0-646B-916D-80E6-B03039928697}"/>
              </a:ext>
            </a:extLst>
          </p:cNvPr>
          <p:cNvSpPr>
            <a:spLocks/>
          </p:cNvSpPr>
          <p:nvPr userDrawn="1"/>
        </p:nvSpPr>
        <p:spPr bwMode="auto">
          <a:xfrm>
            <a:off x="3960220" y="3450562"/>
            <a:ext cx="2619136" cy="3429000"/>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Lst>
            <a:ahLst/>
            <a:cxnLst>
              <a:cxn ang="0">
                <a:pos x="T0" y="T1"/>
              </a:cxn>
              <a:cxn ang="0">
                <a:pos x="T2" y="T3"/>
              </a:cxn>
              <a:cxn ang="0">
                <a:pos x="T4" y="T5"/>
              </a:cxn>
              <a:cxn ang="0">
                <a:pos x="T6" y="T7"/>
              </a:cxn>
              <a:cxn ang="0">
                <a:pos x="T8" y="T9"/>
              </a:cxn>
            </a:cxnLst>
            <a:rect l="0" t="0" r="r" b="b"/>
            <a:pathLst>
              <a:path w="304" h="398">
                <a:moveTo>
                  <a:pt x="0" y="398"/>
                </a:moveTo>
                <a:lnTo>
                  <a:pt x="74" y="398"/>
                </a:lnTo>
                <a:lnTo>
                  <a:pt x="304" y="0"/>
                </a:lnTo>
                <a:lnTo>
                  <a:pt x="223" y="0"/>
                </a:lnTo>
                <a:lnTo>
                  <a:pt x="0" y="398"/>
                </a:lnTo>
                <a:close/>
              </a:path>
            </a:pathLst>
          </a:custGeom>
          <a:solidFill>
            <a:schemeClr val="bg1">
              <a:lumMod val="6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
        <p:nvSpPr>
          <p:cNvPr id="35" name="Freeform 8">
            <a:extLst>
              <a:ext uri="{FF2B5EF4-FFF2-40B4-BE49-F238E27FC236}">
                <a16:creationId xmlns:a16="http://schemas.microsoft.com/office/drawing/2014/main" id="{C4A6C08A-1102-22D6-CDC7-F94643959DC1}"/>
              </a:ext>
            </a:extLst>
          </p:cNvPr>
          <p:cNvSpPr>
            <a:spLocks/>
          </p:cNvSpPr>
          <p:nvPr userDrawn="1"/>
        </p:nvSpPr>
        <p:spPr bwMode="auto">
          <a:xfrm>
            <a:off x="10367888" y="3713311"/>
            <a:ext cx="1835121" cy="3144689"/>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pic>
        <p:nvPicPr>
          <p:cNvPr id="27" name="Picture 26" descr="Logo&#10;&#10;Description automatically generated">
            <a:extLst>
              <a:ext uri="{FF2B5EF4-FFF2-40B4-BE49-F238E27FC236}">
                <a16:creationId xmlns:a16="http://schemas.microsoft.com/office/drawing/2014/main" id="{AFD0B610-2095-390B-36E3-2861E97A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6097" y="970721"/>
            <a:ext cx="1963312" cy="664029"/>
          </a:xfrm>
          <a:prstGeom prst="rect">
            <a:avLst/>
          </a:prstGeom>
        </p:spPr>
      </p:pic>
      <p:sp>
        <p:nvSpPr>
          <p:cNvPr id="40" name="Diagonal Stripe 39">
            <a:extLst>
              <a:ext uri="{FF2B5EF4-FFF2-40B4-BE49-F238E27FC236}">
                <a16:creationId xmlns:a16="http://schemas.microsoft.com/office/drawing/2014/main" id="{ABD29FDD-D53B-A316-CE9E-C0BB1690ADF0}"/>
              </a:ext>
            </a:extLst>
          </p:cNvPr>
          <p:cNvSpPr/>
          <p:nvPr userDrawn="1"/>
        </p:nvSpPr>
        <p:spPr>
          <a:xfrm rot="175485">
            <a:off x="1821520" y="4675411"/>
            <a:ext cx="2314796" cy="2272379"/>
          </a:xfrm>
          <a:custGeom>
            <a:avLst/>
            <a:gdLst>
              <a:gd name="connsiteX0" fmla="*/ 0 w 2262277"/>
              <a:gd name="connsiteY0" fmla="*/ 2214205 h 4428410"/>
              <a:gd name="connsiteX1" fmla="*/ 1131139 w 2262277"/>
              <a:gd name="connsiteY1" fmla="*/ 0 h 4428410"/>
              <a:gd name="connsiteX2" fmla="*/ 2262277 w 2262277"/>
              <a:gd name="connsiteY2" fmla="*/ 0 h 4428410"/>
              <a:gd name="connsiteX3" fmla="*/ 0 w 2262277"/>
              <a:gd name="connsiteY3" fmla="*/ 4428410 h 4428410"/>
              <a:gd name="connsiteX4" fmla="*/ 0 w 2262277"/>
              <a:gd name="connsiteY4" fmla="*/ 2214205 h 4428410"/>
              <a:gd name="connsiteX0" fmla="*/ 0 w 2262277"/>
              <a:gd name="connsiteY0" fmla="*/ 2214205 h 2708951"/>
              <a:gd name="connsiteX1" fmla="*/ 1131139 w 2262277"/>
              <a:gd name="connsiteY1" fmla="*/ 0 h 2708951"/>
              <a:gd name="connsiteX2" fmla="*/ 2262277 w 2262277"/>
              <a:gd name="connsiteY2" fmla="*/ 0 h 2708951"/>
              <a:gd name="connsiteX3" fmla="*/ 799998 w 2262277"/>
              <a:gd name="connsiteY3" fmla="*/ 2708951 h 2708951"/>
              <a:gd name="connsiteX4" fmla="*/ 0 w 2262277"/>
              <a:gd name="connsiteY4" fmla="*/ 2214205 h 2708951"/>
              <a:gd name="connsiteX0" fmla="*/ 0 w 2262277"/>
              <a:gd name="connsiteY0" fmla="*/ 2214205 h 2214205"/>
              <a:gd name="connsiteX1" fmla="*/ 1131139 w 2262277"/>
              <a:gd name="connsiteY1" fmla="*/ 0 h 2214205"/>
              <a:gd name="connsiteX2" fmla="*/ 2262277 w 2262277"/>
              <a:gd name="connsiteY2" fmla="*/ 0 h 2214205"/>
              <a:gd name="connsiteX3" fmla="*/ 1174394 w 2262277"/>
              <a:gd name="connsiteY3" fmla="*/ 2162664 h 2214205"/>
              <a:gd name="connsiteX4" fmla="*/ 0 w 2262277"/>
              <a:gd name="connsiteY4" fmla="*/ 2214205 h 2214205"/>
              <a:gd name="connsiteX0" fmla="*/ 0 w 2314796"/>
              <a:gd name="connsiteY0" fmla="*/ 2272379 h 2272379"/>
              <a:gd name="connsiteX1" fmla="*/ 1183658 w 2314796"/>
              <a:gd name="connsiteY1" fmla="*/ 0 h 2272379"/>
              <a:gd name="connsiteX2" fmla="*/ 2314796 w 2314796"/>
              <a:gd name="connsiteY2" fmla="*/ 0 h 2272379"/>
              <a:gd name="connsiteX3" fmla="*/ 1226913 w 2314796"/>
              <a:gd name="connsiteY3" fmla="*/ 2162664 h 2272379"/>
              <a:gd name="connsiteX4" fmla="*/ 0 w 2314796"/>
              <a:gd name="connsiteY4" fmla="*/ 2272379 h 227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796" h="2272379">
                <a:moveTo>
                  <a:pt x="0" y="2272379"/>
                </a:moveTo>
                <a:lnTo>
                  <a:pt x="1183658" y="0"/>
                </a:lnTo>
                <a:lnTo>
                  <a:pt x="2314796" y="0"/>
                </a:lnTo>
                <a:lnTo>
                  <a:pt x="1226913" y="2162664"/>
                </a:lnTo>
                <a:lnTo>
                  <a:pt x="0" y="2272379"/>
                </a:lnTo>
                <a:close/>
              </a:path>
            </a:pathLst>
          </a:custGeom>
          <a:solidFill>
            <a:schemeClr val="bg1">
              <a:lumMod val="7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46" name="Freeform 8">
            <a:extLst>
              <a:ext uri="{FF2B5EF4-FFF2-40B4-BE49-F238E27FC236}">
                <a16:creationId xmlns:a16="http://schemas.microsoft.com/office/drawing/2014/main" id="{324D19CD-B969-9A41-96FD-3C48671D55E3}"/>
              </a:ext>
            </a:extLst>
          </p:cNvPr>
          <p:cNvSpPr>
            <a:spLocks/>
          </p:cNvSpPr>
          <p:nvPr userDrawn="1"/>
        </p:nvSpPr>
        <p:spPr bwMode="auto">
          <a:xfrm rot="10800000">
            <a:off x="0" y="5616"/>
            <a:ext cx="1317018" cy="2121303"/>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50" name="Freeform 7">
            <a:extLst>
              <a:ext uri="{FF2B5EF4-FFF2-40B4-BE49-F238E27FC236}">
                <a16:creationId xmlns:a16="http://schemas.microsoft.com/office/drawing/2014/main" id="{0A2D9FB8-C727-0DEB-593D-6A0268E96FC9}"/>
              </a:ext>
            </a:extLst>
          </p:cNvPr>
          <p:cNvSpPr>
            <a:spLocks/>
          </p:cNvSpPr>
          <p:nvPr userDrawn="1"/>
        </p:nvSpPr>
        <p:spPr bwMode="auto">
          <a:xfrm>
            <a:off x="10469449" y="3095152"/>
            <a:ext cx="1758053" cy="3140035"/>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 name="connsiteX0" fmla="*/ 0 w 10000"/>
              <a:gd name="connsiteY0" fmla="*/ 10000 h 10000"/>
              <a:gd name="connsiteX1" fmla="*/ 2434 w 10000"/>
              <a:gd name="connsiteY1" fmla="*/ 10000 h 10000"/>
              <a:gd name="connsiteX2" fmla="*/ 10000 w 10000"/>
              <a:gd name="connsiteY2" fmla="*/ 0 h 10000"/>
              <a:gd name="connsiteX3" fmla="*/ 6202 w 10000"/>
              <a:gd name="connsiteY3" fmla="*/ 1468 h 10000"/>
              <a:gd name="connsiteX4" fmla="*/ 0 w 10000"/>
              <a:gd name="connsiteY4" fmla="*/ 10000 h 10000"/>
              <a:gd name="connsiteX0" fmla="*/ 0 w 6254"/>
              <a:gd name="connsiteY0" fmla="*/ 8532 h 8532"/>
              <a:gd name="connsiteX1" fmla="*/ 2434 w 6254"/>
              <a:gd name="connsiteY1" fmla="*/ 8532 h 8532"/>
              <a:gd name="connsiteX2" fmla="*/ 6254 w 6254"/>
              <a:gd name="connsiteY2" fmla="*/ 3388 h 8532"/>
              <a:gd name="connsiteX3" fmla="*/ 6202 w 6254"/>
              <a:gd name="connsiteY3" fmla="*/ 0 h 8532"/>
              <a:gd name="connsiteX4" fmla="*/ 0 w 6254"/>
              <a:gd name="connsiteY4" fmla="*/ 8532 h 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 h="8532">
                <a:moveTo>
                  <a:pt x="0" y="8532"/>
                </a:moveTo>
                <a:lnTo>
                  <a:pt x="2434" y="8532"/>
                </a:lnTo>
                <a:lnTo>
                  <a:pt x="6254" y="3388"/>
                </a:lnTo>
                <a:cubicBezTo>
                  <a:pt x="6237" y="2259"/>
                  <a:pt x="6219" y="1129"/>
                  <a:pt x="6202" y="0"/>
                </a:cubicBezTo>
                <a:lnTo>
                  <a:pt x="0" y="8532"/>
                </a:lnTo>
                <a:close/>
              </a:path>
            </a:pathLst>
          </a:custGeom>
          <a:solidFill>
            <a:srgbClr val="A6A6A6"/>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Tree>
    <p:extLst>
      <p:ext uri="{BB962C8B-B14F-4D97-AF65-F5344CB8AC3E}">
        <p14:creationId xmlns:p14="http://schemas.microsoft.com/office/powerpoint/2010/main" val="181223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0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209197-5B03-3CAB-F2C4-DC93EB13BA43}"/>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7" name="Footer Placeholder 6">
            <a:extLst>
              <a:ext uri="{FF2B5EF4-FFF2-40B4-BE49-F238E27FC236}">
                <a16:creationId xmlns:a16="http://schemas.microsoft.com/office/drawing/2014/main" id="{9CBA1C1F-29AE-DA6E-A103-FEB58C507FE6}"/>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903A43F0-FAB0-EB23-6D56-32DE4381249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Title 8">
            <a:extLst>
              <a:ext uri="{FF2B5EF4-FFF2-40B4-BE49-F238E27FC236}">
                <a16:creationId xmlns:a16="http://schemas.microsoft.com/office/drawing/2014/main" id="{C7E2F138-F467-9B3A-16DD-3501AE105817}"/>
              </a:ext>
            </a:extLst>
          </p:cNvPr>
          <p:cNvSpPr>
            <a:spLocks noGrp="1"/>
          </p:cNvSpPr>
          <p:nvPr>
            <p:ph type="title"/>
          </p:nvPr>
        </p:nvSpPr>
        <p:spPr>
          <a:xfrm>
            <a:off x="4612640" y="921703"/>
            <a:ext cx="7081520" cy="1325563"/>
          </a:xfrm>
        </p:spPr>
        <p:txBody>
          <a:bodyPr/>
          <a:lstStyle/>
          <a:p>
            <a:r>
              <a:rPr lang="en-US"/>
              <a:t>Click to edit Master title style</a:t>
            </a:r>
            <a:endParaRPr lang="en-MY"/>
          </a:p>
        </p:txBody>
      </p:sp>
      <p:sp>
        <p:nvSpPr>
          <p:cNvPr id="10" name="Rectangle 9">
            <a:extLst>
              <a:ext uri="{FF2B5EF4-FFF2-40B4-BE49-F238E27FC236}">
                <a16:creationId xmlns:a16="http://schemas.microsoft.com/office/drawing/2014/main" id="{C004EF5E-20B7-12DB-D863-48833C32BD39}"/>
              </a:ext>
            </a:extLst>
          </p:cNvPr>
          <p:cNvSpPr/>
          <p:nvPr userDrawn="1"/>
        </p:nvSpPr>
        <p:spPr>
          <a:xfrm rot="10800000">
            <a:off x="-1" y="1719943"/>
            <a:ext cx="622301" cy="309558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2" name="Text Placeholder 11">
            <a:extLst>
              <a:ext uri="{FF2B5EF4-FFF2-40B4-BE49-F238E27FC236}">
                <a16:creationId xmlns:a16="http://schemas.microsoft.com/office/drawing/2014/main" id="{16DC78ED-462E-4ABB-181F-9D1A16009AE2}"/>
              </a:ext>
            </a:extLst>
          </p:cNvPr>
          <p:cNvSpPr>
            <a:spLocks noGrp="1"/>
          </p:cNvSpPr>
          <p:nvPr>
            <p:ph type="body" sz="quarter" idx="12"/>
          </p:nvPr>
        </p:nvSpPr>
        <p:spPr>
          <a:xfrm>
            <a:off x="4612641" y="2573973"/>
            <a:ext cx="7081520" cy="2626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3" name="Picture Placeholder 2">
            <a:extLst>
              <a:ext uri="{FF2B5EF4-FFF2-40B4-BE49-F238E27FC236}">
                <a16:creationId xmlns:a16="http://schemas.microsoft.com/office/drawing/2014/main" id="{4CDDBD3A-27D0-26DD-0032-C1DE757FF013}"/>
              </a:ext>
            </a:extLst>
          </p:cNvPr>
          <p:cNvSpPr>
            <a:spLocks noGrp="1"/>
          </p:cNvSpPr>
          <p:nvPr>
            <p:ph type="pic" sz="quarter" idx="13"/>
          </p:nvPr>
        </p:nvSpPr>
        <p:spPr>
          <a:xfrm>
            <a:off x="1228724" y="921703"/>
            <a:ext cx="2905785" cy="427863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69499 w 2905125"/>
              <a:gd name="connsiteY2" fmla="*/ 1330689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91271 w 2905125"/>
              <a:gd name="connsiteY2" fmla="*/ 1323432 h 4278630"/>
              <a:gd name="connsiteX3" fmla="*/ 2905125 w 2905125"/>
              <a:gd name="connsiteY3" fmla="*/ 4278630 h 4278630"/>
              <a:gd name="connsiteX4" fmla="*/ 0 w 2905125"/>
              <a:gd name="connsiteY4" fmla="*/ 4278630 h 4278630"/>
              <a:gd name="connsiteX5" fmla="*/ 0 w 2905125"/>
              <a:gd name="connsiteY5" fmla="*/ 0 h 4278630"/>
              <a:gd name="connsiteX0" fmla="*/ 0 w 2905785"/>
              <a:gd name="connsiteY0" fmla="*/ 0 h 4278630"/>
              <a:gd name="connsiteX1" fmla="*/ 2049449 w 2905785"/>
              <a:gd name="connsiteY1" fmla="*/ 0 h 4278630"/>
              <a:gd name="connsiteX2" fmla="*/ 2905785 w 2905785"/>
              <a:gd name="connsiteY2" fmla="*/ 1330689 h 4278630"/>
              <a:gd name="connsiteX3" fmla="*/ 2905125 w 2905785"/>
              <a:gd name="connsiteY3" fmla="*/ 4278630 h 4278630"/>
              <a:gd name="connsiteX4" fmla="*/ 0 w 2905785"/>
              <a:gd name="connsiteY4" fmla="*/ 4278630 h 4278630"/>
              <a:gd name="connsiteX5" fmla="*/ 0 w 2905785"/>
              <a:gd name="connsiteY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785" h="4278630">
                <a:moveTo>
                  <a:pt x="0" y="0"/>
                </a:moveTo>
                <a:lnTo>
                  <a:pt x="2049449" y="0"/>
                </a:lnTo>
                <a:lnTo>
                  <a:pt x="2905785" y="1330689"/>
                </a:lnTo>
                <a:lnTo>
                  <a:pt x="2905125" y="4278630"/>
                </a:lnTo>
                <a:lnTo>
                  <a:pt x="0" y="4278630"/>
                </a:lnTo>
                <a:lnTo>
                  <a:pt x="0" y="0"/>
                </a:lnTo>
                <a:close/>
              </a:path>
            </a:pathLst>
          </a:custGeom>
        </p:spPr>
        <p:txBody>
          <a:bodyPr/>
          <a:lstStyle/>
          <a:p>
            <a:endParaRPr lang="en-MY"/>
          </a:p>
        </p:txBody>
      </p:sp>
      <p:pic>
        <p:nvPicPr>
          <p:cNvPr id="13" name="Picture 12" descr="Logo&#10;&#10;Description automatically generated">
            <a:extLst>
              <a:ext uri="{FF2B5EF4-FFF2-40B4-BE49-F238E27FC236}">
                <a16:creationId xmlns:a16="http://schemas.microsoft.com/office/drawing/2014/main" id="{847847F8-C089-4AEF-C431-C6509AC01A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64966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ayout_02">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7049-D09A-FC97-5AE3-7684D9970CD2}"/>
              </a:ext>
            </a:extLst>
          </p:cNvPr>
          <p:cNvSpPr>
            <a:spLocks noGrp="1"/>
          </p:cNvSpPr>
          <p:nvPr>
            <p:ph type="title"/>
          </p:nvPr>
        </p:nvSpPr>
        <p:spPr>
          <a:xfrm>
            <a:off x="838200" y="295161"/>
            <a:ext cx="10515600" cy="1325563"/>
          </a:xfrm>
        </p:spPr>
        <p:txBody>
          <a:bodyPr/>
          <a:lstStyle>
            <a:lvl1pPr algn="ctr">
              <a:defRPr>
                <a:solidFill>
                  <a:schemeClr val="tx1">
                    <a:lumMod val="65000"/>
                    <a:lumOff val="35000"/>
                  </a:schemeClr>
                </a:solidFill>
              </a:defRPr>
            </a:lvl1pPr>
          </a:lstStyle>
          <a:p>
            <a:r>
              <a:rPr lang="en-US"/>
              <a:t>Click to edit Master title style</a:t>
            </a:r>
            <a:endParaRPr lang="en-MY"/>
          </a:p>
        </p:txBody>
      </p:sp>
      <p:sp>
        <p:nvSpPr>
          <p:cNvPr id="6" name="Footer Placeholder 5">
            <a:extLst>
              <a:ext uri="{FF2B5EF4-FFF2-40B4-BE49-F238E27FC236}">
                <a16:creationId xmlns:a16="http://schemas.microsoft.com/office/drawing/2014/main" id="{C40CA447-4B33-14A4-A8B3-A50941C7FA6D}"/>
              </a:ext>
            </a:extLst>
          </p:cNvPr>
          <p:cNvSpPr>
            <a:spLocks noGrp="1"/>
          </p:cNvSpPr>
          <p:nvPr>
            <p:ph type="ftr" sz="quarter" idx="10"/>
          </p:nvPr>
        </p:nvSpPr>
        <p:spPr/>
        <p:txBody>
          <a:bodyPr/>
          <a:lstStyle/>
          <a:p>
            <a:endParaRPr lang="en-MY"/>
          </a:p>
        </p:txBody>
      </p:sp>
      <p:sp>
        <p:nvSpPr>
          <p:cNvPr id="7" name="Slide Number Placeholder 6">
            <a:extLst>
              <a:ext uri="{FF2B5EF4-FFF2-40B4-BE49-F238E27FC236}">
                <a16:creationId xmlns:a16="http://schemas.microsoft.com/office/drawing/2014/main" id="{C9180811-CF70-450A-27A7-6650EC921EA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5" name="Diagonal Stripe 4">
            <a:extLst>
              <a:ext uri="{FF2B5EF4-FFF2-40B4-BE49-F238E27FC236}">
                <a16:creationId xmlns:a16="http://schemas.microsoft.com/office/drawing/2014/main" id="{8DC6A165-7707-B831-4D31-547D2097E0C0}"/>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pic>
        <p:nvPicPr>
          <p:cNvPr id="9" name="Picture 8" descr="Logo&#10;&#10;Description automatically generated">
            <a:extLst>
              <a:ext uri="{FF2B5EF4-FFF2-40B4-BE49-F238E27FC236}">
                <a16:creationId xmlns:a16="http://schemas.microsoft.com/office/drawing/2014/main" id="{7C2E61BC-4260-06A6-E9F0-F6A586DC64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88855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03">
    <p:bg>
      <p:bgPr>
        <a:solidFill>
          <a:srgbClr val="C04C4C"/>
        </a:solidFill>
        <a:effectLst/>
      </p:bgPr>
    </p:bg>
    <p:spTree>
      <p:nvGrpSpPr>
        <p:cNvPr id="1" name=""/>
        <p:cNvGrpSpPr/>
        <p:nvPr/>
      </p:nvGrpSpPr>
      <p:grpSpPr>
        <a:xfrm>
          <a:off x="0" y="0"/>
          <a:ext cx="0" cy="0"/>
          <a:chOff x="0" y="0"/>
          <a:chExt cx="0" cy="0"/>
        </a:xfrm>
      </p:grpSpPr>
      <p:sp>
        <p:nvSpPr>
          <p:cNvPr id="11" name="Freeform 88">
            <a:extLst>
              <a:ext uri="{FF2B5EF4-FFF2-40B4-BE49-F238E27FC236}">
                <a16:creationId xmlns:a16="http://schemas.microsoft.com/office/drawing/2014/main" id="{2EC006B8-36F2-B291-87A1-3D4528A9F2D9}"/>
              </a:ext>
            </a:extLst>
          </p:cNvPr>
          <p:cNvSpPr>
            <a:spLocks noEditPoints="1"/>
          </p:cNvSpPr>
          <p:nvPr userDrawn="1"/>
        </p:nvSpPr>
        <p:spPr bwMode="auto">
          <a:xfrm rot="13500000">
            <a:off x="2009576" y="364092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ooter Placeholder 6">
            <a:extLst>
              <a:ext uri="{FF2B5EF4-FFF2-40B4-BE49-F238E27FC236}">
                <a16:creationId xmlns:a16="http://schemas.microsoft.com/office/drawing/2014/main" id="{8D376308-4430-17DE-55D8-C62E713A416C}"/>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D9F87F34-3A4F-BEE8-D6A3-75E86F6048D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7" name="Rectangle 16">
            <a:extLst>
              <a:ext uri="{FF2B5EF4-FFF2-40B4-BE49-F238E27FC236}">
                <a16:creationId xmlns:a16="http://schemas.microsoft.com/office/drawing/2014/main" id="{AB1995BA-762F-0E75-164E-C2DC8E53AF1E}"/>
              </a:ext>
            </a:extLst>
          </p:cNvPr>
          <p:cNvSpPr/>
          <p:nvPr userDrawn="1"/>
        </p:nvSpPr>
        <p:spPr>
          <a:xfrm>
            <a:off x="7293428" y="0"/>
            <a:ext cx="4365171" cy="6858000"/>
          </a:xfrm>
          <a:prstGeom prst="rect">
            <a:avLst/>
          </a:prstGeom>
          <a:solidFill>
            <a:schemeClr val="bg1">
              <a:lumMod val="95000"/>
            </a:schemeClr>
          </a:solidFill>
          <a:ln>
            <a:noFill/>
          </a:ln>
          <a:effectLst>
            <a:outerShdw blurRad="431800" dist="508000" dir="786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19" name="Group 18">
            <a:extLst>
              <a:ext uri="{FF2B5EF4-FFF2-40B4-BE49-F238E27FC236}">
                <a16:creationId xmlns:a16="http://schemas.microsoft.com/office/drawing/2014/main" id="{A8344EBC-0EE1-6D60-DD13-A025929EB2A2}"/>
              </a:ext>
            </a:extLst>
          </p:cNvPr>
          <p:cNvGrpSpPr/>
          <p:nvPr userDrawn="1"/>
        </p:nvGrpSpPr>
        <p:grpSpPr>
          <a:xfrm rot="10800000">
            <a:off x="9169016" y="6004017"/>
            <a:ext cx="613993" cy="75107"/>
            <a:chOff x="-1587" y="4763"/>
            <a:chExt cx="300037" cy="42862"/>
          </a:xfrm>
          <a:solidFill>
            <a:srgbClr val="C04C4C"/>
          </a:solidFill>
        </p:grpSpPr>
        <p:sp>
          <p:nvSpPr>
            <p:cNvPr id="20" name="Oval 13">
              <a:extLst>
                <a:ext uri="{FF2B5EF4-FFF2-40B4-BE49-F238E27FC236}">
                  <a16:creationId xmlns:a16="http://schemas.microsoft.com/office/drawing/2014/main" id="{BCD5BC98-703E-C5F4-6A62-09FCC6A36DB8}"/>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1" name="Oval 14">
              <a:extLst>
                <a:ext uri="{FF2B5EF4-FFF2-40B4-BE49-F238E27FC236}">
                  <a16:creationId xmlns:a16="http://schemas.microsoft.com/office/drawing/2014/main" id="{ECA11C4B-3AD6-EB59-443E-E2E20B42D274}"/>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2" name="Oval 15">
              <a:extLst>
                <a:ext uri="{FF2B5EF4-FFF2-40B4-BE49-F238E27FC236}">
                  <a16:creationId xmlns:a16="http://schemas.microsoft.com/office/drawing/2014/main" id="{080E09A2-A318-7937-F507-9F4F1573C372}"/>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3" name="Oval 16">
              <a:extLst>
                <a:ext uri="{FF2B5EF4-FFF2-40B4-BE49-F238E27FC236}">
                  <a16:creationId xmlns:a16="http://schemas.microsoft.com/office/drawing/2014/main" id="{806198F1-CD00-115B-03EB-DA6337A9FA51}"/>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24" name="Title 23">
            <a:extLst>
              <a:ext uri="{FF2B5EF4-FFF2-40B4-BE49-F238E27FC236}">
                <a16:creationId xmlns:a16="http://schemas.microsoft.com/office/drawing/2014/main" id="{814EC3F6-24D4-D885-5046-3A3D68236E2E}"/>
              </a:ext>
            </a:extLst>
          </p:cNvPr>
          <p:cNvSpPr>
            <a:spLocks noGrp="1"/>
          </p:cNvSpPr>
          <p:nvPr>
            <p:ph type="title"/>
          </p:nvPr>
        </p:nvSpPr>
        <p:spPr>
          <a:xfrm>
            <a:off x="326572" y="1388382"/>
            <a:ext cx="6672943" cy="1325563"/>
          </a:xfrm>
        </p:spPr>
        <p:txBody>
          <a:bodyPr/>
          <a:lstStyle>
            <a:lvl1pPr>
              <a:defRPr>
                <a:solidFill>
                  <a:schemeClr val="bg1"/>
                </a:solidFill>
              </a:defRPr>
            </a:lvl1pPr>
          </a:lstStyle>
          <a:p>
            <a:r>
              <a:rPr lang="en-US" dirty="0"/>
              <a:t>Click to edit Master title style</a:t>
            </a:r>
            <a:endParaRPr lang="en-MY" dirty="0"/>
          </a:p>
        </p:txBody>
      </p:sp>
      <p:sp>
        <p:nvSpPr>
          <p:cNvPr id="12" name="Freeform 88">
            <a:extLst>
              <a:ext uri="{FF2B5EF4-FFF2-40B4-BE49-F238E27FC236}">
                <a16:creationId xmlns:a16="http://schemas.microsoft.com/office/drawing/2014/main" id="{FFE63D60-4033-0963-0257-340E61B3359D}"/>
              </a:ext>
            </a:extLst>
          </p:cNvPr>
          <p:cNvSpPr>
            <a:spLocks noEditPoints="1"/>
          </p:cNvSpPr>
          <p:nvPr userDrawn="1"/>
        </p:nvSpPr>
        <p:spPr bwMode="auto">
          <a:xfrm rot="16200000">
            <a:off x="5061976" y="2610139"/>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833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_04">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C5600A4-3E4E-EC47-12EA-B6310B747A8B}"/>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6" name="Rectangle 15">
            <a:extLst>
              <a:ext uri="{FF2B5EF4-FFF2-40B4-BE49-F238E27FC236}">
                <a16:creationId xmlns:a16="http://schemas.microsoft.com/office/drawing/2014/main" id="{7ABC459D-A688-50A7-E022-E57A39DF24C8}"/>
              </a:ext>
            </a:extLst>
          </p:cNvPr>
          <p:cNvSpPr/>
          <p:nvPr userDrawn="1"/>
        </p:nvSpPr>
        <p:spPr>
          <a:xfrm>
            <a:off x="729342" y="0"/>
            <a:ext cx="4285887" cy="6237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8" name="Footer Placeholder 7">
            <a:extLst>
              <a:ext uri="{FF2B5EF4-FFF2-40B4-BE49-F238E27FC236}">
                <a16:creationId xmlns:a16="http://schemas.microsoft.com/office/drawing/2014/main" id="{1642AE79-79E4-0073-0455-4CDA30AD8F65}"/>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6954D628-8D81-1CDE-6D27-24AB85F650D6}"/>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11" name="Group 10">
            <a:extLst>
              <a:ext uri="{FF2B5EF4-FFF2-40B4-BE49-F238E27FC236}">
                <a16:creationId xmlns:a16="http://schemas.microsoft.com/office/drawing/2014/main" id="{9C2342FF-69D1-829A-9394-7FDD7C8DC0D8}"/>
              </a:ext>
            </a:extLst>
          </p:cNvPr>
          <p:cNvGrpSpPr/>
          <p:nvPr userDrawn="1"/>
        </p:nvGrpSpPr>
        <p:grpSpPr>
          <a:xfrm>
            <a:off x="2561933" y="419857"/>
            <a:ext cx="613993" cy="75107"/>
            <a:chOff x="-1587" y="4763"/>
            <a:chExt cx="300037" cy="42862"/>
          </a:xfrm>
          <a:solidFill>
            <a:srgbClr val="C04C4C"/>
          </a:solidFill>
        </p:grpSpPr>
        <p:sp>
          <p:nvSpPr>
            <p:cNvPr id="12" name="Oval 13">
              <a:extLst>
                <a:ext uri="{FF2B5EF4-FFF2-40B4-BE49-F238E27FC236}">
                  <a16:creationId xmlns:a16="http://schemas.microsoft.com/office/drawing/2014/main" id="{23262089-B548-7EB2-7E11-8E96F2D4ECA1}"/>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3" name="Oval 14">
              <a:extLst>
                <a:ext uri="{FF2B5EF4-FFF2-40B4-BE49-F238E27FC236}">
                  <a16:creationId xmlns:a16="http://schemas.microsoft.com/office/drawing/2014/main" id="{E939BD00-47B2-AF84-6481-FC6D266B933A}"/>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4" name="Oval 15">
              <a:extLst>
                <a:ext uri="{FF2B5EF4-FFF2-40B4-BE49-F238E27FC236}">
                  <a16:creationId xmlns:a16="http://schemas.microsoft.com/office/drawing/2014/main" id="{3247BFCB-8D78-A506-7B1C-F4FFA425C85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Oval 16">
              <a:extLst>
                <a:ext uri="{FF2B5EF4-FFF2-40B4-BE49-F238E27FC236}">
                  <a16:creationId xmlns:a16="http://schemas.microsoft.com/office/drawing/2014/main" id="{B4410486-EA59-BC01-71A7-DDAC2A1EA4CB}"/>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8" name="Title 17">
            <a:extLst>
              <a:ext uri="{FF2B5EF4-FFF2-40B4-BE49-F238E27FC236}">
                <a16:creationId xmlns:a16="http://schemas.microsoft.com/office/drawing/2014/main" id="{B3FE10FD-D9C0-C344-A74A-C6F10F75D789}"/>
              </a:ext>
            </a:extLst>
          </p:cNvPr>
          <p:cNvSpPr>
            <a:spLocks noGrp="1"/>
          </p:cNvSpPr>
          <p:nvPr>
            <p:ph type="title"/>
          </p:nvPr>
        </p:nvSpPr>
        <p:spPr>
          <a:xfrm>
            <a:off x="1008176" y="2103437"/>
            <a:ext cx="3815716" cy="1325563"/>
          </a:xfrm>
        </p:spPr>
        <p:txBody>
          <a:bodyPr/>
          <a:lstStyle>
            <a:lvl1pPr algn="ctr">
              <a:defRPr/>
            </a:lvl1pPr>
          </a:lstStyle>
          <a:p>
            <a:r>
              <a:rPr lang="en-US"/>
              <a:t>Click to edit Master title style</a:t>
            </a:r>
            <a:endParaRPr lang="en-MY"/>
          </a:p>
        </p:txBody>
      </p:sp>
    </p:spTree>
    <p:extLst>
      <p:ext uri="{BB962C8B-B14F-4D97-AF65-F5344CB8AC3E}">
        <p14:creationId xmlns:p14="http://schemas.microsoft.com/office/powerpoint/2010/main" val="360316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_05">
    <p:bg>
      <p:bgPr>
        <a:solidFill>
          <a:srgbClr val="C04C4C"/>
        </a:solidFill>
        <a:effectLst/>
      </p:bgPr>
    </p:bg>
    <p:spTree>
      <p:nvGrpSpPr>
        <p:cNvPr id="1" name=""/>
        <p:cNvGrpSpPr/>
        <p:nvPr/>
      </p:nvGrpSpPr>
      <p:grpSpPr>
        <a:xfrm>
          <a:off x="0" y="0"/>
          <a:ext cx="0" cy="0"/>
          <a:chOff x="0" y="0"/>
          <a:chExt cx="0" cy="0"/>
        </a:xfrm>
      </p:grpSpPr>
      <p:sp>
        <p:nvSpPr>
          <p:cNvPr id="14" name="Freeform 16">
            <a:extLst>
              <a:ext uri="{FF2B5EF4-FFF2-40B4-BE49-F238E27FC236}">
                <a16:creationId xmlns:a16="http://schemas.microsoft.com/office/drawing/2014/main" id="{955C00B2-487B-35F9-EFC4-6711B63378F0}"/>
              </a:ext>
            </a:extLst>
          </p:cNvPr>
          <p:cNvSpPr>
            <a:spLocks/>
          </p:cNvSpPr>
          <p:nvPr userDrawn="1"/>
        </p:nvSpPr>
        <p:spPr bwMode="auto">
          <a:xfrm rot="10800000">
            <a:off x="11064240" y="0"/>
            <a:ext cx="1127760" cy="1447800"/>
          </a:xfrm>
          <a:custGeom>
            <a:avLst/>
            <a:gdLst>
              <a:gd name="T0" fmla="*/ 1 w 343"/>
              <a:gd name="T1" fmla="*/ 0 h 344"/>
              <a:gd name="T2" fmla="*/ 343 w 343"/>
              <a:gd name="T3" fmla="*/ 343 h 344"/>
              <a:gd name="T4" fmla="*/ 43 w 343"/>
              <a:gd name="T5" fmla="*/ 344 h 344"/>
              <a:gd name="T6" fmla="*/ 0 w 343"/>
              <a:gd name="T7" fmla="*/ 301 h 344"/>
              <a:gd name="T8" fmla="*/ 1 w 343"/>
              <a:gd name="T9" fmla="*/ 0 h 344"/>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a:effectLst>
            <a:innerShdw blurRad="901700" dist="50800" dir="18900000">
              <a:prstClr val="black">
                <a:alpha val="30000"/>
              </a:prstClr>
            </a:innerShdw>
          </a:effectLst>
        </p:spPr>
        <p:txBody>
          <a:bodyPr vert="horz" wrap="square" lIns="91440" tIns="45720" rIns="91440" bIns="45720" numCol="1" anchor="t" anchorCtr="0" compatLnSpc="1">
            <a:prstTxWarp prst="textNoShape">
              <a:avLst/>
            </a:prstTxWarp>
          </a:bodyPr>
          <a:lstStyle/>
          <a:p>
            <a:endParaRPr lang="en-US" dirty="0"/>
          </a:p>
        </p:txBody>
      </p:sp>
      <p:sp>
        <p:nvSpPr>
          <p:cNvPr id="24" name="Rectangle 23">
            <a:extLst>
              <a:ext uri="{FF2B5EF4-FFF2-40B4-BE49-F238E27FC236}">
                <a16:creationId xmlns:a16="http://schemas.microsoft.com/office/drawing/2014/main" id="{561A13B1-4FE2-47EF-C699-2F5D32C46C7B}"/>
              </a:ext>
            </a:extLst>
          </p:cNvPr>
          <p:cNvSpPr/>
          <p:nvPr userDrawn="1"/>
        </p:nvSpPr>
        <p:spPr>
          <a:xfrm>
            <a:off x="0" y="0"/>
            <a:ext cx="5148943" cy="6858000"/>
          </a:xfrm>
          <a:prstGeom prst="rect">
            <a:avLst/>
          </a:prstGeom>
          <a:solidFill>
            <a:schemeClr val="tx1">
              <a:lumMod val="75000"/>
              <a:lumOff val="25000"/>
            </a:schemeClr>
          </a:solidFill>
          <a:ln>
            <a:solidFill>
              <a:schemeClr val="tx2">
                <a:lumMod val="25000"/>
                <a:lumOff val="75000"/>
              </a:schemeClr>
            </a:solidFill>
          </a:ln>
          <a:effectLst>
            <a:outerShdw blurRad="457200" dist="215900" sx="96000" sy="96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Footer Placeholder 7">
            <a:extLst>
              <a:ext uri="{FF2B5EF4-FFF2-40B4-BE49-F238E27FC236}">
                <a16:creationId xmlns:a16="http://schemas.microsoft.com/office/drawing/2014/main" id="{38B5F1C4-1CE7-DD7E-48D5-4216747D32ED}"/>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A6223489-9DE8-D078-A240-0B0232406F2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21" name="Title 20">
            <a:extLst>
              <a:ext uri="{FF2B5EF4-FFF2-40B4-BE49-F238E27FC236}">
                <a16:creationId xmlns:a16="http://schemas.microsoft.com/office/drawing/2014/main" id="{5B65FFBD-94D0-7BC8-3B24-CAF4FC2B7924}"/>
              </a:ext>
            </a:extLst>
          </p:cNvPr>
          <p:cNvSpPr>
            <a:spLocks noGrp="1"/>
          </p:cNvSpPr>
          <p:nvPr>
            <p:ph type="title"/>
          </p:nvPr>
        </p:nvSpPr>
        <p:spPr>
          <a:xfrm>
            <a:off x="500742" y="1286581"/>
            <a:ext cx="4169229" cy="1325563"/>
          </a:xfrm>
        </p:spPr>
        <p:txBody>
          <a:bodyPr/>
          <a:lstStyle>
            <a:lvl1pPr>
              <a:defRPr>
                <a:solidFill>
                  <a:schemeClr val="bg1"/>
                </a:solidFill>
              </a:defRPr>
            </a:lvl1pPr>
          </a:lstStyle>
          <a:p>
            <a:r>
              <a:rPr lang="en-US" dirty="0"/>
              <a:t>Click to edit Master title style</a:t>
            </a:r>
            <a:endParaRPr lang="en-MY" dirty="0"/>
          </a:p>
        </p:txBody>
      </p:sp>
      <p:sp>
        <p:nvSpPr>
          <p:cNvPr id="23" name="Picture Placeholder 22">
            <a:extLst>
              <a:ext uri="{FF2B5EF4-FFF2-40B4-BE49-F238E27FC236}">
                <a16:creationId xmlns:a16="http://schemas.microsoft.com/office/drawing/2014/main" id="{062D7562-98EB-7777-7293-CA6B3C3C6E27}"/>
              </a:ext>
            </a:extLst>
          </p:cNvPr>
          <p:cNvSpPr>
            <a:spLocks noGrp="1"/>
          </p:cNvSpPr>
          <p:nvPr>
            <p:ph type="pic" sz="quarter" idx="12"/>
          </p:nvPr>
        </p:nvSpPr>
        <p:spPr>
          <a:xfrm>
            <a:off x="8752114" y="733425"/>
            <a:ext cx="2939143" cy="2363380"/>
          </a:xfrm>
        </p:spPr>
        <p:txBody>
          <a:bodyPr/>
          <a:lstStyle/>
          <a:p>
            <a:endParaRPr lang="en-MY"/>
          </a:p>
        </p:txBody>
      </p:sp>
      <p:sp>
        <p:nvSpPr>
          <p:cNvPr id="26" name="Picture Placeholder 22">
            <a:extLst>
              <a:ext uri="{FF2B5EF4-FFF2-40B4-BE49-F238E27FC236}">
                <a16:creationId xmlns:a16="http://schemas.microsoft.com/office/drawing/2014/main" id="{B3311D2B-C82E-1CAD-A451-9734F58E57B4}"/>
              </a:ext>
            </a:extLst>
          </p:cNvPr>
          <p:cNvSpPr>
            <a:spLocks noGrp="1"/>
          </p:cNvSpPr>
          <p:nvPr>
            <p:ph type="pic" sz="quarter" idx="14"/>
          </p:nvPr>
        </p:nvSpPr>
        <p:spPr>
          <a:xfrm>
            <a:off x="5595258" y="733425"/>
            <a:ext cx="2939143" cy="2363380"/>
          </a:xfrm>
        </p:spPr>
        <p:txBody>
          <a:bodyPr/>
          <a:lstStyle/>
          <a:p>
            <a:endParaRPr lang="en-MY"/>
          </a:p>
        </p:txBody>
      </p:sp>
      <p:sp>
        <p:nvSpPr>
          <p:cNvPr id="27" name="Picture Placeholder 22">
            <a:extLst>
              <a:ext uri="{FF2B5EF4-FFF2-40B4-BE49-F238E27FC236}">
                <a16:creationId xmlns:a16="http://schemas.microsoft.com/office/drawing/2014/main" id="{74429CBD-241C-5A28-0B76-94FBEBD0C02B}"/>
              </a:ext>
            </a:extLst>
          </p:cNvPr>
          <p:cNvSpPr>
            <a:spLocks noGrp="1"/>
          </p:cNvSpPr>
          <p:nvPr>
            <p:ph type="pic" sz="quarter" idx="15"/>
          </p:nvPr>
        </p:nvSpPr>
        <p:spPr>
          <a:xfrm>
            <a:off x="8752114" y="3244668"/>
            <a:ext cx="2939143" cy="2363380"/>
          </a:xfrm>
        </p:spPr>
        <p:txBody>
          <a:bodyPr/>
          <a:lstStyle/>
          <a:p>
            <a:endParaRPr lang="en-MY"/>
          </a:p>
        </p:txBody>
      </p:sp>
      <p:sp>
        <p:nvSpPr>
          <p:cNvPr id="28" name="Picture Placeholder 22">
            <a:extLst>
              <a:ext uri="{FF2B5EF4-FFF2-40B4-BE49-F238E27FC236}">
                <a16:creationId xmlns:a16="http://schemas.microsoft.com/office/drawing/2014/main" id="{CFCC5C12-97DC-F983-E825-5420E2382DF3}"/>
              </a:ext>
            </a:extLst>
          </p:cNvPr>
          <p:cNvSpPr>
            <a:spLocks noGrp="1"/>
          </p:cNvSpPr>
          <p:nvPr>
            <p:ph type="pic" sz="quarter" idx="16"/>
          </p:nvPr>
        </p:nvSpPr>
        <p:spPr>
          <a:xfrm>
            <a:off x="5595258" y="3244668"/>
            <a:ext cx="2939143" cy="2363380"/>
          </a:xfrm>
        </p:spPr>
        <p:txBody>
          <a:bodyPr/>
          <a:lstStyle/>
          <a:p>
            <a:endParaRPr lang="en-MY"/>
          </a:p>
        </p:txBody>
      </p:sp>
      <p:pic>
        <p:nvPicPr>
          <p:cNvPr id="12" name="Picture 11" descr="Logo&#10;&#10;Description automatically generated">
            <a:extLst>
              <a:ext uri="{FF2B5EF4-FFF2-40B4-BE49-F238E27FC236}">
                <a16:creationId xmlns:a16="http://schemas.microsoft.com/office/drawing/2014/main" id="{3AA3835C-FADD-1650-B8D8-CE293B5F5B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235033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7" name="Rectangle 6">
            <a:extLst>
              <a:ext uri="{FF2B5EF4-FFF2-40B4-BE49-F238E27FC236}">
                <a16:creationId xmlns:a16="http://schemas.microsoft.com/office/drawing/2014/main" id="{3368261F-6835-9486-4798-B9A07195D78C}"/>
              </a:ext>
            </a:extLst>
          </p:cNvPr>
          <p:cNvSpPr/>
          <p:nvPr userDrawn="1"/>
        </p:nvSpPr>
        <p:spPr>
          <a:xfrm rot="10800000">
            <a:off x="2093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A847E563-BFAE-519A-4A8B-22300B086917}"/>
              </a:ext>
            </a:extLst>
          </p:cNvPr>
          <p:cNvSpPr/>
          <p:nvPr userDrawn="1"/>
        </p:nvSpPr>
        <p:spPr>
          <a:xfrm rot="10800000">
            <a:off x="2095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BBFDF2C4-A780-511B-093B-368D5530493C}"/>
              </a:ext>
            </a:extLst>
          </p:cNvPr>
          <p:cNvSpPr/>
          <p:nvPr userDrawn="1"/>
        </p:nvSpPr>
        <p:spPr>
          <a:xfrm rot="10800000">
            <a:off x="2093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1E7417D1-014A-5984-58A6-AA6486BF75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792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_layout_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A5AEAA-D9F4-2E35-437C-BA8524DF94F6}"/>
              </a:ext>
            </a:extLst>
          </p:cNvPr>
          <p:cNvSpPr/>
          <p:nvPr userDrawn="1"/>
        </p:nvSpPr>
        <p:spPr>
          <a:xfrm flipH="1">
            <a:off x="11899557" y="0"/>
            <a:ext cx="61784" cy="627723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pic>
        <p:nvPicPr>
          <p:cNvPr id="7" name="Picture 6" descr="Logo&#10;&#10;Description automatically generated">
            <a:extLst>
              <a:ext uri="{FF2B5EF4-FFF2-40B4-BE49-F238E27FC236}">
                <a16:creationId xmlns:a16="http://schemas.microsoft.com/office/drawing/2014/main" id="{B1924BF6-BCDA-9AF9-A625-9294B79A5C3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641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6817E6-AD1A-08AC-88A5-0C62449E0C76}"/>
              </a:ext>
            </a:extLst>
          </p:cNvPr>
          <p:cNvSpPr/>
          <p:nvPr userDrawn="1"/>
        </p:nvSpPr>
        <p:spPr>
          <a:xfrm>
            <a:off x="0" y="0"/>
            <a:ext cx="12192000" cy="1937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rot="10800000" flipV="1">
            <a:off x="-5939" y="1901929"/>
            <a:ext cx="12192000" cy="3139623"/>
          </a:xfrm>
          <a:prstGeom prst="rect">
            <a:avLst/>
          </a:prstGeom>
        </p:spPr>
      </p:pic>
      <p:pic>
        <p:nvPicPr>
          <p:cNvPr id="4" name="Picture 3" descr="Logo&#10;&#10;Description automatically generated">
            <a:extLst>
              <a:ext uri="{FF2B5EF4-FFF2-40B4-BE49-F238E27FC236}">
                <a16:creationId xmlns:a16="http://schemas.microsoft.com/office/drawing/2014/main" id="{AFED6FC9-C93A-9F07-CF8D-C0E1F0B215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21526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0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A8456C-09BE-F772-4E09-AC8E5EFE5A98}"/>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3" name="Rectangle 12">
            <a:extLst>
              <a:ext uri="{FF2B5EF4-FFF2-40B4-BE49-F238E27FC236}">
                <a16:creationId xmlns:a16="http://schemas.microsoft.com/office/drawing/2014/main" id="{C4A970D6-E749-96E3-83B1-8B21AB192873}"/>
              </a:ext>
            </a:extLst>
          </p:cNvPr>
          <p:cNvSpPr/>
          <p:nvPr userDrawn="1"/>
        </p:nvSpPr>
        <p:spPr>
          <a:xfrm>
            <a:off x="0" y="0"/>
            <a:ext cx="4539343" cy="612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2" name="Title 1">
            <a:extLst>
              <a:ext uri="{FF2B5EF4-FFF2-40B4-BE49-F238E27FC236}">
                <a16:creationId xmlns:a16="http://schemas.microsoft.com/office/drawing/2014/main" id="{0968299B-C422-1510-F32A-0DFF889E93C4}"/>
              </a:ext>
            </a:extLst>
          </p:cNvPr>
          <p:cNvSpPr>
            <a:spLocks noGrp="1"/>
          </p:cNvSpPr>
          <p:nvPr>
            <p:ph type="title"/>
          </p:nvPr>
        </p:nvSpPr>
        <p:spPr>
          <a:xfrm>
            <a:off x="6151338" y="2766217"/>
            <a:ext cx="5822948" cy="1325563"/>
          </a:xfrm>
        </p:spPr>
        <p:txBody>
          <a:bodyPr/>
          <a:lstStyle>
            <a:lvl1pPr algn="ctr">
              <a:defRPr/>
            </a:lvl1pPr>
          </a:lstStyle>
          <a:p>
            <a:r>
              <a:rPr lang="en-US"/>
              <a:t>Click to edit Master title style</a:t>
            </a:r>
            <a:endParaRPr lang="en-MY"/>
          </a:p>
        </p:txBody>
      </p:sp>
      <p:sp>
        <p:nvSpPr>
          <p:cNvPr id="10" name="Footer Placeholder 9">
            <a:extLst>
              <a:ext uri="{FF2B5EF4-FFF2-40B4-BE49-F238E27FC236}">
                <a16:creationId xmlns:a16="http://schemas.microsoft.com/office/drawing/2014/main" id="{37270406-6097-F873-9773-CC94FA23047F}"/>
              </a:ext>
            </a:extLst>
          </p:cNvPr>
          <p:cNvSpPr>
            <a:spLocks noGrp="1"/>
          </p:cNvSpPr>
          <p:nvPr>
            <p:ph type="ftr" sz="quarter" idx="10"/>
          </p:nvPr>
        </p:nvSpPr>
        <p:spPr/>
        <p:txBody>
          <a:bodyPr/>
          <a:lstStyle/>
          <a:p>
            <a:endParaRPr lang="en-MY"/>
          </a:p>
        </p:txBody>
      </p:sp>
      <p:sp>
        <p:nvSpPr>
          <p:cNvPr id="11" name="Slide Number Placeholder 10">
            <a:extLst>
              <a:ext uri="{FF2B5EF4-FFF2-40B4-BE49-F238E27FC236}">
                <a16:creationId xmlns:a16="http://schemas.microsoft.com/office/drawing/2014/main" id="{A4759327-3B5D-3BFA-5CCA-6BD5BACEAD3D}"/>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9" name="Group 8">
            <a:extLst>
              <a:ext uri="{FF2B5EF4-FFF2-40B4-BE49-F238E27FC236}">
                <a16:creationId xmlns:a16="http://schemas.microsoft.com/office/drawing/2014/main" id="{CB557F9C-2B1B-1E45-919F-2CBA963082F1}"/>
              </a:ext>
            </a:extLst>
          </p:cNvPr>
          <p:cNvGrpSpPr/>
          <p:nvPr userDrawn="1"/>
        </p:nvGrpSpPr>
        <p:grpSpPr>
          <a:xfrm>
            <a:off x="580088" y="1982368"/>
            <a:ext cx="5265908" cy="2893260"/>
            <a:chOff x="-548507" y="477868"/>
            <a:chExt cx="11570449" cy="6357177"/>
          </a:xfrm>
        </p:grpSpPr>
        <p:sp>
          <p:nvSpPr>
            <p:cNvPr id="14" name="Freeform: Shape 13">
              <a:extLst>
                <a:ext uri="{FF2B5EF4-FFF2-40B4-BE49-F238E27FC236}">
                  <a16:creationId xmlns:a16="http://schemas.microsoft.com/office/drawing/2014/main" id="{6B4D37DD-77A1-3F66-1AB7-0D02A7AA05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939251-1BCB-8F28-4AEB-3F5C698F7844}"/>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6B35D63-3320-AD9B-342D-29A2461E1E9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1EA1DA0-4667-A070-5433-AD3862F8F01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31CCFE93-102B-5253-326B-9C14E78024F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0" name="Group 19">
              <a:extLst>
                <a:ext uri="{FF2B5EF4-FFF2-40B4-BE49-F238E27FC236}">
                  <a16:creationId xmlns:a16="http://schemas.microsoft.com/office/drawing/2014/main" id="{9271F50C-004D-6614-9952-C20CF9F23F84}"/>
                </a:ext>
              </a:extLst>
            </p:cNvPr>
            <p:cNvGrpSpPr/>
            <p:nvPr/>
          </p:nvGrpSpPr>
          <p:grpSpPr>
            <a:xfrm>
              <a:off x="1606" y="6382978"/>
              <a:ext cx="413937" cy="115242"/>
              <a:chOff x="5955" y="6353672"/>
              <a:chExt cx="413937" cy="115242"/>
            </a:xfrm>
          </p:grpSpPr>
          <p:sp>
            <p:nvSpPr>
              <p:cNvPr id="25" name="Rectangle: Rounded Corners 24">
                <a:extLst>
                  <a:ext uri="{FF2B5EF4-FFF2-40B4-BE49-F238E27FC236}">
                    <a16:creationId xmlns:a16="http://schemas.microsoft.com/office/drawing/2014/main" id="{28837067-0E6E-EBDC-C7A8-86F4033B63D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AC60AB8-5AB3-8260-897B-FB410ACB3FB8}"/>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D931CFE-A63B-8125-E9D4-949B42E5C546}"/>
                </a:ext>
              </a:extLst>
            </p:cNvPr>
            <p:cNvGrpSpPr/>
            <p:nvPr/>
          </p:nvGrpSpPr>
          <p:grpSpPr>
            <a:xfrm>
              <a:off x="9855291" y="6381600"/>
              <a:ext cx="885989" cy="115242"/>
              <a:chOff x="5955" y="6353672"/>
              <a:chExt cx="413937" cy="115242"/>
            </a:xfrm>
          </p:grpSpPr>
          <p:sp>
            <p:nvSpPr>
              <p:cNvPr id="23" name="Rectangle: Rounded Corners 22">
                <a:extLst>
                  <a:ext uri="{FF2B5EF4-FFF2-40B4-BE49-F238E27FC236}">
                    <a16:creationId xmlns:a16="http://schemas.microsoft.com/office/drawing/2014/main" id="{20BC883D-1639-3A5C-4006-DBE2E659710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BA29C7B-554C-081E-2135-BFC59AE9815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60D7FD87-F429-AB50-CEC1-95CBDAABB01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27" name="Picture 26" descr="Logo&#10;&#10;Description automatically generated">
            <a:extLst>
              <a:ext uri="{FF2B5EF4-FFF2-40B4-BE49-F238E27FC236}">
                <a16:creationId xmlns:a16="http://schemas.microsoft.com/office/drawing/2014/main" id="{EBD843B1-0951-A33D-BCC6-E0640022F3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480437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8" name="Picture Placeholder 7">
            <a:extLst>
              <a:ext uri="{FF2B5EF4-FFF2-40B4-BE49-F238E27FC236}">
                <a16:creationId xmlns:a16="http://schemas.microsoft.com/office/drawing/2014/main" id="{89987F70-64EC-CA05-E8A9-766DF9840D38}"/>
              </a:ext>
            </a:extLst>
          </p:cNvPr>
          <p:cNvSpPr>
            <a:spLocks noGrp="1"/>
          </p:cNvSpPr>
          <p:nvPr>
            <p:ph type="pic" sz="quarter" idx="12"/>
          </p:nvPr>
        </p:nvSpPr>
        <p:spPr>
          <a:xfrm>
            <a:off x="1622425" y="833378"/>
            <a:ext cx="8947150" cy="4554638"/>
          </a:xfrm>
        </p:spPr>
        <p:txBody>
          <a:bodyPr/>
          <a:lstStyle/>
          <a:p>
            <a:endParaRPr lang="en-MY"/>
          </a:p>
        </p:txBody>
      </p:sp>
      <p:pic>
        <p:nvPicPr>
          <p:cNvPr id="9" name="Picture 8" descr="Logo&#10;&#10;Description automatically generated">
            <a:extLst>
              <a:ext uri="{FF2B5EF4-FFF2-40B4-BE49-F238E27FC236}">
                <a16:creationId xmlns:a16="http://schemas.microsoft.com/office/drawing/2014/main" id="{FA832A2C-2644-6658-956A-F6CDE4CFC8A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1295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rot="10800000" flipV="1">
            <a:off x="0" y="-29928"/>
            <a:ext cx="12192000" cy="3956927"/>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Rectangle 8">
            <a:extLst>
              <a:ext uri="{FF2B5EF4-FFF2-40B4-BE49-F238E27FC236}">
                <a16:creationId xmlns:a16="http://schemas.microsoft.com/office/drawing/2014/main" id="{6A28F128-2C1E-BF90-7B50-EEA520A8E0D1}"/>
              </a:ext>
            </a:extLst>
          </p:cNvPr>
          <p:cNvSpPr/>
          <p:nvPr userDrawn="1"/>
        </p:nvSpPr>
        <p:spPr>
          <a:xfrm rot="10800000">
            <a:off x="2161479" y="-29927"/>
            <a:ext cx="10024582" cy="59854"/>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AB14BB5F-78D4-C98C-F6C3-95F1B716981E}"/>
              </a:ext>
            </a:extLst>
          </p:cNvPr>
          <p:cNvSpPr/>
          <p:nvPr userDrawn="1"/>
        </p:nvSpPr>
        <p:spPr>
          <a:xfrm>
            <a:off x="0" y="-52790"/>
            <a:ext cx="5148943" cy="225287"/>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8" name="Picture 7" descr="Logo&#10;&#10;Description automatically generated">
            <a:extLst>
              <a:ext uri="{FF2B5EF4-FFF2-40B4-BE49-F238E27FC236}">
                <a16:creationId xmlns:a16="http://schemas.microsoft.com/office/drawing/2014/main" id="{456F8D6F-4FEB-ED3E-E7ED-26FDD0376D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41196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_08">
    <p:bg>
      <p:bgPr>
        <a:solidFill>
          <a:srgbClr val="C04C4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6764FE-4266-9C28-BBAD-0C0CE59F74C2}"/>
              </a:ext>
            </a:extLst>
          </p:cNvPr>
          <p:cNvSpPr/>
          <p:nvPr userDrawn="1"/>
        </p:nvSpPr>
        <p:spPr>
          <a:xfrm>
            <a:off x="0" y="0"/>
            <a:ext cx="12192000" cy="4737100"/>
          </a:xfrm>
          <a:prstGeom prst="rect">
            <a:avLst/>
          </a:prstGeom>
          <a:solidFill>
            <a:schemeClr val="bg1"/>
          </a:solidFill>
          <a:ln>
            <a:noFill/>
          </a:ln>
          <a:effectLst>
            <a:outerShdw blurRad="254000" dist="215900" dir="5400000" sx="98000" sy="98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7" name="Title 6">
            <a:extLst>
              <a:ext uri="{FF2B5EF4-FFF2-40B4-BE49-F238E27FC236}">
                <a16:creationId xmlns:a16="http://schemas.microsoft.com/office/drawing/2014/main" id="{46D67C0D-AE8E-41E4-EB71-DE0656956001}"/>
              </a:ext>
            </a:extLst>
          </p:cNvPr>
          <p:cNvSpPr>
            <a:spLocks noGrp="1"/>
          </p:cNvSpPr>
          <p:nvPr>
            <p:ph type="title"/>
          </p:nvPr>
        </p:nvSpPr>
        <p:spPr/>
        <p:txBody>
          <a:bodyPr/>
          <a:lstStyle/>
          <a:p>
            <a:r>
              <a:rPr lang="en-US"/>
              <a:t>Click to edit Master title style</a:t>
            </a:r>
            <a:endParaRPr lang="en-MY"/>
          </a:p>
        </p:txBody>
      </p:sp>
      <p:pic>
        <p:nvPicPr>
          <p:cNvPr id="9" name="Picture 8" descr="Logo&#10;&#10;Description automatically generated">
            <a:extLst>
              <a:ext uri="{FF2B5EF4-FFF2-40B4-BE49-F238E27FC236}">
                <a16:creationId xmlns:a16="http://schemas.microsoft.com/office/drawing/2014/main" id="{C938784C-798A-313F-6BDD-2EEF86FBF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249640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_09">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A40B45C3-8E81-6BAE-010D-9B6CD2D56226}"/>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DA03FB80-B1FC-DDFA-448B-BCE958EA32DE}"/>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0" name="Title 9">
            <a:extLst>
              <a:ext uri="{FF2B5EF4-FFF2-40B4-BE49-F238E27FC236}">
                <a16:creationId xmlns:a16="http://schemas.microsoft.com/office/drawing/2014/main" id="{A81EEF20-E6C8-6C8E-7FE9-279D53479B22}"/>
              </a:ext>
            </a:extLst>
          </p:cNvPr>
          <p:cNvSpPr>
            <a:spLocks noGrp="1"/>
          </p:cNvSpPr>
          <p:nvPr>
            <p:ph type="title"/>
          </p:nvPr>
        </p:nvSpPr>
        <p:spPr/>
        <p:txBody>
          <a:bodyPr/>
          <a:lstStyle/>
          <a:p>
            <a:r>
              <a:rPr lang="en-US"/>
              <a:t>Click to edit Master title style</a:t>
            </a:r>
            <a:endParaRPr lang="en-MY"/>
          </a:p>
        </p:txBody>
      </p:sp>
      <p:sp>
        <p:nvSpPr>
          <p:cNvPr id="12" name="Picture Placeholder 11">
            <a:extLst>
              <a:ext uri="{FF2B5EF4-FFF2-40B4-BE49-F238E27FC236}">
                <a16:creationId xmlns:a16="http://schemas.microsoft.com/office/drawing/2014/main" id="{066CCFD3-9BC4-D4C1-9392-EA327203EA89}"/>
              </a:ext>
            </a:extLst>
          </p:cNvPr>
          <p:cNvSpPr>
            <a:spLocks noGrp="1"/>
          </p:cNvSpPr>
          <p:nvPr>
            <p:ph type="pic" sz="quarter" idx="12"/>
          </p:nvPr>
        </p:nvSpPr>
        <p:spPr>
          <a:xfrm>
            <a:off x="838200" y="1863725"/>
            <a:ext cx="3200400" cy="2939769"/>
          </a:xfrm>
        </p:spPr>
        <p:txBody>
          <a:bodyPr/>
          <a:lstStyle/>
          <a:p>
            <a:endParaRPr lang="en-MY"/>
          </a:p>
        </p:txBody>
      </p:sp>
      <p:sp>
        <p:nvSpPr>
          <p:cNvPr id="14" name="Picture Placeholder 13">
            <a:extLst>
              <a:ext uri="{FF2B5EF4-FFF2-40B4-BE49-F238E27FC236}">
                <a16:creationId xmlns:a16="http://schemas.microsoft.com/office/drawing/2014/main" id="{5EFB77A9-6E81-95F5-77AD-E75BB87A5A77}"/>
              </a:ext>
            </a:extLst>
          </p:cNvPr>
          <p:cNvSpPr>
            <a:spLocks noGrp="1"/>
          </p:cNvSpPr>
          <p:nvPr>
            <p:ph type="pic" sz="quarter" idx="13"/>
          </p:nvPr>
        </p:nvSpPr>
        <p:spPr>
          <a:xfrm>
            <a:off x="4495800" y="1863725"/>
            <a:ext cx="3200400" cy="2939769"/>
          </a:xfrm>
        </p:spPr>
        <p:txBody>
          <a:bodyPr/>
          <a:lstStyle/>
          <a:p>
            <a:endParaRPr lang="en-MY"/>
          </a:p>
        </p:txBody>
      </p:sp>
      <p:sp>
        <p:nvSpPr>
          <p:cNvPr id="16" name="Picture Placeholder 15">
            <a:extLst>
              <a:ext uri="{FF2B5EF4-FFF2-40B4-BE49-F238E27FC236}">
                <a16:creationId xmlns:a16="http://schemas.microsoft.com/office/drawing/2014/main" id="{439127F8-03DB-5D0F-A98C-B82B076E4B38}"/>
              </a:ext>
            </a:extLst>
          </p:cNvPr>
          <p:cNvSpPr>
            <a:spLocks noGrp="1"/>
          </p:cNvSpPr>
          <p:nvPr>
            <p:ph type="pic" sz="quarter" idx="14"/>
          </p:nvPr>
        </p:nvSpPr>
        <p:spPr>
          <a:xfrm>
            <a:off x="8158725" y="1863725"/>
            <a:ext cx="3200400" cy="2939769"/>
          </a:xfrm>
        </p:spPr>
        <p:txBody>
          <a:bodyPr/>
          <a:lstStyle/>
          <a:p>
            <a:endParaRPr lang="en-MY"/>
          </a:p>
        </p:txBody>
      </p:sp>
      <p:pic>
        <p:nvPicPr>
          <p:cNvPr id="11" name="Picture 10" descr="Logo&#10;&#10;Description automatically generated">
            <a:extLst>
              <a:ext uri="{FF2B5EF4-FFF2-40B4-BE49-F238E27FC236}">
                <a16:creationId xmlns:a16="http://schemas.microsoft.com/office/drawing/2014/main" id="{99728D72-5D76-DC8D-B044-63CA42649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93801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_10">
    <p:bg>
      <p:bgPr>
        <a:solidFill>
          <a:schemeClr val="bg1">
            <a:alpha val="37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CEC78F-2030-F657-D94C-EC9916E70239}"/>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8" name="Footer Placeholder 7">
            <a:extLst>
              <a:ext uri="{FF2B5EF4-FFF2-40B4-BE49-F238E27FC236}">
                <a16:creationId xmlns:a16="http://schemas.microsoft.com/office/drawing/2014/main" id="{1D72305A-2320-94A9-D78D-83FAEFAD6021}"/>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F1A13F7E-A796-3E64-A559-FCC5922DB727}"/>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5" name="Picture Placeholder 14">
            <a:extLst>
              <a:ext uri="{FF2B5EF4-FFF2-40B4-BE49-F238E27FC236}">
                <a16:creationId xmlns:a16="http://schemas.microsoft.com/office/drawing/2014/main" id="{1F9FC79A-20DE-55EB-11E3-BAD01F6F979A}"/>
              </a:ext>
            </a:extLst>
          </p:cNvPr>
          <p:cNvSpPr>
            <a:spLocks noGrp="1"/>
          </p:cNvSpPr>
          <p:nvPr>
            <p:ph type="pic" sz="quarter" idx="12"/>
          </p:nvPr>
        </p:nvSpPr>
        <p:spPr>
          <a:xfrm>
            <a:off x="0" y="0"/>
            <a:ext cx="2222500" cy="2036763"/>
          </a:xfrm>
        </p:spPr>
        <p:txBody>
          <a:bodyPr/>
          <a:lstStyle/>
          <a:p>
            <a:endParaRPr lang="en-MY"/>
          </a:p>
        </p:txBody>
      </p:sp>
      <p:sp>
        <p:nvSpPr>
          <p:cNvPr id="17" name="Picture Placeholder 16">
            <a:extLst>
              <a:ext uri="{FF2B5EF4-FFF2-40B4-BE49-F238E27FC236}">
                <a16:creationId xmlns:a16="http://schemas.microsoft.com/office/drawing/2014/main" id="{37AC4A9C-BE82-674B-5A73-6F2F8CA14FAD}"/>
              </a:ext>
            </a:extLst>
          </p:cNvPr>
          <p:cNvSpPr>
            <a:spLocks noGrp="1"/>
          </p:cNvSpPr>
          <p:nvPr>
            <p:ph type="pic" sz="quarter" idx="13"/>
          </p:nvPr>
        </p:nvSpPr>
        <p:spPr>
          <a:xfrm>
            <a:off x="2222200" y="2048338"/>
            <a:ext cx="2222500" cy="2036763"/>
          </a:xfrm>
        </p:spPr>
        <p:txBody>
          <a:bodyPr/>
          <a:lstStyle/>
          <a:p>
            <a:endParaRPr lang="en-MY"/>
          </a:p>
        </p:txBody>
      </p:sp>
      <p:sp>
        <p:nvSpPr>
          <p:cNvPr id="19" name="Picture Placeholder 18">
            <a:extLst>
              <a:ext uri="{FF2B5EF4-FFF2-40B4-BE49-F238E27FC236}">
                <a16:creationId xmlns:a16="http://schemas.microsoft.com/office/drawing/2014/main" id="{FA81B629-0F07-B59C-0408-FD208CA15356}"/>
              </a:ext>
            </a:extLst>
          </p:cNvPr>
          <p:cNvSpPr>
            <a:spLocks noGrp="1"/>
          </p:cNvSpPr>
          <p:nvPr>
            <p:ph type="pic" sz="quarter" idx="14"/>
          </p:nvPr>
        </p:nvSpPr>
        <p:spPr>
          <a:xfrm>
            <a:off x="0" y="4096676"/>
            <a:ext cx="2222500" cy="2036762"/>
          </a:xfrm>
        </p:spPr>
        <p:txBody>
          <a:bodyPr/>
          <a:lstStyle/>
          <a:p>
            <a:endParaRPr lang="en-MY"/>
          </a:p>
        </p:txBody>
      </p:sp>
      <p:sp>
        <p:nvSpPr>
          <p:cNvPr id="20" name="Title 19">
            <a:extLst>
              <a:ext uri="{FF2B5EF4-FFF2-40B4-BE49-F238E27FC236}">
                <a16:creationId xmlns:a16="http://schemas.microsoft.com/office/drawing/2014/main" id="{1C049FB6-D146-812F-7363-6D35184CA511}"/>
              </a:ext>
            </a:extLst>
          </p:cNvPr>
          <p:cNvSpPr>
            <a:spLocks noGrp="1"/>
          </p:cNvSpPr>
          <p:nvPr>
            <p:ph type="title"/>
          </p:nvPr>
        </p:nvSpPr>
        <p:spPr>
          <a:xfrm>
            <a:off x="5370653" y="355599"/>
            <a:ext cx="6642904" cy="1325563"/>
          </a:xfrm>
        </p:spPr>
        <p:txBody>
          <a:bodyPr/>
          <a:lstStyle/>
          <a:p>
            <a:r>
              <a:rPr lang="en-US"/>
              <a:t>Click to edit Master title style</a:t>
            </a:r>
            <a:endParaRPr lang="en-MY"/>
          </a:p>
        </p:txBody>
      </p:sp>
      <p:sp>
        <p:nvSpPr>
          <p:cNvPr id="21" name="Rectangle 20">
            <a:extLst>
              <a:ext uri="{FF2B5EF4-FFF2-40B4-BE49-F238E27FC236}">
                <a16:creationId xmlns:a16="http://schemas.microsoft.com/office/drawing/2014/main" id="{BF6C5D5C-CDCC-C784-973F-88390D45C53B}"/>
              </a:ext>
            </a:extLst>
          </p:cNvPr>
          <p:cNvSpPr/>
          <p:nvPr userDrawn="1"/>
        </p:nvSpPr>
        <p:spPr>
          <a:xfrm rot="10800000">
            <a:off x="2234075" y="7088"/>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2" name="Rectangle 21">
            <a:extLst>
              <a:ext uri="{FF2B5EF4-FFF2-40B4-BE49-F238E27FC236}">
                <a16:creationId xmlns:a16="http://schemas.microsoft.com/office/drawing/2014/main" id="{ADFD5EF8-AC54-E00C-8C75-712DD23935AA}"/>
              </a:ext>
            </a:extLst>
          </p:cNvPr>
          <p:cNvSpPr/>
          <p:nvPr userDrawn="1"/>
        </p:nvSpPr>
        <p:spPr>
          <a:xfrm rot="10800000">
            <a:off x="0" y="2048637"/>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3" name="Rectangle 22">
            <a:extLst>
              <a:ext uri="{FF2B5EF4-FFF2-40B4-BE49-F238E27FC236}">
                <a16:creationId xmlns:a16="http://schemas.microsoft.com/office/drawing/2014/main" id="{493DF42E-2BE3-EBA6-205B-2A8268FF878D}"/>
              </a:ext>
            </a:extLst>
          </p:cNvPr>
          <p:cNvSpPr/>
          <p:nvPr userDrawn="1"/>
        </p:nvSpPr>
        <p:spPr>
          <a:xfrm rot="10800000">
            <a:off x="2238562" y="4096676"/>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46EDB3BB-164A-CD1A-BF26-D10A4E43D2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872082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_11">
    <p:bg>
      <p:bgPr>
        <a:solidFill>
          <a:schemeClr val="bg1">
            <a:alpha val="34000"/>
          </a:schemeClr>
        </a:solidFill>
        <a:effectLst/>
      </p:bgPr>
    </p:bg>
    <p:spTree>
      <p:nvGrpSpPr>
        <p:cNvPr id="1" name=""/>
        <p:cNvGrpSpPr/>
        <p:nvPr/>
      </p:nvGrpSpPr>
      <p:grpSpPr>
        <a:xfrm>
          <a:off x="0" y="0"/>
          <a:ext cx="0" cy="0"/>
          <a:chOff x="0" y="0"/>
          <a:chExt cx="0" cy="0"/>
        </a:xfrm>
      </p:grpSpPr>
      <p:sp>
        <p:nvSpPr>
          <p:cNvPr id="406" name="Rectangle 402">
            <a:extLst>
              <a:ext uri="{FF2B5EF4-FFF2-40B4-BE49-F238E27FC236}">
                <a16:creationId xmlns:a16="http://schemas.microsoft.com/office/drawing/2014/main" id="{20B52243-B80A-3445-8806-0BE94A96B286}"/>
              </a:ext>
            </a:extLst>
          </p:cNvPr>
          <p:cNvSpPr/>
          <p:nvPr userDrawn="1"/>
        </p:nvSpPr>
        <p:spPr>
          <a:xfrm rot="10800000">
            <a:off x="-26938" y="-20387"/>
            <a:ext cx="5402774" cy="6014786"/>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 name="connsiteX0" fmla="*/ 2921000 w 5359400"/>
              <a:gd name="connsiteY0" fmla="*/ 12700 h 6007101"/>
              <a:gd name="connsiteX1" fmla="*/ 4953000 w 5359400"/>
              <a:gd name="connsiteY1" fmla="*/ 0 h 6007101"/>
              <a:gd name="connsiteX2" fmla="*/ 5359400 w 5359400"/>
              <a:gd name="connsiteY2" fmla="*/ 6007101 h 6007101"/>
              <a:gd name="connsiteX3" fmla="*/ 0 w 5359400"/>
              <a:gd name="connsiteY3" fmla="*/ 6007101 h 6007101"/>
              <a:gd name="connsiteX4" fmla="*/ 2921000 w 5359400"/>
              <a:gd name="connsiteY4" fmla="*/ 12700 h 6007101"/>
              <a:gd name="connsiteX0" fmla="*/ 2921000 w 5384800"/>
              <a:gd name="connsiteY0" fmla="*/ 0 h 5994401"/>
              <a:gd name="connsiteX1" fmla="*/ 5384800 w 5384800"/>
              <a:gd name="connsiteY1" fmla="*/ 0 h 5994401"/>
              <a:gd name="connsiteX2" fmla="*/ 5359400 w 5384800"/>
              <a:gd name="connsiteY2" fmla="*/ 5994401 h 5994401"/>
              <a:gd name="connsiteX3" fmla="*/ 0 w 5384800"/>
              <a:gd name="connsiteY3" fmla="*/ 5994401 h 5994401"/>
              <a:gd name="connsiteX4" fmla="*/ 2921000 w 5384800"/>
              <a:gd name="connsiteY4" fmla="*/ 0 h 5994401"/>
              <a:gd name="connsiteX0" fmla="*/ 2921000 w 5384800"/>
              <a:gd name="connsiteY0" fmla="*/ 0 h 6002085"/>
              <a:gd name="connsiteX1" fmla="*/ 5384800 w 5384800"/>
              <a:gd name="connsiteY1" fmla="*/ 0 h 6002085"/>
              <a:gd name="connsiteX2" fmla="*/ 5305612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899735 w 5384800"/>
              <a:gd name="connsiteY0" fmla="*/ 7074 h 6002085"/>
              <a:gd name="connsiteX1" fmla="*/ 5384800 w 5384800"/>
              <a:gd name="connsiteY1" fmla="*/ 0 h 6002085"/>
              <a:gd name="connsiteX2" fmla="*/ 5374768 w 5384800"/>
              <a:gd name="connsiteY2" fmla="*/ 6002085 h 6002085"/>
              <a:gd name="connsiteX3" fmla="*/ 0 w 5384800"/>
              <a:gd name="connsiteY3" fmla="*/ 5994401 h 6002085"/>
              <a:gd name="connsiteX4" fmla="*/ 2899735 w 5384800"/>
              <a:gd name="connsiteY4" fmla="*/ 7074 h 6002085"/>
              <a:gd name="connsiteX0" fmla="*/ 2899735 w 5391888"/>
              <a:gd name="connsiteY0" fmla="*/ 7074 h 6002085"/>
              <a:gd name="connsiteX1" fmla="*/ 5391888 w 5391888"/>
              <a:gd name="connsiteY1" fmla="*/ 0 h 6002085"/>
              <a:gd name="connsiteX2" fmla="*/ 5374768 w 5391888"/>
              <a:gd name="connsiteY2" fmla="*/ 6002085 h 6002085"/>
              <a:gd name="connsiteX3" fmla="*/ 0 w 5391888"/>
              <a:gd name="connsiteY3" fmla="*/ 5994401 h 6002085"/>
              <a:gd name="connsiteX4" fmla="*/ 2899735 w 5391888"/>
              <a:gd name="connsiteY4" fmla="*/ 7074 h 6002085"/>
              <a:gd name="connsiteX0" fmla="*/ 2910621 w 5402774"/>
              <a:gd name="connsiteY0" fmla="*/ 7074 h 6002085"/>
              <a:gd name="connsiteX1" fmla="*/ 5402774 w 5402774"/>
              <a:gd name="connsiteY1" fmla="*/ 0 h 6002085"/>
              <a:gd name="connsiteX2" fmla="*/ 5385654 w 5402774"/>
              <a:gd name="connsiteY2" fmla="*/ 6002085 h 6002085"/>
              <a:gd name="connsiteX3" fmla="*/ 0 w 5402774"/>
              <a:gd name="connsiteY3" fmla="*/ 5983539 h 6002085"/>
              <a:gd name="connsiteX4" fmla="*/ 2910621 w 5402774"/>
              <a:gd name="connsiteY4" fmla="*/ 7074 h 600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2774" h="6002085">
                <a:moveTo>
                  <a:pt x="2910621" y="7074"/>
                </a:moveTo>
                <a:lnTo>
                  <a:pt x="5402774" y="0"/>
                </a:lnTo>
                <a:cubicBezTo>
                  <a:pt x="5397067" y="2000695"/>
                  <a:pt x="5391361" y="4001390"/>
                  <a:pt x="5385654" y="6002085"/>
                </a:cubicBezTo>
                <a:lnTo>
                  <a:pt x="0" y="5983539"/>
                </a:lnTo>
                <a:lnTo>
                  <a:pt x="2910621" y="7074"/>
                </a:lnTo>
                <a:close/>
              </a:path>
            </a:pathLst>
          </a:custGeom>
          <a:gradFill flip="none" rotWithShape="1">
            <a:gsLst>
              <a:gs pos="92697">
                <a:schemeClr val="tx2">
                  <a:lumMod val="90000"/>
                  <a:lumOff val="10000"/>
                </a:schemeClr>
              </a:gs>
              <a:gs pos="0">
                <a:schemeClr val="tx2">
                  <a:lumMod val="90000"/>
                  <a:lumOff val="10000"/>
                </a:schemeClr>
              </a:gs>
              <a:gs pos="0">
                <a:schemeClr val="tx2">
                  <a:lumMod val="90000"/>
                  <a:lumOff val="10000"/>
                </a:schemeClr>
              </a:gs>
              <a:gs pos="0">
                <a:schemeClr val="tx2">
                  <a:lumMod val="75000"/>
                  <a:lumOff val="25000"/>
                </a:schemeClr>
              </a:gs>
              <a:gs pos="0">
                <a:schemeClr val="tx1">
                  <a:lumMod val="50000"/>
                  <a:lumOff val="50000"/>
                </a:schemeClr>
              </a:gs>
            </a:gsLst>
            <a:lin ang="5400000" scaled="1"/>
            <a:tileRect/>
          </a:gra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 name="Title 1">
            <a:extLst>
              <a:ext uri="{FF2B5EF4-FFF2-40B4-BE49-F238E27FC236}">
                <a16:creationId xmlns:a16="http://schemas.microsoft.com/office/drawing/2014/main" id="{0A9964C8-A175-D7AF-3FA4-B94E39C6FA6A}"/>
              </a:ext>
            </a:extLst>
          </p:cNvPr>
          <p:cNvSpPr>
            <a:spLocks noGrp="1"/>
          </p:cNvSpPr>
          <p:nvPr>
            <p:ph type="title"/>
          </p:nvPr>
        </p:nvSpPr>
        <p:spPr>
          <a:xfrm>
            <a:off x="5177642" y="863600"/>
            <a:ext cx="6602409" cy="1325563"/>
          </a:xfrm>
        </p:spPr>
        <p:txBody>
          <a:bodyPr/>
          <a:lstStyle>
            <a:lvl1pPr algn="l">
              <a:defRPr/>
            </a:lvl1pPr>
          </a:lstStyle>
          <a:p>
            <a:r>
              <a:rPr lang="en-US"/>
              <a:t>Click to edit Master title style</a:t>
            </a:r>
            <a:endParaRPr lang="en-MY"/>
          </a:p>
        </p:txBody>
      </p:sp>
      <p:sp>
        <p:nvSpPr>
          <p:cNvPr id="7" name="Footer Placeholder 6">
            <a:extLst>
              <a:ext uri="{FF2B5EF4-FFF2-40B4-BE49-F238E27FC236}">
                <a16:creationId xmlns:a16="http://schemas.microsoft.com/office/drawing/2014/main" id="{218BB686-D3F9-1D8F-D64E-90E02ADE7149}"/>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6920BB4C-A1BB-9467-1FED-1640114B7ECB}"/>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403" name="Rectangle 402">
            <a:extLst>
              <a:ext uri="{FF2B5EF4-FFF2-40B4-BE49-F238E27FC236}">
                <a16:creationId xmlns:a16="http://schemas.microsoft.com/office/drawing/2014/main" id="{6A000B49-9D64-40CD-6D5C-B6D3C3A05783}"/>
              </a:ext>
            </a:extLst>
          </p:cNvPr>
          <p:cNvSpPr/>
          <p:nvPr userDrawn="1"/>
        </p:nvSpPr>
        <p:spPr>
          <a:xfrm rot="10800000">
            <a:off x="589750" y="-12702"/>
            <a:ext cx="4953000" cy="6007101"/>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rgbClr val="C04C4C"/>
          </a:soli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407" name="Group 406">
            <a:extLst>
              <a:ext uri="{FF2B5EF4-FFF2-40B4-BE49-F238E27FC236}">
                <a16:creationId xmlns:a16="http://schemas.microsoft.com/office/drawing/2014/main" id="{E3D9D7C3-250B-C66B-DB51-0E6C7E10BD02}"/>
              </a:ext>
            </a:extLst>
          </p:cNvPr>
          <p:cNvGrpSpPr/>
          <p:nvPr userDrawn="1"/>
        </p:nvGrpSpPr>
        <p:grpSpPr>
          <a:xfrm>
            <a:off x="1433777" y="5528221"/>
            <a:ext cx="613993" cy="75107"/>
            <a:chOff x="-1587" y="4763"/>
            <a:chExt cx="300037" cy="42862"/>
          </a:xfrm>
          <a:solidFill>
            <a:schemeClr val="bg1"/>
          </a:solidFill>
        </p:grpSpPr>
        <p:sp>
          <p:nvSpPr>
            <p:cNvPr id="408" name="Oval 13">
              <a:extLst>
                <a:ext uri="{FF2B5EF4-FFF2-40B4-BE49-F238E27FC236}">
                  <a16:creationId xmlns:a16="http://schemas.microsoft.com/office/drawing/2014/main" id="{EFF050FE-D3FD-BAE4-B33F-FCD8ABD26715}"/>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09" name="Oval 14">
              <a:extLst>
                <a:ext uri="{FF2B5EF4-FFF2-40B4-BE49-F238E27FC236}">
                  <a16:creationId xmlns:a16="http://schemas.microsoft.com/office/drawing/2014/main" id="{87630A76-4060-4BB0-EF18-A53082D0D8A0}"/>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0" name="Oval 15">
              <a:extLst>
                <a:ext uri="{FF2B5EF4-FFF2-40B4-BE49-F238E27FC236}">
                  <a16:creationId xmlns:a16="http://schemas.microsoft.com/office/drawing/2014/main" id="{46B2C827-42B9-DBEC-F22A-F17CC0C8A77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1" name="Oval 16">
              <a:extLst>
                <a:ext uri="{FF2B5EF4-FFF2-40B4-BE49-F238E27FC236}">
                  <a16:creationId xmlns:a16="http://schemas.microsoft.com/office/drawing/2014/main" id="{B59EBCEA-4042-970A-98AD-2F36CD31C175}"/>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412" name="Rectangle 402">
            <a:extLst>
              <a:ext uri="{FF2B5EF4-FFF2-40B4-BE49-F238E27FC236}">
                <a16:creationId xmlns:a16="http://schemas.microsoft.com/office/drawing/2014/main" id="{673165B6-3265-E64F-D897-23F76C1FB9DB}"/>
              </a:ext>
            </a:extLst>
          </p:cNvPr>
          <p:cNvSpPr/>
          <p:nvPr userDrawn="1"/>
        </p:nvSpPr>
        <p:spPr>
          <a:xfrm rot="10800000">
            <a:off x="2231874" y="4927332"/>
            <a:ext cx="1150304" cy="1395112"/>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Picture Placeholder 2">
            <a:extLst>
              <a:ext uri="{FF2B5EF4-FFF2-40B4-BE49-F238E27FC236}">
                <a16:creationId xmlns:a16="http://schemas.microsoft.com/office/drawing/2014/main" id="{ED6BC3D2-2522-41DF-7A30-2E8260076555}"/>
              </a:ext>
            </a:extLst>
          </p:cNvPr>
          <p:cNvSpPr>
            <a:spLocks noGrp="1"/>
          </p:cNvSpPr>
          <p:nvPr>
            <p:ph type="pic" sz="quarter" idx="13"/>
          </p:nvPr>
        </p:nvSpPr>
        <p:spPr>
          <a:xfrm>
            <a:off x="68665" y="921703"/>
            <a:ext cx="4459468" cy="4278630"/>
          </a:xfrm>
          <a:custGeom>
            <a:avLst/>
            <a:gdLst>
              <a:gd name="connsiteX0" fmla="*/ 0 w 2905125"/>
              <a:gd name="connsiteY0" fmla="*/ 4278630 h 4278630"/>
              <a:gd name="connsiteX1" fmla="*/ 1053834 w 2905125"/>
              <a:gd name="connsiteY1" fmla="*/ 0 h 4278630"/>
              <a:gd name="connsiteX2" fmla="*/ 2905125 w 2905125"/>
              <a:gd name="connsiteY2" fmla="*/ 0 h 4278630"/>
              <a:gd name="connsiteX3" fmla="*/ 1851291 w 2905125"/>
              <a:gd name="connsiteY3" fmla="*/ 4278630 h 4278630"/>
              <a:gd name="connsiteX4" fmla="*/ 0 w 2905125"/>
              <a:gd name="connsiteY4" fmla="*/ 4278630 h 4278630"/>
              <a:gd name="connsiteX0" fmla="*/ 0 w 4065185"/>
              <a:gd name="connsiteY0" fmla="*/ 4278630 h 4278630"/>
              <a:gd name="connsiteX1" fmla="*/ 2213894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2432510 w 4065185"/>
              <a:gd name="connsiteY3" fmla="*/ 4270241 h 4278630"/>
              <a:gd name="connsiteX4" fmla="*/ 0 w 4065185"/>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375578"/>
              <a:gd name="connsiteY0" fmla="*/ 4278630 h 4278630"/>
              <a:gd name="connsiteX1" fmla="*/ 997490 w 4375578"/>
              <a:gd name="connsiteY1" fmla="*/ 0 h 4278630"/>
              <a:gd name="connsiteX2" fmla="*/ 4375578 w 4375578"/>
              <a:gd name="connsiteY2" fmla="*/ 8389 h 4278630"/>
              <a:gd name="connsiteX3" fmla="*/ 2432510 w 4375578"/>
              <a:gd name="connsiteY3" fmla="*/ 4270241 h 4278630"/>
              <a:gd name="connsiteX4" fmla="*/ 0 w 4375578"/>
              <a:gd name="connsiteY4" fmla="*/ 4278630 h 4278630"/>
              <a:gd name="connsiteX0" fmla="*/ 0 w 4459468"/>
              <a:gd name="connsiteY0" fmla="*/ 4278630 h 4278630"/>
              <a:gd name="connsiteX1" fmla="*/ 997490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 name="connsiteX0" fmla="*/ 0 w 4459468"/>
              <a:gd name="connsiteY0" fmla="*/ 4278630 h 4278630"/>
              <a:gd name="connsiteX1" fmla="*/ 2130004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9468" h="4278630">
                <a:moveTo>
                  <a:pt x="0" y="4278630"/>
                </a:moveTo>
                <a:lnTo>
                  <a:pt x="2130004" y="0"/>
                </a:lnTo>
                <a:lnTo>
                  <a:pt x="4459468" y="0"/>
                </a:lnTo>
                <a:lnTo>
                  <a:pt x="2432510" y="4270241"/>
                </a:lnTo>
                <a:lnTo>
                  <a:pt x="0" y="4278630"/>
                </a:lnTo>
                <a:close/>
              </a:path>
            </a:pathLst>
          </a:custGeom>
        </p:spPr>
        <p:txBody>
          <a:bodyPr/>
          <a:lstStyle/>
          <a:p>
            <a:endParaRPr lang="en-MY"/>
          </a:p>
        </p:txBody>
      </p:sp>
      <p:pic>
        <p:nvPicPr>
          <p:cNvPr id="15" name="Picture 14" descr="Logo&#10;&#10;Description automatically generated">
            <a:extLst>
              <a:ext uri="{FF2B5EF4-FFF2-40B4-BE49-F238E27FC236}">
                <a16:creationId xmlns:a16="http://schemas.microsoft.com/office/drawing/2014/main" id="{12B52E9B-EBD9-59E5-FD4A-F852C1B6F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66664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_layout_01">
    <p:bg>
      <p:bgPr>
        <a:solidFill>
          <a:srgbClr val="C04C4C"/>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7D312-FCF4-DE33-A475-5EF12430433B}"/>
              </a:ext>
            </a:extLst>
          </p:cNvPr>
          <p:cNvSpPr>
            <a:spLocks noGrp="1"/>
          </p:cNvSpPr>
          <p:nvPr>
            <p:ph type="ftr" sz="quarter" idx="10"/>
          </p:nvPr>
        </p:nvSpPr>
        <p:spPr/>
        <p:txBody>
          <a:bodyPr/>
          <a:lstStyle/>
          <a:p>
            <a:endParaRPr lang="en-MY" dirty="0"/>
          </a:p>
        </p:txBody>
      </p:sp>
      <p:sp>
        <p:nvSpPr>
          <p:cNvPr id="4" name="Slide Number Placeholder 3">
            <a:extLst>
              <a:ext uri="{FF2B5EF4-FFF2-40B4-BE49-F238E27FC236}">
                <a16:creationId xmlns:a16="http://schemas.microsoft.com/office/drawing/2014/main" id="{D2C172CD-6881-B6F2-739F-2CB7D2B50239}"/>
              </a:ext>
            </a:extLst>
          </p:cNvPr>
          <p:cNvSpPr>
            <a:spLocks noGrp="1"/>
          </p:cNvSpPr>
          <p:nvPr>
            <p:ph type="sldNum" sz="quarter" idx="11"/>
          </p:nvPr>
        </p:nvSpPr>
        <p:spPr/>
        <p:txBody>
          <a:bodyPr/>
          <a:lstStyle/>
          <a:p>
            <a:fld id="{7737D3DD-0AB3-4F16-99FA-6262B2B4036D}" type="slidenum">
              <a:rPr lang="en-MY" smtClean="0"/>
              <a:pPr/>
              <a:t>‹#›</a:t>
            </a:fld>
            <a:endParaRPr lang="en-MY" dirty="0"/>
          </a:p>
        </p:txBody>
      </p:sp>
      <p:sp>
        <p:nvSpPr>
          <p:cNvPr id="5" name="Rectangle 4">
            <a:extLst>
              <a:ext uri="{FF2B5EF4-FFF2-40B4-BE49-F238E27FC236}">
                <a16:creationId xmlns:a16="http://schemas.microsoft.com/office/drawing/2014/main" id="{0569989E-F336-675A-C17F-6BEC4980C6E2}"/>
              </a:ext>
            </a:extLst>
          </p:cNvPr>
          <p:cNvSpPr/>
          <p:nvPr userDrawn="1"/>
        </p:nvSpPr>
        <p:spPr>
          <a:xfrm>
            <a:off x="0" y="-1"/>
            <a:ext cx="12192000" cy="685800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6">
            <a:extLst>
              <a:ext uri="{FF2B5EF4-FFF2-40B4-BE49-F238E27FC236}">
                <a16:creationId xmlns:a16="http://schemas.microsoft.com/office/drawing/2014/main" id="{A2B09A61-C8B8-77A3-B50F-C473B78F17E2}"/>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9" name="Freeform 88">
            <a:extLst>
              <a:ext uri="{FF2B5EF4-FFF2-40B4-BE49-F238E27FC236}">
                <a16:creationId xmlns:a16="http://schemas.microsoft.com/office/drawing/2014/main" id="{B895953F-CAF8-92F3-1EC5-F97B90F9D599}"/>
              </a:ext>
            </a:extLst>
          </p:cNvPr>
          <p:cNvSpPr>
            <a:spLocks noEditPoints="1"/>
          </p:cNvSpPr>
          <p:nvPr userDrawn="1"/>
        </p:nvSpPr>
        <p:spPr bwMode="auto">
          <a:xfrm rot="13500000">
            <a:off x="8565369" y="-3309433"/>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8">
            <a:extLst>
              <a:ext uri="{FF2B5EF4-FFF2-40B4-BE49-F238E27FC236}">
                <a16:creationId xmlns:a16="http://schemas.microsoft.com/office/drawing/2014/main" id="{063183E8-ED2B-748E-7754-13955CBFDBE0}"/>
              </a:ext>
            </a:extLst>
          </p:cNvPr>
          <p:cNvSpPr>
            <a:spLocks noEditPoints="1"/>
          </p:cNvSpPr>
          <p:nvPr userDrawn="1"/>
        </p:nvSpPr>
        <p:spPr bwMode="auto">
          <a:xfrm rot="1408779">
            <a:off x="6843673" y="-624848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2">
            <a:extLst>
              <a:ext uri="{FF2B5EF4-FFF2-40B4-BE49-F238E27FC236}">
                <a16:creationId xmlns:a16="http://schemas.microsoft.com/office/drawing/2014/main" id="{070865CC-7406-8BF6-F1B8-F40A463E721C}"/>
              </a:ext>
            </a:extLst>
          </p:cNvPr>
          <p:cNvSpPr>
            <a:spLocks noGrp="1"/>
          </p:cNvSpPr>
          <p:nvPr>
            <p:ph type="pic" sz="quarter" idx="13"/>
          </p:nvPr>
        </p:nvSpPr>
        <p:spPr>
          <a:xfrm>
            <a:off x="-109538" y="-83942"/>
            <a:ext cx="7441671" cy="709379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5206987"/>
              <a:gd name="connsiteY0" fmla="*/ 971550 h 5250180"/>
              <a:gd name="connsiteX1" fmla="*/ 5206987 w 5206987"/>
              <a:gd name="connsiteY1" fmla="*/ 0 h 5250180"/>
              <a:gd name="connsiteX2" fmla="*/ 2905125 w 5206987"/>
              <a:gd name="connsiteY2" fmla="*/ 1827226 h 5250180"/>
              <a:gd name="connsiteX3" fmla="*/ 2905125 w 5206987"/>
              <a:gd name="connsiteY3" fmla="*/ 5250180 h 5250180"/>
              <a:gd name="connsiteX4" fmla="*/ 0 w 5206987"/>
              <a:gd name="connsiteY4" fmla="*/ 5250180 h 5250180"/>
              <a:gd name="connsiteX5" fmla="*/ 0 w 5206987"/>
              <a:gd name="connsiteY5" fmla="*/ 971550 h 5250180"/>
              <a:gd name="connsiteX0" fmla="*/ 0 w 5206987"/>
              <a:gd name="connsiteY0" fmla="*/ 971550 h 6827851"/>
              <a:gd name="connsiteX1" fmla="*/ 5206987 w 5206987"/>
              <a:gd name="connsiteY1" fmla="*/ 0 h 6827851"/>
              <a:gd name="connsiteX2" fmla="*/ 3405188 w 5206987"/>
              <a:gd name="connsiteY2" fmla="*/ 6827851 h 6827851"/>
              <a:gd name="connsiteX3" fmla="*/ 2905125 w 5206987"/>
              <a:gd name="connsiteY3" fmla="*/ 5250180 h 6827851"/>
              <a:gd name="connsiteX4" fmla="*/ 0 w 5206987"/>
              <a:gd name="connsiteY4" fmla="*/ 5250180 h 6827851"/>
              <a:gd name="connsiteX5" fmla="*/ 0 w 5206987"/>
              <a:gd name="connsiteY5" fmla="*/ 971550 h 6827851"/>
              <a:gd name="connsiteX0" fmla="*/ 1323975 w 6530962"/>
              <a:gd name="connsiteY0" fmla="*/ 971550 h 6950393"/>
              <a:gd name="connsiteX1" fmla="*/ 6530962 w 6530962"/>
              <a:gd name="connsiteY1" fmla="*/ 0 h 6950393"/>
              <a:gd name="connsiteX2" fmla="*/ 4729163 w 6530962"/>
              <a:gd name="connsiteY2" fmla="*/ 6827851 h 6950393"/>
              <a:gd name="connsiteX3" fmla="*/ 0 w 6530962"/>
              <a:gd name="connsiteY3" fmla="*/ 6950393 h 6950393"/>
              <a:gd name="connsiteX4" fmla="*/ 1323975 w 6530962"/>
              <a:gd name="connsiteY4" fmla="*/ 5250180 h 6950393"/>
              <a:gd name="connsiteX5" fmla="*/ 1323975 w 6530962"/>
              <a:gd name="connsiteY5" fmla="*/ 971550 h 6950393"/>
              <a:gd name="connsiteX0" fmla="*/ 1323975 w 6530962"/>
              <a:gd name="connsiteY0" fmla="*/ 971550 h 7127888"/>
              <a:gd name="connsiteX1" fmla="*/ 6530962 w 6530962"/>
              <a:gd name="connsiteY1" fmla="*/ 0 h 7127888"/>
              <a:gd name="connsiteX2" fmla="*/ 5386388 w 6530962"/>
              <a:gd name="connsiteY2" fmla="*/ 7127888 h 7127888"/>
              <a:gd name="connsiteX3" fmla="*/ 0 w 6530962"/>
              <a:gd name="connsiteY3" fmla="*/ 6950393 h 7127888"/>
              <a:gd name="connsiteX4" fmla="*/ 1323975 w 6530962"/>
              <a:gd name="connsiteY4" fmla="*/ 5250180 h 7127888"/>
              <a:gd name="connsiteX5" fmla="*/ 1323975 w 6530962"/>
              <a:gd name="connsiteY5" fmla="*/ 971550 h 7127888"/>
              <a:gd name="connsiteX0" fmla="*/ 1323975 w 6530962"/>
              <a:gd name="connsiteY0" fmla="*/ 971550 h 7013588"/>
              <a:gd name="connsiteX1" fmla="*/ 6530962 w 6530962"/>
              <a:gd name="connsiteY1" fmla="*/ 0 h 7013588"/>
              <a:gd name="connsiteX2" fmla="*/ 5514976 w 6530962"/>
              <a:gd name="connsiteY2" fmla="*/ 7013588 h 7013588"/>
              <a:gd name="connsiteX3" fmla="*/ 0 w 6530962"/>
              <a:gd name="connsiteY3" fmla="*/ 6950393 h 7013588"/>
              <a:gd name="connsiteX4" fmla="*/ 1323975 w 6530962"/>
              <a:gd name="connsiteY4" fmla="*/ 5250180 h 7013588"/>
              <a:gd name="connsiteX5" fmla="*/ 1323975 w 6530962"/>
              <a:gd name="connsiteY5" fmla="*/ 971550 h 7013588"/>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2424113 w 6545250"/>
              <a:gd name="connsiteY0" fmla="*/ 0 h 7078982"/>
              <a:gd name="connsiteX1" fmla="*/ 6545250 w 6545250"/>
              <a:gd name="connsiteY1" fmla="*/ 28576 h 7078982"/>
              <a:gd name="connsiteX2" fmla="*/ 5529264 w 6545250"/>
              <a:gd name="connsiteY2" fmla="*/ 7042164 h 7078982"/>
              <a:gd name="connsiteX3" fmla="*/ 0 w 6545250"/>
              <a:gd name="connsiteY3" fmla="*/ 7078982 h 7078982"/>
              <a:gd name="connsiteX4" fmla="*/ 1338263 w 6545250"/>
              <a:gd name="connsiteY4" fmla="*/ 5278756 h 7078982"/>
              <a:gd name="connsiteX5" fmla="*/ 2424113 w 6545250"/>
              <a:gd name="connsiteY5" fmla="*/ 0 h 7078982"/>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1338263 w 7045312"/>
              <a:gd name="connsiteY4" fmla="*/ 5307330 h 7107556"/>
              <a:gd name="connsiteX5" fmla="*/ 2424113 w 7045312"/>
              <a:gd name="connsiteY5"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8090341"/>
              <a:gd name="connsiteY0" fmla="*/ 16698 h 7095680"/>
              <a:gd name="connsiteX1" fmla="*/ 8090341 w 8090341"/>
              <a:gd name="connsiteY1" fmla="*/ 0 h 7095680"/>
              <a:gd name="connsiteX2" fmla="*/ 5529264 w 8090341"/>
              <a:gd name="connsiteY2" fmla="*/ 7058862 h 7095680"/>
              <a:gd name="connsiteX3" fmla="*/ 0 w 8090341"/>
              <a:gd name="connsiteY3" fmla="*/ 7095680 h 7095680"/>
              <a:gd name="connsiteX4" fmla="*/ 2424113 w 8090341"/>
              <a:gd name="connsiteY4" fmla="*/ 16698 h 7095680"/>
              <a:gd name="connsiteX0" fmla="*/ 2424113 w 8173468"/>
              <a:gd name="connsiteY0" fmla="*/ 0 h 7078982"/>
              <a:gd name="connsiteX1" fmla="*/ 8173468 w 8173468"/>
              <a:gd name="connsiteY1" fmla="*/ 18928 h 7078982"/>
              <a:gd name="connsiteX2" fmla="*/ 5529264 w 8173468"/>
              <a:gd name="connsiteY2" fmla="*/ 7042164 h 7078982"/>
              <a:gd name="connsiteX3" fmla="*/ 0 w 8173468"/>
              <a:gd name="connsiteY3" fmla="*/ 7078982 h 7078982"/>
              <a:gd name="connsiteX4" fmla="*/ 2424113 w 8173468"/>
              <a:gd name="connsiteY4" fmla="*/ 0 h 7078982"/>
              <a:gd name="connsiteX0" fmla="*/ 2424113 w 8173468"/>
              <a:gd name="connsiteY0" fmla="*/ 16698 h 7095680"/>
              <a:gd name="connsiteX1" fmla="*/ 8173468 w 8173468"/>
              <a:gd name="connsiteY1" fmla="*/ 0 h 7095680"/>
              <a:gd name="connsiteX2" fmla="*/ 5529264 w 8173468"/>
              <a:gd name="connsiteY2" fmla="*/ 7058862 h 7095680"/>
              <a:gd name="connsiteX3" fmla="*/ 0 w 8173468"/>
              <a:gd name="connsiteY3" fmla="*/ 7095680 h 7095680"/>
              <a:gd name="connsiteX4" fmla="*/ 2424113 w 8173468"/>
              <a:gd name="connsiteY4" fmla="*/ 16698 h 7095680"/>
              <a:gd name="connsiteX0" fmla="*/ 2424113 w 8173468"/>
              <a:gd name="connsiteY0" fmla="*/ 28574 h 7107556"/>
              <a:gd name="connsiteX1" fmla="*/ 8173468 w 8173468"/>
              <a:gd name="connsiteY1" fmla="*/ 0 h 7107556"/>
              <a:gd name="connsiteX2" fmla="*/ 5529264 w 8173468"/>
              <a:gd name="connsiteY2" fmla="*/ 7070738 h 7107556"/>
              <a:gd name="connsiteX3" fmla="*/ 0 w 8173468"/>
              <a:gd name="connsiteY3" fmla="*/ 7107556 h 7107556"/>
              <a:gd name="connsiteX4" fmla="*/ 2424113 w 8173468"/>
              <a:gd name="connsiteY4" fmla="*/ 28574 h 7107556"/>
              <a:gd name="connsiteX0" fmla="*/ 2424113 w 8204204"/>
              <a:gd name="connsiteY0" fmla="*/ 28574 h 7107556"/>
              <a:gd name="connsiteX1" fmla="*/ 8204204 w 8204204"/>
              <a:gd name="connsiteY1" fmla="*/ 0 h 7107556"/>
              <a:gd name="connsiteX2" fmla="*/ 5529264 w 8204204"/>
              <a:gd name="connsiteY2" fmla="*/ 7070738 h 7107556"/>
              <a:gd name="connsiteX3" fmla="*/ 0 w 8204204"/>
              <a:gd name="connsiteY3" fmla="*/ 7107556 h 7107556"/>
              <a:gd name="connsiteX4" fmla="*/ 2424113 w 8204204"/>
              <a:gd name="connsiteY4" fmla="*/ 28574 h 7107556"/>
              <a:gd name="connsiteX0" fmla="*/ 2424113 w 8219573"/>
              <a:gd name="connsiteY0" fmla="*/ 28574 h 7107556"/>
              <a:gd name="connsiteX1" fmla="*/ 8219573 w 8219573"/>
              <a:gd name="connsiteY1" fmla="*/ 0 h 7107556"/>
              <a:gd name="connsiteX2" fmla="*/ 5529264 w 8219573"/>
              <a:gd name="connsiteY2" fmla="*/ 7070738 h 7107556"/>
              <a:gd name="connsiteX3" fmla="*/ 0 w 8219573"/>
              <a:gd name="connsiteY3" fmla="*/ 7107556 h 7107556"/>
              <a:gd name="connsiteX4" fmla="*/ 2424113 w 8219573"/>
              <a:gd name="connsiteY4" fmla="*/ 28574 h 7107556"/>
              <a:gd name="connsiteX0" fmla="*/ 2424113 w 8265677"/>
              <a:gd name="connsiteY0" fmla="*/ 20889 h 7099871"/>
              <a:gd name="connsiteX1" fmla="*/ 8265677 w 8265677"/>
              <a:gd name="connsiteY1" fmla="*/ 0 h 7099871"/>
              <a:gd name="connsiteX2" fmla="*/ 5529264 w 8265677"/>
              <a:gd name="connsiteY2" fmla="*/ 7063053 h 7099871"/>
              <a:gd name="connsiteX3" fmla="*/ 0 w 8265677"/>
              <a:gd name="connsiteY3" fmla="*/ 7099871 h 7099871"/>
              <a:gd name="connsiteX4" fmla="*/ 2424113 w 8265677"/>
              <a:gd name="connsiteY4" fmla="*/ 20889 h 7099871"/>
              <a:gd name="connsiteX0" fmla="*/ 2424113 w 8288729"/>
              <a:gd name="connsiteY0" fmla="*/ 20889 h 7099871"/>
              <a:gd name="connsiteX1" fmla="*/ 8288729 w 8288729"/>
              <a:gd name="connsiteY1" fmla="*/ 0 h 7099871"/>
              <a:gd name="connsiteX2" fmla="*/ 5529264 w 8288729"/>
              <a:gd name="connsiteY2" fmla="*/ 7063053 h 7099871"/>
              <a:gd name="connsiteX3" fmla="*/ 0 w 8288729"/>
              <a:gd name="connsiteY3" fmla="*/ 7099871 h 7099871"/>
              <a:gd name="connsiteX4" fmla="*/ 2424113 w 8288729"/>
              <a:gd name="connsiteY4" fmla="*/ 20889 h 7099871"/>
              <a:gd name="connsiteX0" fmla="*/ 2424113 w 8319465"/>
              <a:gd name="connsiteY0" fmla="*/ 5521 h 7084503"/>
              <a:gd name="connsiteX1" fmla="*/ 8319465 w 8319465"/>
              <a:gd name="connsiteY1" fmla="*/ 0 h 7084503"/>
              <a:gd name="connsiteX2" fmla="*/ 5529264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4463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8305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2147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9831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2136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3673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5978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93790"/>
              <a:gd name="connsiteX1" fmla="*/ 8319465 w 8319465"/>
              <a:gd name="connsiteY1" fmla="*/ 0 h 7093790"/>
              <a:gd name="connsiteX2" fmla="*/ 5782837 w 8319465"/>
              <a:gd name="connsiteY2" fmla="*/ 7093790 h 7093790"/>
              <a:gd name="connsiteX3" fmla="*/ 0 w 8319465"/>
              <a:gd name="connsiteY3" fmla="*/ 7084503 h 7093790"/>
              <a:gd name="connsiteX4" fmla="*/ 2424113 w 8319465"/>
              <a:gd name="connsiteY4" fmla="*/ 5521 h 7093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465" h="7093790">
                <a:moveTo>
                  <a:pt x="2424113" y="5521"/>
                </a:moveTo>
                <a:lnTo>
                  <a:pt x="8319465" y="0"/>
                </a:lnTo>
                <a:lnTo>
                  <a:pt x="5782837" y="7093790"/>
                </a:lnTo>
                <a:lnTo>
                  <a:pt x="0" y="7084503"/>
                </a:lnTo>
                <a:lnTo>
                  <a:pt x="2424113" y="5521"/>
                </a:lnTo>
                <a:close/>
              </a:path>
            </a:pathLst>
          </a:custGeom>
        </p:spPr>
        <p:txBody>
          <a:bodyPr/>
          <a:lstStyle/>
          <a:p>
            <a:endParaRPr lang="en-MY"/>
          </a:p>
        </p:txBody>
      </p:sp>
    </p:spTree>
    <p:extLst>
      <p:ext uri="{BB962C8B-B14F-4D97-AF65-F5344CB8AC3E}">
        <p14:creationId xmlns:p14="http://schemas.microsoft.com/office/powerpoint/2010/main" val="378575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Rectangle 4">
            <a:extLst>
              <a:ext uri="{FF2B5EF4-FFF2-40B4-BE49-F238E27FC236}">
                <a16:creationId xmlns:a16="http://schemas.microsoft.com/office/drawing/2014/main" id="{221C01C2-421D-6D47-A4A6-F3FBD49FCCD9}"/>
              </a:ext>
            </a:extLst>
          </p:cNvPr>
          <p:cNvSpPr/>
          <p:nvPr userDrawn="1"/>
        </p:nvSpPr>
        <p:spPr>
          <a:xfrm rot="10800000">
            <a:off x="120965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0BD78213-2FB4-C549-781F-4073598A4AE7}"/>
              </a:ext>
            </a:extLst>
          </p:cNvPr>
          <p:cNvSpPr/>
          <p:nvPr userDrawn="1"/>
        </p:nvSpPr>
        <p:spPr>
          <a:xfrm rot="10800000">
            <a:off x="120967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EF466068-AD20-659C-746B-81BEE50E9ADA}"/>
              </a:ext>
            </a:extLst>
          </p:cNvPr>
          <p:cNvSpPr/>
          <p:nvPr userDrawn="1"/>
        </p:nvSpPr>
        <p:spPr>
          <a:xfrm rot="10800000">
            <a:off x="120965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5" name="Diagonal Stripe 14">
            <a:extLst>
              <a:ext uri="{FF2B5EF4-FFF2-40B4-BE49-F238E27FC236}">
                <a16:creationId xmlns:a16="http://schemas.microsoft.com/office/drawing/2014/main" id="{D82BA350-C437-1B6C-0082-CD7CF0CE547D}"/>
              </a:ext>
            </a:extLst>
          </p:cNvPr>
          <p:cNvSpPr/>
          <p:nvPr userDrawn="1"/>
        </p:nvSpPr>
        <p:spPr>
          <a:xfrm>
            <a:off x="0" y="0"/>
            <a:ext cx="5606143" cy="6858000"/>
          </a:xfrm>
          <a:prstGeom prst="diagStripe">
            <a:avLst/>
          </a:prstGeom>
          <a:solidFill>
            <a:schemeClr val="bg1">
              <a:lumMod val="75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spTree>
    <p:extLst>
      <p:ext uri="{BB962C8B-B14F-4D97-AF65-F5344CB8AC3E}">
        <p14:creationId xmlns:p14="http://schemas.microsoft.com/office/powerpoint/2010/main" val="98221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7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A71898-202E-A9B0-5802-EB291E6E6BDA}"/>
              </a:ext>
            </a:extLst>
          </p:cNvPr>
          <p:cNvSpPr>
            <a:spLocks noGrp="1"/>
          </p:cNvSpPr>
          <p:nvPr>
            <p:ph type="title"/>
          </p:nvPr>
        </p:nvSpPr>
        <p:spPr>
          <a:xfrm>
            <a:off x="838200" y="336550"/>
            <a:ext cx="10515600" cy="1325563"/>
          </a:xfrm>
          <a:prstGeom prst="rect">
            <a:avLst/>
          </a:prstGeom>
        </p:spPr>
        <p:txBody>
          <a:bodyPr vert="horz" lIns="91440" tIns="45720" rIns="91440" bIns="45720" rtlCol="0" anchor="ctr">
            <a:normAutofit/>
          </a:bodyPr>
          <a:lstStyle/>
          <a:p>
            <a:r>
              <a:rPr lang="en-US" dirty="0"/>
              <a:t>Click to edit Master title style</a:t>
            </a:r>
            <a:endParaRPr lang="en-MY" dirty="0"/>
          </a:p>
        </p:txBody>
      </p:sp>
      <p:sp>
        <p:nvSpPr>
          <p:cNvPr id="3" name="Text Placeholder 2">
            <a:extLst>
              <a:ext uri="{FF2B5EF4-FFF2-40B4-BE49-F238E27FC236}">
                <a16:creationId xmlns:a16="http://schemas.microsoft.com/office/drawing/2014/main" id="{7E086769-6690-B393-F5E4-DCECFF419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55DC639E-4B25-1826-B194-296A678A915A}"/>
              </a:ext>
            </a:extLst>
          </p:cNvPr>
          <p:cNvSpPr>
            <a:spLocks noGrp="1"/>
          </p:cNvSpPr>
          <p:nvPr>
            <p:ph type="ftr" sz="quarter" idx="3"/>
          </p:nvPr>
        </p:nvSpPr>
        <p:spPr>
          <a:xfrm>
            <a:off x="186887" y="644403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dirty="0"/>
          </a:p>
        </p:txBody>
      </p:sp>
      <p:sp>
        <p:nvSpPr>
          <p:cNvPr id="9" name="Freeform: Shape 8">
            <a:extLst>
              <a:ext uri="{FF2B5EF4-FFF2-40B4-BE49-F238E27FC236}">
                <a16:creationId xmlns:a16="http://schemas.microsoft.com/office/drawing/2014/main" id="{F6E48471-839B-1190-2A8F-CDE90D81E453}"/>
              </a:ext>
            </a:extLst>
          </p:cNvPr>
          <p:cNvSpPr/>
          <p:nvPr userDrawn="1"/>
        </p:nvSpPr>
        <p:spPr>
          <a:xfrm>
            <a:off x="5553075" y="6413500"/>
            <a:ext cx="1085850" cy="444500"/>
          </a:xfrm>
          <a:custGeom>
            <a:avLst/>
            <a:gdLst>
              <a:gd name="connsiteX0" fmla="*/ 550981 w 2344943"/>
              <a:gd name="connsiteY0" fmla="*/ 0 h 407428"/>
              <a:gd name="connsiteX1" fmla="*/ 940996 w 2344943"/>
              <a:gd name="connsiteY1" fmla="*/ 0 h 407428"/>
              <a:gd name="connsiteX2" fmla="*/ 1403945 w 2344943"/>
              <a:gd name="connsiteY2" fmla="*/ 0 h 407428"/>
              <a:gd name="connsiteX3" fmla="*/ 1793961 w 2344943"/>
              <a:gd name="connsiteY3" fmla="*/ 0 h 407428"/>
              <a:gd name="connsiteX4" fmla="*/ 2288061 w 2344943"/>
              <a:gd name="connsiteY4" fmla="*/ 355358 h 407428"/>
              <a:gd name="connsiteX5" fmla="*/ 2344943 w 2344943"/>
              <a:gd name="connsiteY5" fmla="*/ 407428 h 407428"/>
              <a:gd name="connsiteX6" fmla="*/ 0 w 2344943"/>
              <a:gd name="connsiteY6" fmla="*/ 407428 h 407428"/>
              <a:gd name="connsiteX7" fmla="*/ 56882 w 2344943"/>
              <a:gd name="connsiteY7" fmla="*/ 355358 h 407428"/>
              <a:gd name="connsiteX8" fmla="*/ 550981 w 2344943"/>
              <a:gd name="connsiteY8" fmla="*/ 0 h 40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43" h="407428">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9B71315-3089-4F92-F4F2-BBC69C1FAA52}"/>
              </a:ext>
            </a:extLst>
          </p:cNvPr>
          <p:cNvSpPr>
            <a:spLocks noGrp="1"/>
          </p:cNvSpPr>
          <p:nvPr>
            <p:ph type="sldNum" sz="quarter" idx="4"/>
          </p:nvPr>
        </p:nvSpPr>
        <p:spPr>
          <a:xfrm>
            <a:off x="4718816" y="6433021"/>
            <a:ext cx="27432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fld id="{7737D3DD-0AB3-4F16-99FA-6262B2B4036D}" type="slidenum">
              <a:rPr lang="en-MY" smtClean="0"/>
              <a:pPr/>
              <a:t>‹#›</a:t>
            </a:fld>
            <a:endParaRPr lang="en-MY" dirty="0"/>
          </a:p>
        </p:txBody>
      </p:sp>
    </p:spTree>
    <p:extLst>
      <p:ext uri="{BB962C8B-B14F-4D97-AF65-F5344CB8AC3E}">
        <p14:creationId xmlns:p14="http://schemas.microsoft.com/office/powerpoint/2010/main" val="2158109776"/>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49" r:id="rId3"/>
    <p:sldLayoutId id="2147483654" r:id="rId4"/>
    <p:sldLayoutId id="2147483650" r:id="rId5"/>
    <p:sldLayoutId id="2147483651" r:id="rId6"/>
    <p:sldLayoutId id="2147483652" r:id="rId7"/>
    <p:sldLayoutId id="2147483659" r:id="rId8"/>
    <p:sldLayoutId id="2147483665" r:id="rId9"/>
    <p:sldLayoutId id="2147483666" r:id="rId10"/>
    <p:sldLayoutId id="2147483653" r:id="rId11"/>
    <p:sldLayoutId id="2147483655" r:id="rId12"/>
    <p:sldLayoutId id="2147483663" r:id="rId13"/>
    <p:sldLayoutId id="2147483660" r:id="rId14"/>
    <p:sldLayoutId id="2147483656" r:id="rId15"/>
    <p:sldLayoutId id="2147483657" r:id="rId16"/>
    <p:sldLayoutId id="2147483658" r:id="rId17"/>
    <p:sldLayoutId id="2147483661" r:id="rId18"/>
    <p:sldLayoutId id="2147483664" r:id="rId19"/>
  </p:sldLayoutIdLst>
  <p:hf hdr="0" ftr="0" dt="0"/>
  <p:txStyles>
    <p:title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13.xml"/><Relationship Id="rId6" Type="http://schemas.openxmlformats.org/officeDocument/2006/relationships/image" Target="../media/image9.emf"/><Relationship Id="rId5" Type="http://schemas.openxmlformats.org/officeDocument/2006/relationships/image" Target="../media/image8.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www.smartresearcher.me/phd-students-20-tools-for-qualitative-and-quantitative-research/" TargetMode="External"/><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s://www.ibm.com/products/spss-statistics" TargetMode="External"/><Relationship Id="rId7" Type="http://schemas.openxmlformats.org/officeDocument/2006/relationships/hyperlink" Target="https://www.dedoose.com/" TargetMode="External"/><Relationship Id="rId2" Type="http://schemas.openxmlformats.org/officeDocument/2006/relationships/hyperlink" Target="https://contentsquare.com/guides/quantitative-data-analysis/software/" TargetMode="External"/><Relationship Id="rId1" Type="http://schemas.openxmlformats.org/officeDocument/2006/relationships/slideLayout" Target="../slideLayouts/slideLayout13.xml"/><Relationship Id="rId6" Type="http://schemas.openxmlformats.org/officeDocument/2006/relationships/hyperlink" Target="https://www.maxqda.com/" TargetMode="External"/><Relationship Id="rId5" Type="http://schemas.openxmlformats.org/officeDocument/2006/relationships/hyperlink" Target="https://lumivero.com/products/nvivo/" TargetMode="External"/><Relationship Id="rId4" Type="http://schemas.openxmlformats.org/officeDocument/2006/relationships/hyperlink" Target="https://www.mathworks.com/products/matlab.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ww.zoho.com/analytics/data-visualization-software/bubble-chart-maker.html" TargetMode="External"/><Relationship Id="rId2" Type="http://schemas.openxmlformats.org/officeDocument/2006/relationships/image" Target="../media/image25.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hyperlink" Target="https://medium.com/peoplenerds/putting-a-finger-on-our-phone-obsession-d65734181dc7" TargetMode="External"/><Relationship Id="rId2" Type="http://schemas.openxmlformats.org/officeDocument/2006/relationships/image" Target="../media/image26.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21F6-0790-616A-8EAF-18348D7908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181100-FF79-92DD-2D59-F8730F46A416}"/>
              </a:ext>
            </a:extLst>
          </p:cNvPr>
          <p:cNvSpPr txBox="1"/>
          <p:nvPr/>
        </p:nvSpPr>
        <p:spPr>
          <a:xfrm>
            <a:off x="656092" y="1079278"/>
            <a:ext cx="6372225" cy="1938992"/>
          </a:xfrm>
          <a:prstGeom prst="rect">
            <a:avLst/>
          </a:prstGeom>
          <a:noFill/>
        </p:spPr>
        <p:txBody>
          <a:bodyPr>
            <a:spAutoFit/>
          </a:bodyPr>
          <a:lstStyle/>
          <a:p>
            <a:pPr eaLnBrk="1" fontAlgn="auto" hangingPunct="1">
              <a:spcBef>
                <a:spcPts val="0"/>
              </a:spcBef>
              <a:spcAft>
                <a:spcPts val="0"/>
              </a:spcAft>
              <a:defRPr/>
            </a:pPr>
            <a:r>
              <a:rPr lang="en-GB" sz="4000" b="1" dirty="0">
                <a:solidFill>
                  <a:srgbClr val="F2F2F2"/>
                </a:solidFill>
                <a:latin typeface="+mj-lt"/>
              </a:rPr>
              <a:t>Topic 9: Data Analysis, Interpretation and Presentation</a:t>
            </a:r>
          </a:p>
        </p:txBody>
      </p:sp>
      <p:sp>
        <p:nvSpPr>
          <p:cNvPr id="6" name="Rectangle 5">
            <a:extLst>
              <a:ext uri="{FF2B5EF4-FFF2-40B4-BE49-F238E27FC236}">
                <a16:creationId xmlns:a16="http://schemas.microsoft.com/office/drawing/2014/main" id="{8DBE485B-F0EC-0DB9-E008-2849E6E25E8D}"/>
              </a:ext>
            </a:extLst>
          </p:cNvPr>
          <p:cNvSpPr>
            <a:spLocks noChangeArrowheads="1"/>
          </p:cNvSpPr>
          <p:nvPr/>
        </p:nvSpPr>
        <p:spPr bwMode="auto">
          <a:xfrm>
            <a:off x="656092" y="3864656"/>
            <a:ext cx="5180828" cy="1530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nSpc>
                <a:spcPct val="150000"/>
              </a:lnSpc>
            </a:pPr>
            <a:r>
              <a:rPr lang="en-GB" sz="1600" b="1" dirty="0">
                <a:solidFill>
                  <a:schemeClr val="bg2"/>
                </a:solidFill>
              </a:rPr>
              <a:t>SECV2113 Human-Computer Interaction</a:t>
            </a:r>
          </a:p>
          <a:p>
            <a:pPr>
              <a:lnSpc>
                <a:spcPct val="150000"/>
              </a:lnSpc>
            </a:pPr>
            <a:endParaRPr lang="en-GB" sz="1600" b="1" dirty="0">
              <a:solidFill>
                <a:schemeClr val="bg2"/>
              </a:solidFill>
            </a:endParaRPr>
          </a:p>
          <a:p>
            <a:pPr>
              <a:lnSpc>
                <a:spcPct val="150000"/>
              </a:lnSpc>
            </a:pPr>
            <a:r>
              <a:rPr lang="en-GB" sz="1600" b="1" dirty="0">
                <a:solidFill>
                  <a:schemeClr val="bg2"/>
                </a:solidFill>
              </a:rPr>
              <a:t>Faculty of Computing</a:t>
            </a:r>
          </a:p>
          <a:p>
            <a:pPr>
              <a:lnSpc>
                <a:spcPct val="150000"/>
              </a:lnSpc>
            </a:pPr>
            <a:r>
              <a:rPr lang="en-GB" sz="1600" b="1" dirty="0" err="1">
                <a:solidFill>
                  <a:schemeClr val="bg2"/>
                </a:solidFill>
              </a:rPr>
              <a:t>Universiti</a:t>
            </a:r>
            <a:r>
              <a:rPr lang="en-GB" sz="1600" b="1" dirty="0">
                <a:solidFill>
                  <a:schemeClr val="bg2"/>
                </a:solidFill>
              </a:rPr>
              <a:t> </a:t>
            </a:r>
            <a:r>
              <a:rPr lang="en-GB" sz="1600" b="1" dirty="0" err="1">
                <a:solidFill>
                  <a:schemeClr val="bg2"/>
                </a:solidFill>
              </a:rPr>
              <a:t>Teknologi</a:t>
            </a:r>
            <a:r>
              <a:rPr lang="en-GB" sz="1600" b="1" dirty="0">
                <a:solidFill>
                  <a:schemeClr val="bg2"/>
                </a:solidFill>
              </a:rPr>
              <a:t> Malaysia</a:t>
            </a:r>
          </a:p>
        </p:txBody>
      </p:sp>
      <p:sp>
        <p:nvSpPr>
          <p:cNvPr id="2" name="Slide Number Placeholder 1">
            <a:extLst>
              <a:ext uri="{FF2B5EF4-FFF2-40B4-BE49-F238E27FC236}">
                <a16:creationId xmlns:a16="http://schemas.microsoft.com/office/drawing/2014/main" id="{341CED56-1665-8124-A721-BB53B4632B43}"/>
              </a:ext>
            </a:extLst>
          </p:cNvPr>
          <p:cNvSpPr>
            <a:spLocks noGrp="1"/>
          </p:cNvSpPr>
          <p:nvPr>
            <p:ph type="sldNum" sz="quarter" idx="11"/>
          </p:nvPr>
        </p:nvSpPr>
        <p:spPr/>
        <p:txBody>
          <a:bodyPr/>
          <a:lstStyle/>
          <a:p>
            <a:fld id="{7737D3DD-0AB3-4F16-99FA-6262B2B4036D}" type="slidenum">
              <a:rPr lang="en-GB" smtClean="0"/>
              <a:t>1</a:t>
            </a:fld>
            <a:endParaRPr lang="en-GB" dirty="0"/>
          </a:p>
        </p:txBody>
      </p:sp>
    </p:spTree>
    <p:extLst>
      <p:ext uri="{BB962C8B-B14F-4D97-AF65-F5344CB8AC3E}">
        <p14:creationId xmlns:p14="http://schemas.microsoft.com/office/powerpoint/2010/main" val="839588170"/>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E8C91-B557-0494-B48B-B34CE8853B5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EB0C21C-15D3-4C99-E326-9BA5ACFC304F}"/>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Goals</a:t>
            </a:r>
          </a:p>
        </p:txBody>
      </p:sp>
      <p:sp>
        <p:nvSpPr>
          <p:cNvPr id="24" name="Rectangle 23">
            <a:extLst>
              <a:ext uri="{FF2B5EF4-FFF2-40B4-BE49-F238E27FC236}">
                <a16:creationId xmlns:a16="http://schemas.microsoft.com/office/drawing/2014/main" id="{D7F417C7-8EC9-F316-C562-3FB20BD16490}"/>
              </a:ext>
            </a:extLst>
          </p:cNvPr>
          <p:cNvSpPr/>
          <p:nvPr/>
        </p:nvSpPr>
        <p:spPr>
          <a:xfrm>
            <a:off x="1035385" y="1300847"/>
            <a:ext cx="10110060" cy="513217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Discuss the difference between </a:t>
            </a:r>
            <a:r>
              <a:rPr lang="en-US" sz="2000" dirty="0">
                <a:solidFill>
                  <a:srgbClr val="C00000"/>
                </a:solidFill>
              </a:rPr>
              <a:t>qualitative</a:t>
            </a:r>
            <a:r>
              <a:rPr lang="en-US" sz="2000" dirty="0">
                <a:solidFill>
                  <a:schemeClr val="tx1">
                    <a:lumMod val="65000"/>
                    <a:lumOff val="35000"/>
                  </a:schemeClr>
                </a:solidFill>
              </a:rPr>
              <a:t> and </a:t>
            </a:r>
            <a:r>
              <a:rPr lang="en-US" sz="2000" dirty="0">
                <a:solidFill>
                  <a:srgbClr val="C00000"/>
                </a:solidFill>
              </a:rPr>
              <a:t>quantitative data </a:t>
            </a:r>
            <a:r>
              <a:rPr lang="en-US" sz="2000" dirty="0">
                <a:solidFill>
                  <a:schemeClr val="tx1">
                    <a:lumMod val="65000"/>
                    <a:lumOff val="35000"/>
                  </a:schemeClr>
                </a:solidFill>
              </a:rPr>
              <a:t>and </a:t>
            </a:r>
            <a:r>
              <a:rPr lang="en-US" sz="2000" dirty="0">
                <a:solidFill>
                  <a:srgbClr val="C00000"/>
                </a:solidFill>
              </a:rPr>
              <a:t>analysis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Enable you to </a:t>
            </a:r>
            <a:r>
              <a:rPr lang="en-US" sz="2000" dirty="0" err="1">
                <a:solidFill>
                  <a:schemeClr val="tx1">
                    <a:lumMod val="65000"/>
                    <a:lumOff val="35000"/>
                  </a:schemeClr>
                </a:solidFill>
              </a:rPr>
              <a:t>analyse</a:t>
            </a:r>
            <a:r>
              <a:rPr lang="en-US" sz="2000" dirty="0">
                <a:solidFill>
                  <a:schemeClr val="tx1">
                    <a:lumMod val="65000"/>
                    <a:lumOff val="35000"/>
                  </a:schemeClr>
                </a:solidFill>
              </a:rPr>
              <a:t> data gathered from: </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Questionnaires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Interviews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Observation studies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Make you aware of </a:t>
            </a:r>
            <a:r>
              <a:rPr lang="en-US" sz="2000" dirty="0">
                <a:solidFill>
                  <a:srgbClr val="C00000"/>
                </a:solidFill>
              </a:rPr>
              <a:t>software packages </a:t>
            </a:r>
            <a:r>
              <a:rPr lang="en-US" sz="2000" dirty="0">
                <a:solidFill>
                  <a:schemeClr val="tx1">
                    <a:lumMod val="65000"/>
                    <a:lumOff val="35000"/>
                  </a:schemeClr>
                </a:solidFill>
              </a:rPr>
              <a:t>that are available to help your analysis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Identify </a:t>
            </a:r>
            <a:r>
              <a:rPr lang="en-US" sz="2000" dirty="0">
                <a:solidFill>
                  <a:srgbClr val="C00000"/>
                </a:solidFill>
              </a:rPr>
              <a:t>common pitfalls </a:t>
            </a:r>
            <a:r>
              <a:rPr lang="en-US" sz="2000" dirty="0">
                <a:solidFill>
                  <a:schemeClr val="tx1">
                    <a:lumMod val="65000"/>
                    <a:lumOff val="35000"/>
                  </a:schemeClr>
                </a:solidFill>
              </a:rPr>
              <a:t>in </a:t>
            </a:r>
            <a:r>
              <a:rPr lang="en-US" sz="2000" dirty="0">
                <a:solidFill>
                  <a:srgbClr val="C00000"/>
                </a:solidFill>
              </a:rPr>
              <a:t>data analysis, interpretation, and presentation</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Enable you to interpret and </a:t>
            </a:r>
            <a:r>
              <a:rPr lang="en-US" sz="2000" dirty="0">
                <a:solidFill>
                  <a:srgbClr val="C00000"/>
                </a:solidFill>
              </a:rPr>
              <a:t>present your findings </a:t>
            </a:r>
            <a:r>
              <a:rPr lang="en-US" sz="2000" dirty="0">
                <a:solidFill>
                  <a:schemeClr val="tx1">
                    <a:lumMod val="65000"/>
                    <a:lumOff val="35000"/>
                  </a:schemeClr>
                </a:solidFill>
              </a:rPr>
              <a:t>in </a:t>
            </a:r>
            <a:r>
              <a:rPr lang="en-US" sz="2000" dirty="0">
                <a:solidFill>
                  <a:srgbClr val="C00000"/>
                </a:solidFill>
              </a:rPr>
              <a:t>a meaningful </a:t>
            </a:r>
            <a:r>
              <a:rPr lang="en-US" sz="2000" dirty="0">
                <a:solidFill>
                  <a:schemeClr val="tx1">
                    <a:lumMod val="65000"/>
                    <a:lumOff val="35000"/>
                  </a:schemeClr>
                </a:solidFill>
              </a:rPr>
              <a:t>and </a:t>
            </a:r>
            <a:r>
              <a:rPr lang="en-US" sz="2000" dirty="0">
                <a:solidFill>
                  <a:srgbClr val="C00000"/>
                </a:solidFill>
              </a:rPr>
              <a:t>appropriate manner</a:t>
            </a:r>
          </a:p>
        </p:txBody>
      </p:sp>
      <p:sp>
        <p:nvSpPr>
          <p:cNvPr id="4" name="Slide Number Placeholder 1">
            <a:extLst>
              <a:ext uri="{FF2B5EF4-FFF2-40B4-BE49-F238E27FC236}">
                <a16:creationId xmlns:a16="http://schemas.microsoft.com/office/drawing/2014/main" id="{F1B13ACF-DFAA-1F0A-D9BF-9EB789281B5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a:t>
            </a:fld>
            <a:endParaRPr lang="en-MY" dirty="0"/>
          </a:p>
        </p:txBody>
      </p:sp>
    </p:spTree>
    <p:extLst>
      <p:ext uri="{BB962C8B-B14F-4D97-AF65-F5344CB8AC3E}">
        <p14:creationId xmlns:p14="http://schemas.microsoft.com/office/powerpoint/2010/main" val="34962565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91112-E67B-52E0-5CE0-84E598D5ACC2}"/>
              </a:ext>
            </a:extLst>
          </p:cNvPr>
          <p:cNvSpPr txBox="1"/>
          <p:nvPr/>
        </p:nvSpPr>
        <p:spPr>
          <a:xfrm>
            <a:off x="1166992" y="884634"/>
            <a:ext cx="823913"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01</a:t>
            </a:r>
          </a:p>
        </p:txBody>
      </p:sp>
      <p:sp>
        <p:nvSpPr>
          <p:cNvPr id="3" name="TextBox 2">
            <a:extLst>
              <a:ext uri="{FF2B5EF4-FFF2-40B4-BE49-F238E27FC236}">
                <a16:creationId xmlns:a16="http://schemas.microsoft.com/office/drawing/2014/main" id="{0BC73770-F834-B3F6-8C54-7A5C1249A7AA}"/>
              </a:ext>
            </a:extLst>
          </p:cNvPr>
          <p:cNvSpPr txBox="1"/>
          <p:nvPr/>
        </p:nvSpPr>
        <p:spPr>
          <a:xfrm>
            <a:off x="2094786" y="656801"/>
            <a:ext cx="8930222"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QUANTITATIVE AND QUALITATIVE</a:t>
            </a:r>
          </a:p>
        </p:txBody>
      </p:sp>
      <p:sp>
        <p:nvSpPr>
          <p:cNvPr id="4" name="TextBox 3">
            <a:extLst>
              <a:ext uri="{FF2B5EF4-FFF2-40B4-BE49-F238E27FC236}">
                <a16:creationId xmlns:a16="http://schemas.microsoft.com/office/drawing/2014/main" id="{BAF8E65B-A985-5225-3DBE-AE4CF54409A9}"/>
              </a:ext>
            </a:extLst>
          </p:cNvPr>
          <p:cNvSpPr txBox="1"/>
          <p:nvPr/>
        </p:nvSpPr>
        <p:spPr>
          <a:xfrm>
            <a:off x="1166992" y="1716806"/>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02</a:t>
            </a:r>
          </a:p>
        </p:txBody>
      </p:sp>
      <p:sp>
        <p:nvSpPr>
          <p:cNvPr id="6" name="TextBox 5">
            <a:extLst>
              <a:ext uri="{FF2B5EF4-FFF2-40B4-BE49-F238E27FC236}">
                <a16:creationId xmlns:a16="http://schemas.microsoft.com/office/drawing/2014/main" id="{2A3CD455-E96D-A90F-3D91-16AFB50725EE}"/>
              </a:ext>
            </a:extLst>
          </p:cNvPr>
          <p:cNvSpPr txBox="1"/>
          <p:nvPr/>
        </p:nvSpPr>
        <p:spPr>
          <a:xfrm>
            <a:off x="1145466" y="2569370"/>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03</a:t>
            </a:r>
          </a:p>
        </p:txBody>
      </p:sp>
      <p:sp>
        <p:nvSpPr>
          <p:cNvPr id="14" name="Slide Number Placeholder 13">
            <a:extLst>
              <a:ext uri="{FF2B5EF4-FFF2-40B4-BE49-F238E27FC236}">
                <a16:creationId xmlns:a16="http://schemas.microsoft.com/office/drawing/2014/main" id="{57082154-5F28-3427-0747-570968D9939E}"/>
              </a:ext>
            </a:extLst>
          </p:cNvPr>
          <p:cNvSpPr>
            <a:spLocks noGrp="1"/>
          </p:cNvSpPr>
          <p:nvPr>
            <p:ph type="sldNum" sz="quarter" idx="11"/>
          </p:nvPr>
        </p:nvSpPr>
        <p:spPr/>
        <p:txBody>
          <a:bodyPr/>
          <a:lstStyle/>
          <a:p>
            <a:fld id="{7737D3DD-0AB3-4F16-99FA-6262B2B4036D}" type="slidenum">
              <a:rPr lang="en-MY" smtClean="0"/>
              <a:t>3</a:t>
            </a:fld>
            <a:endParaRPr lang="en-MY"/>
          </a:p>
        </p:txBody>
      </p:sp>
      <p:sp>
        <p:nvSpPr>
          <p:cNvPr id="26" name="TextBox 25">
            <a:extLst>
              <a:ext uri="{FF2B5EF4-FFF2-40B4-BE49-F238E27FC236}">
                <a16:creationId xmlns:a16="http://schemas.microsoft.com/office/drawing/2014/main" id="{DC4E9F6C-91FE-5CC8-7FA1-70BB68B23BFA}"/>
              </a:ext>
            </a:extLst>
          </p:cNvPr>
          <p:cNvSpPr txBox="1"/>
          <p:nvPr/>
        </p:nvSpPr>
        <p:spPr>
          <a:xfrm>
            <a:off x="1166992" y="3470104"/>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04</a:t>
            </a:r>
          </a:p>
        </p:txBody>
      </p:sp>
      <p:sp>
        <p:nvSpPr>
          <p:cNvPr id="17" name="TextBox 16">
            <a:extLst>
              <a:ext uri="{FF2B5EF4-FFF2-40B4-BE49-F238E27FC236}">
                <a16:creationId xmlns:a16="http://schemas.microsoft.com/office/drawing/2014/main" id="{8EFC1AA5-6F7F-F747-4320-0EA3318DBD97}"/>
              </a:ext>
            </a:extLst>
          </p:cNvPr>
          <p:cNvSpPr txBox="1"/>
          <p:nvPr/>
        </p:nvSpPr>
        <p:spPr>
          <a:xfrm>
            <a:off x="2094786" y="3211720"/>
            <a:ext cx="7539866"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ANALYTICAL FRAMEWORKS</a:t>
            </a:r>
          </a:p>
        </p:txBody>
      </p:sp>
      <p:sp>
        <p:nvSpPr>
          <p:cNvPr id="5" name="TextBox 4">
            <a:extLst>
              <a:ext uri="{FF2B5EF4-FFF2-40B4-BE49-F238E27FC236}">
                <a16:creationId xmlns:a16="http://schemas.microsoft.com/office/drawing/2014/main" id="{5BA2EBF4-9994-A8FD-2965-539844A723E0}"/>
              </a:ext>
            </a:extLst>
          </p:cNvPr>
          <p:cNvSpPr txBox="1"/>
          <p:nvPr/>
        </p:nvSpPr>
        <p:spPr>
          <a:xfrm>
            <a:off x="1166992" y="4322142"/>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05</a:t>
            </a:r>
          </a:p>
        </p:txBody>
      </p:sp>
      <p:sp>
        <p:nvSpPr>
          <p:cNvPr id="7" name="TextBox 6">
            <a:extLst>
              <a:ext uri="{FF2B5EF4-FFF2-40B4-BE49-F238E27FC236}">
                <a16:creationId xmlns:a16="http://schemas.microsoft.com/office/drawing/2014/main" id="{04A6A901-263D-16A7-3297-83FF4F84960B}"/>
              </a:ext>
            </a:extLst>
          </p:cNvPr>
          <p:cNvSpPr txBox="1"/>
          <p:nvPr/>
        </p:nvSpPr>
        <p:spPr>
          <a:xfrm>
            <a:off x="2078658" y="4070083"/>
            <a:ext cx="8677193"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TOOLS TO SUPPORT DATA ANALYSIS</a:t>
            </a:r>
          </a:p>
        </p:txBody>
      </p:sp>
      <p:sp>
        <p:nvSpPr>
          <p:cNvPr id="8" name="TextBox 7">
            <a:extLst>
              <a:ext uri="{FF2B5EF4-FFF2-40B4-BE49-F238E27FC236}">
                <a16:creationId xmlns:a16="http://schemas.microsoft.com/office/drawing/2014/main" id="{F1F63B71-9B82-18CF-8754-A6C462EB41E2}"/>
              </a:ext>
            </a:extLst>
          </p:cNvPr>
          <p:cNvSpPr txBox="1"/>
          <p:nvPr/>
        </p:nvSpPr>
        <p:spPr>
          <a:xfrm>
            <a:off x="1145466" y="5172138"/>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06</a:t>
            </a:r>
          </a:p>
        </p:txBody>
      </p:sp>
      <p:sp>
        <p:nvSpPr>
          <p:cNvPr id="9" name="TextBox 8">
            <a:extLst>
              <a:ext uri="{FF2B5EF4-FFF2-40B4-BE49-F238E27FC236}">
                <a16:creationId xmlns:a16="http://schemas.microsoft.com/office/drawing/2014/main" id="{55704F2E-DD68-BE46-9909-28C1E9D6AB81}"/>
              </a:ext>
            </a:extLst>
          </p:cNvPr>
          <p:cNvSpPr txBox="1"/>
          <p:nvPr/>
        </p:nvSpPr>
        <p:spPr>
          <a:xfrm>
            <a:off x="2094786" y="4924163"/>
            <a:ext cx="9878464"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INTERPRETING AND PRESENTING FINDINGS</a:t>
            </a:r>
          </a:p>
        </p:txBody>
      </p:sp>
      <p:sp>
        <p:nvSpPr>
          <p:cNvPr id="10" name="TextBox 9">
            <a:extLst>
              <a:ext uri="{FF2B5EF4-FFF2-40B4-BE49-F238E27FC236}">
                <a16:creationId xmlns:a16="http://schemas.microsoft.com/office/drawing/2014/main" id="{F71FE12D-BE99-E01C-D9C8-B35873FB0815}"/>
              </a:ext>
            </a:extLst>
          </p:cNvPr>
          <p:cNvSpPr txBox="1"/>
          <p:nvPr/>
        </p:nvSpPr>
        <p:spPr>
          <a:xfrm>
            <a:off x="2094786" y="1530746"/>
            <a:ext cx="8930222"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BASIC QUANTITATIVE ANALYSIS</a:t>
            </a:r>
          </a:p>
        </p:txBody>
      </p:sp>
      <p:sp>
        <p:nvSpPr>
          <p:cNvPr id="11" name="TextBox 10">
            <a:extLst>
              <a:ext uri="{FF2B5EF4-FFF2-40B4-BE49-F238E27FC236}">
                <a16:creationId xmlns:a16="http://schemas.microsoft.com/office/drawing/2014/main" id="{2AB51382-2AAE-C313-BE42-E4DBB16F6D6E}"/>
              </a:ext>
            </a:extLst>
          </p:cNvPr>
          <p:cNvSpPr txBox="1"/>
          <p:nvPr/>
        </p:nvSpPr>
        <p:spPr>
          <a:xfrm>
            <a:off x="2094786" y="2342058"/>
            <a:ext cx="8930222"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BASIC QUALITATIVE ANALYSIS</a:t>
            </a:r>
          </a:p>
        </p:txBody>
      </p:sp>
    </p:spTree>
    <p:extLst>
      <p:ext uri="{BB962C8B-B14F-4D97-AF65-F5344CB8AC3E}">
        <p14:creationId xmlns:p14="http://schemas.microsoft.com/office/powerpoint/2010/main" val="2612194120"/>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ppt_x"/>
                                          </p:val>
                                        </p:tav>
                                        <p:tav tm="100000">
                                          <p:val>
                                            <p:strVal val="#ppt_x"/>
                                          </p:val>
                                        </p:tav>
                                      </p:tavLst>
                                    </p:anim>
                                    <p:anim calcmode="lin" valueType="num">
                                      <p:cBhvr additive="base">
                                        <p:cTn id="16" dur="10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1000" fill="hold"/>
                                        <p:tgtEl>
                                          <p:spTgt spid="26"/>
                                        </p:tgtEl>
                                        <p:attrNameLst>
                                          <p:attrName>ppt_x</p:attrName>
                                        </p:attrNameLst>
                                      </p:cBhvr>
                                      <p:tavLst>
                                        <p:tav tm="0">
                                          <p:val>
                                            <p:strVal val="#ppt_x"/>
                                          </p:val>
                                        </p:tav>
                                        <p:tav tm="100000">
                                          <p:val>
                                            <p:strVal val="#ppt_x"/>
                                          </p:val>
                                        </p:tav>
                                      </p:tavLst>
                                    </p:anim>
                                    <p:anim calcmode="lin" valueType="num">
                                      <p:cBhvr additive="base">
                                        <p:cTn id="24" dur="10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ppt_x"/>
                                          </p:val>
                                        </p:tav>
                                        <p:tav tm="100000">
                                          <p:val>
                                            <p:strVal val="#ppt_x"/>
                                          </p:val>
                                        </p:tav>
                                      </p:tavLst>
                                    </p:anim>
                                    <p:anim calcmode="lin" valueType="num">
                                      <p:cBhvr additive="base">
                                        <p:cTn id="28" dur="10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accel="20000" decel="6000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ppt_x"/>
                                          </p:val>
                                        </p:tav>
                                        <p:tav tm="100000">
                                          <p:val>
                                            <p:strVal val="#ppt_x"/>
                                          </p:val>
                                        </p:tav>
                                      </p:tavLst>
                                    </p:anim>
                                    <p:anim calcmode="lin" valueType="num">
                                      <p:cBhvr additive="base">
                                        <p:cTn id="32" dur="1000" fill="hold"/>
                                        <p:tgtEl>
                                          <p:spTgt spid="5"/>
                                        </p:tgtEl>
                                        <p:attrNameLst>
                                          <p:attrName>ppt_y</p:attrName>
                                        </p:attrNameLst>
                                      </p:cBhvr>
                                      <p:tavLst>
                                        <p:tav tm="0">
                                          <p:val>
                                            <p:strVal val="1+#ppt_h/2"/>
                                          </p:val>
                                        </p:tav>
                                        <p:tav tm="100000">
                                          <p:val>
                                            <p:strVal val="#ppt_y"/>
                                          </p:val>
                                        </p:tav>
                                      </p:tavLst>
                                    </p:anim>
                                  </p:childTnLst>
                                </p:cTn>
                              </p:par>
                              <p:par>
                                <p:cTn id="33" presetID="2" presetClass="entr" presetSubtype="4" accel="20000" decel="6000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1000" fill="hold"/>
                                        <p:tgtEl>
                                          <p:spTgt spid="7"/>
                                        </p:tgtEl>
                                        <p:attrNameLst>
                                          <p:attrName>ppt_x</p:attrName>
                                        </p:attrNameLst>
                                      </p:cBhvr>
                                      <p:tavLst>
                                        <p:tav tm="0">
                                          <p:val>
                                            <p:strVal val="#ppt_x"/>
                                          </p:val>
                                        </p:tav>
                                        <p:tav tm="100000">
                                          <p:val>
                                            <p:strVal val="#ppt_x"/>
                                          </p:val>
                                        </p:tav>
                                      </p:tavLst>
                                    </p:anim>
                                    <p:anim calcmode="lin" valueType="num">
                                      <p:cBhvr additive="base">
                                        <p:cTn id="36" dur="1000" fill="hold"/>
                                        <p:tgtEl>
                                          <p:spTgt spid="7"/>
                                        </p:tgtEl>
                                        <p:attrNameLst>
                                          <p:attrName>ppt_y</p:attrName>
                                        </p:attrNameLst>
                                      </p:cBhvr>
                                      <p:tavLst>
                                        <p:tav tm="0">
                                          <p:val>
                                            <p:strVal val="1+#ppt_h/2"/>
                                          </p:val>
                                        </p:tav>
                                        <p:tav tm="100000">
                                          <p:val>
                                            <p:strVal val="#ppt_y"/>
                                          </p:val>
                                        </p:tav>
                                      </p:tavLst>
                                    </p:anim>
                                  </p:childTnLst>
                                </p:cTn>
                              </p:par>
                              <p:par>
                                <p:cTn id="37" presetID="2" presetClass="entr" presetSubtype="4" accel="20000" decel="6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1000" fill="hold"/>
                                        <p:tgtEl>
                                          <p:spTgt spid="8"/>
                                        </p:tgtEl>
                                        <p:attrNameLst>
                                          <p:attrName>ppt_x</p:attrName>
                                        </p:attrNameLst>
                                      </p:cBhvr>
                                      <p:tavLst>
                                        <p:tav tm="0">
                                          <p:val>
                                            <p:strVal val="#ppt_x"/>
                                          </p:val>
                                        </p:tav>
                                        <p:tav tm="100000">
                                          <p:val>
                                            <p:strVal val="#ppt_x"/>
                                          </p:val>
                                        </p:tav>
                                      </p:tavLst>
                                    </p:anim>
                                    <p:anim calcmode="lin" valueType="num">
                                      <p:cBhvr additive="base">
                                        <p:cTn id="40" dur="10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accel="20000" decel="6000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1000" fill="hold"/>
                                        <p:tgtEl>
                                          <p:spTgt spid="9"/>
                                        </p:tgtEl>
                                        <p:attrNameLst>
                                          <p:attrName>ppt_x</p:attrName>
                                        </p:attrNameLst>
                                      </p:cBhvr>
                                      <p:tavLst>
                                        <p:tav tm="0">
                                          <p:val>
                                            <p:strVal val="#ppt_x"/>
                                          </p:val>
                                        </p:tav>
                                        <p:tav tm="100000">
                                          <p:val>
                                            <p:strVal val="#ppt_x"/>
                                          </p:val>
                                        </p:tav>
                                      </p:tavLst>
                                    </p:anim>
                                    <p:anim calcmode="lin" valueType="num">
                                      <p:cBhvr additive="base">
                                        <p:cTn id="44" dur="10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accel="20000" decel="6000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000" fill="hold"/>
                                        <p:tgtEl>
                                          <p:spTgt spid="10"/>
                                        </p:tgtEl>
                                        <p:attrNameLst>
                                          <p:attrName>ppt_x</p:attrName>
                                        </p:attrNameLst>
                                      </p:cBhvr>
                                      <p:tavLst>
                                        <p:tav tm="0">
                                          <p:val>
                                            <p:strVal val="#ppt_x"/>
                                          </p:val>
                                        </p:tav>
                                        <p:tav tm="100000">
                                          <p:val>
                                            <p:strVal val="#ppt_x"/>
                                          </p:val>
                                        </p:tav>
                                      </p:tavLst>
                                    </p:anim>
                                    <p:anim calcmode="lin" valueType="num">
                                      <p:cBhvr additive="base">
                                        <p:cTn id="48" dur="10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accel="20000" decel="6000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1000" fill="hold"/>
                                        <p:tgtEl>
                                          <p:spTgt spid="11"/>
                                        </p:tgtEl>
                                        <p:attrNameLst>
                                          <p:attrName>ppt_x</p:attrName>
                                        </p:attrNameLst>
                                      </p:cBhvr>
                                      <p:tavLst>
                                        <p:tav tm="0">
                                          <p:val>
                                            <p:strVal val="#ppt_x"/>
                                          </p:val>
                                        </p:tav>
                                        <p:tav tm="100000">
                                          <p:val>
                                            <p:strVal val="#ppt_x"/>
                                          </p:val>
                                        </p:tav>
                                      </p:tavLst>
                                    </p:anim>
                                    <p:anim calcmode="lin" valueType="num">
                                      <p:cBhvr additive="base">
                                        <p:cTn id="52"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26" grpId="0"/>
      <p:bldP spid="17" grpId="0"/>
      <p:bldP spid="5" grpId="0"/>
      <p:bldP spid="7" grpId="0"/>
      <p:bldP spid="8" grpId="0"/>
      <p:bldP spid="9"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2DBC4-B299-4066-AD6E-394A697931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4747875-F5C9-C441-6B01-519BFD71D5B1}"/>
              </a:ext>
            </a:extLst>
          </p:cNvPr>
          <p:cNvSpPr txBox="1"/>
          <p:nvPr/>
        </p:nvSpPr>
        <p:spPr>
          <a:xfrm>
            <a:off x="7261412" y="1782972"/>
            <a:ext cx="4398698" cy="2339102"/>
          </a:xfrm>
          <a:prstGeom prst="rect">
            <a:avLst/>
          </a:prstGeom>
          <a:noFill/>
        </p:spPr>
        <p:txBody>
          <a:bodyPr wrap="square" rtlCol="0">
            <a:spAutoFit/>
          </a:bodyPr>
          <a:lstStyle/>
          <a:p>
            <a:pPr algn="ctr"/>
            <a:r>
              <a:rPr lang="en-US" sz="4400" b="1" kern="0" dirty="0">
                <a:solidFill>
                  <a:schemeClr val="tx1">
                    <a:lumMod val="85000"/>
                    <a:lumOff val="15000"/>
                  </a:schemeClr>
                </a:solidFill>
                <a:latin typeface="+mj-lt"/>
              </a:rPr>
              <a:t>QUANTITATIVE </a:t>
            </a:r>
            <a:r>
              <a:rPr lang="en-US" sz="5400" b="1" kern="0" dirty="0">
                <a:solidFill>
                  <a:schemeClr val="tx1">
                    <a:lumMod val="85000"/>
                    <a:lumOff val="15000"/>
                  </a:schemeClr>
                </a:solidFill>
                <a:latin typeface="+mj-lt"/>
              </a:rPr>
              <a:t>AND</a:t>
            </a:r>
          </a:p>
          <a:p>
            <a:pPr algn="ctr"/>
            <a:r>
              <a:rPr lang="en-US" sz="4800" b="1" kern="0" dirty="0">
                <a:solidFill>
                  <a:srgbClr val="C04C4C"/>
                </a:solidFill>
                <a:latin typeface="+mj-lt"/>
              </a:rPr>
              <a:t>QUALITATIVE</a:t>
            </a:r>
          </a:p>
        </p:txBody>
      </p:sp>
      <p:sp>
        <p:nvSpPr>
          <p:cNvPr id="2" name="Slide Number Placeholder 1">
            <a:extLst>
              <a:ext uri="{FF2B5EF4-FFF2-40B4-BE49-F238E27FC236}">
                <a16:creationId xmlns:a16="http://schemas.microsoft.com/office/drawing/2014/main" id="{72E6D3D9-1BED-B033-9F69-9DAD58727703}"/>
              </a:ext>
            </a:extLst>
          </p:cNvPr>
          <p:cNvSpPr>
            <a:spLocks noGrp="1"/>
          </p:cNvSpPr>
          <p:nvPr>
            <p:ph type="sldNum" sz="quarter" idx="11"/>
          </p:nvPr>
        </p:nvSpPr>
        <p:spPr/>
        <p:txBody>
          <a:bodyPr/>
          <a:lstStyle/>
          <a:p>
            <a:fld id="{7737D3DD-0AB3-4F16-99FA-6262B2B4036D}" type="slidenum">
              <a:rPr lang="en-MY" smtClean="0"/>
              <a:t>4</a:t>
            </a:fld>
            <a:endParaRPr lang="en-MY"/>
          </a:p>
        </p:txBody>
      </p:sp>
    </p:spTree>
    <p:extLst>
      <p:ext uri="{BB962C8B-B14F-4D97-AF65-F5344CB8AC3E}">
        <p14:creationId xmlns:p14="http://schemas.microsoft.com/office/powerpoint/2010/main" val="453498938"/>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2438-6C99-266C-2D7C-86FDF823AC8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F8ABBDF-3747-8705-1924-07418AF13822}"/>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Quantitative and Qualitative</a:t>
            </a:r>
          </a:p>
        </p:txBody>
      </p:sp>
      <p:sp>
        <p:nvSpPr>
          <p:cNvPr id="24" name="Rectangle 23">
            <a:extLst>
              <a:ext uri="{FF2B5EF4-FFF2-40B4-BE49-F238E27FC236}">
                <a16:creationId xmlns:a16="http://schemas.microsoft.com/office/drawing/2014/main" id="{F661811A-DEE6-3FF2-146E-A7FF2A655DF1}"/>
              </a:ext>
            </a:extLst>
          </p:cNvPr>
          <p:cNvSpPr/>
          <p:nvPr/>
        </p:nvSpPr>
        <p:spPr>
          <a:xfrm>
            <a:off x="1035386" y="1568838"/>
            <a:ext cx="10110060" cy="42088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Quantitative data: </a:t>
            </a:r>
            <a:r>
              <a:rPr lang="en-US" sz="2000" dirty="0">
                <a:solidFill>
                  <a:schemeClr val="tx1">
                    <a:lumMod val="65000"/>
                    <a:lumOff val="35000"/>
                  </a:schemeClr>
                </a:solidFill>
              </a:rPr>
              <a:t>Expressed as numbers</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Qualitative data</a:t>
            </a:r>
            <a:r>
              <a:rPr lang="en-US" sz="2000" dirty="0">
                <a:solidFill>
                  <a:schemeClr val="tx1">
                    <a:lumMod val="65000"/>
                    <a:lumOff val="35000"/>
                  </a:schemeClr>
                </a:solidFill>
              </a:rPr>
              <a:t>: In the form of words and images. Can be expressed as numbers, but not always meaningful to do so</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Quantitative analysis: </a:t>
            </a:r>
            <a:r>
              <a:rPr lang="en-US" sz="2000" dirty="0">
                <a:solidFill>
                  <a:schemeClr val="tx1">
                    <a:lumMod val="65000"/>
                    <a:lumOff val="35000"/>
                  </a:schemeClr>
                </a:solidFill>
              </a:rPr>
              <a:t>Numerical methods to ascertain size, magnitude, or amount</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Qualitative analysis: </a:t>
            </a:r>
            <a:r>
              <a:rPr lang="en-US" sz="2000" dirty="0">
                <a:solidFill>
                  <a:schemeClr val="tx1">
                    <a:lumMod val="65000"/>
                    <a:lumOff val="35000"/>
                  </a:schemeClr>
                </a:solidFill>
              </a:rPr>
              <a:t>Expresses the nature of elements and is represented as themes, patterns, or stories</a:t>
            </a:r>
          </a:p>
          <a:p>
            <a:pPr algn="just">
              <a:lnSpc>
                <a:spcPct val="150000"/>
              </a:lnSpc>
            </a:pPr>
            <a:endParaRPr lang="en-US" sz="2000" dirty="0">
              <a:solidFill>
                <a:schemeClr val="tx1">
                  <a:lumMod val="65000"/>
                  <a:lumOff val="35000"/>
                </a:schemeClr>
              </a:solidFill>
            </a:endParaRPr>
          </a:p>
          <a:p>
            <a:pPr algn="just">
              <a:lnSpc>
                <a:spcPct val="150000"/>
              </a:lnSpc>
            </a:pPr>
            <a:r>
              <a:rPr lang="en-US" sz="2000" i="1" dirty="0">
                <a:solidFill>
                  <a:schemeClr val="tx1">
                    <a:lumMod val="65000"/>
                    <a:lumOff val="35000"/>
                  </a:schemeClr>
                </a:solidFill>
              </a:rPr>
              <a:t>Be careful how you </a:t>
            </a:r>
            <a:r>
              <a:rPr lang="en-US" sz="2000" i="1" dirty="0">
                <a:solidFill>
                  <a:srgbClr val="C00000"/>
                </a:solidFill>
              </a:rPr>
              <a:t>manipulate data and numbers!</a:t>
            </a:r>
          </a:p>
        </p:txBody>
      </p:sp>
      <p:sp>
        <p:nvSpPr>
          <p:cNvPr id="4" name="Slide Number Placeholder 1">
            <a:extLst>
              <a:ext uri="{FF2B5EF4-FFF2-40B4-BE49-F238E27FC236}">
                <a16:creationId xmlns:a16="http://schemas.microsoft.com/office/drawing/2014/main" id="{9B2989F2-FC63-3B7C-8084-C33836BF910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a:t>
            </a:fld>
            <a:endParaRPr lang="en-MY" dirty="0"/>
          </a:p>
        </p:txBody>
      </p:sp>
    </p:spTree>
    <p:extLst>
      <p:ext uri="{BB962C8B-B14F-4D97-AF65-F5344CB8AC3E}">
        <p14:creationId xmlns:p14="http://schemas.microsoft.com/office/powerpoint/2010/main" val="4097058015"/>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AED3-1FAE-62B3-01CA-2CFFA96BB7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53D112-937F-C422-88F7-4A329C5BA2C3}"/>
              </a:ext>
            </a:extLst>
          </p:cNvPr>
          <p:cNvSpPr txBox="1"/>
          <p:nvPr/>
        </p:nvSpPr>
        <p:spPr>
          <a:xfrm>
            <a:off x="7261412" y="1782972"/>
            <a:ext cx="4398698" cy="2523768"/>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BASIC</a:t>
            </a:r>
            <a:r>
              <a:rPr lang="en-US" sz="4400" b="1" kern="0" dirty="0">
                <a:solidFill>
                  <a:schemeClr val="tx1">
                    <a:lumMod val="85000"/>
                    <a:lumOff val="15000"/>
                  </a:schemeClr>
                </a:solidFill>
                <a:latin typeface="+mj-lt"/>
              </a:rPr>
              <a:t> QUANTITATIVE </a:t>
            </a:r>
            <a:r>
              <a:rPr lang="en-US" sz="5400" b="1" kern="0" dirty="0">
                <a:solidFill>
                  <a:srgbClr val="C04C4C"/>
                </a:solidFill>
                <a:latin typeface="+mj-lt"/>
              </a:rPr>
              <a:t>ANALYSIS</a:t>
            </a:r>
            <a:endParaRPr lang="en-US" sz="4800" b="1" kern="0" dirty="0">
              <a:solidFill>
                <a:srgbClr val="C04C4C"/>
              </a:solidFill>
              <a:latin typeface="+mj-lt"/>
            </a:endParaRPr>
          </a:p>
        </p:txBody>
      </p:sp>
      <p:sp>
        <p:nvSpPr>
          <p:cNvPr id="2" name="Slide Number Placeholder 1">
            <a:extLst>
              <a:ext uri="{FF2B5EF4-FFF2-40B4-BE49-F238E27FC236}">
                <a16:creationId xmlns:a16="http://schemas.microsoft.com/office/drawing/2014/main" id="{749C2D68-CEA8-024C-9CDC-21D8AF977321}"/>
              </a:ext>
            </a:extLst>
          </p:cNvPr>
          <p:cNvSpPr>
            <a:spLocks noGrp="1"/>
          </p:cNvSpPr>
          <p:nvPr>
            <p:ph type="sldNum" sz="quarter" idx="11"/>
          </p:nvPr>
        </p:nvSpPr>
        <p:spPr/>
        <p:txBody>
          <a:bodyPr/>
          <a:lstStyle/>
          <a:p>
            <a:fld id="{7737D3DD-0AB3-4F16-99FA-6262B2B4036D}" type="slidenum">
              <a:rPr lang="en-MY" smtClean="0"/>
              <a:t>6</a:t>
            </a:fld>
            <a:endParaRPr lang="en-MY"/>
          </a:p>
        </p:txBody>
      </p:sp>
    </p:spTree>
    <p:extLst>
      <p:ext uri="{BB962C8B-B14F-4D97-AF65-F5344CB8AC3E}">
        <p14:creationId xmlns:p14="http://schemas.microsoft.com/office/powerpoint/2010/main" val="1386602692"/>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0C8D7-D871-A4CF-4A56-19A4F42267F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79EC84F-9C2E-507A-5E1D-22E7E9021EC5}"/>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Basic Quantitative Analysis</a:t>
            </a:r>
          </a:p>
        </p:txBody>
      </p:sp>
      <p:sp>
        <p:nvSpPr>
          <p:cNvPr id="24" name="Rectangle 23">
            <a:extLst>
              <a:ext uri="{FF2B5EF4-FFF2-40B4-BE49-F238E27FC236}">
                <a16:creationId xmlns:a16="http://schemas.microsoft.com/office/drawing/2014/main" id="{E973664B-5C94-300D-8201-AB9EB06A5894}"/>
              </a:ext>
            </a:extLst>
          </p:cNvPr>
          <p:cNvSpPr/>
          <p:nvPr/>
        </p:nvSpPr>
        <p:spPr>
          <a:xfrm>
            <a:off x="1035385" y="1226602"/>
            <a:ext cx="10110060" cy="31470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Averages: </a:t>
            </a:r>
          </a:p>
          <a:p>
            <a:pPr marL="800100" lvl="1" indent="-342900" algn="just">
              <a:lnSpc>
                <a:spcPct val="150000"/>
              </a:lnSpc>
              <a:buFont typeface="Arial" panose="020B0604020202020204" pitchFamily="34" charset="0"/>
              <a:buChar char="•"/>
            </a:pPr>
            <a:r>
              <a:rPr lang="en-US" b="1" dirty="0">
                <a:solidFill>
                  <a:srgbClr val="C00000"/>
                </a:solidFill>
              </a:rPr>
              <a:t>Mean: </a:t>
            </a:r>
            <a:r>
              <a:rPr lang="en-US" dirty="0">
                <a:solidFill>
                  <a:schemeClr val="tx1">
                    <a:lumMod val="65000"/>
                    <a:lumOff val="35000"/>
                  </a:schemeClr>
                </a:solidFill>
              </a:rPr>
              <a:t>Add up values and divide by number of data points</a:t>
            </a:r>
          </a:p>
          <a:p>
            <a:pPr marL="800100" lvl="1" indent="-342900" algn="just">
              <a:lnSpc>
                <a:spcPct val="150000"/>
              </a:lnSpc>
              <a:buFont typeface="Arial" panose="020B0604020202020204" pitchFamily="34" charset="0"/>
              <a:buChar char="•"/>
            </a:pPr>
            <a:r>
              <a:rPr lang="en-US" b="1" dirty="0">
                <a:solidFill>
                  <a:srgbClr val="C00000"/>
                </a:solidFill>
              </a:rPr>
              <a:t>Median:</a:t>
            </a:r>
            <a:r>
              <a:rPr lang="en-US" dirty="0">
                <a:solidFill>
                  <a:schemeClr val="tx1">
                    <a:lumMod val="65000"/>
                    <a:lumOff val="35000"/>
                  </a:schemeClr>
                </a:solidFill>
              </a:rPr>
              <a:t> Middle value of data when ranked</a:t>
            </a:r>
          </a:p>
          <a:p>
            <a:pPr marL="800100" lvl="1" indent="-342900" algn="just">
              <a:lnSpc>
                <a:spcPct val="150000"/>
              </a:lnSpc>
              <a:buFont typeface="Arial" panose="020B0604020202020204" pitchFamily="34" charset="0"/>
              <a:buChar char="•"/>
            </a:pPr>
            <a:r>
              <a:rPr lang="en-US" b="1" dirty="0">
                <a:solidFill>
                  <a:srgbClr val="C00000"/>
                </a:solidFill>
              </a:rPr>
              <a:t>Mode:</a:t>
            </a:r>
            <a:r>
              <a:rPr lang="en-US" dirty="0">
                <a:solidFill>
                  <a:schemeClr val="tx1">
                    <a:lumMod val="65000"/>
                    <a:lumOff val="35000"/>
                  </a:schemeClr>
                </a:solidFill>
              </a:rPr>
              <a:t> Value that appears most often in the data</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Percentages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Be careful </a:t>
            </a:r>
            <a:r>
              <a:rPr lang="en-US" sz="2000" dirty="0">
                <a:solidFill>
                  <a:srgbClr val="C00000"/>
                </a:solidFill>
              </a:rPr>
              <a:t>not to mislead with numbers</a:t>
            </a:r>
            <a:r>
              <a:rPr lang="en-US" sz="2000" dirty="0">
                <a:solidFill>
                  <a:schemeClr val="tx1">
                    <a:lumMod val="65000"/>
                    <a:lumOff val="35000"/>
                  </a:schemeClr>
                </a:solidFill>
              </a:rPr>
              <a:t>!</a:t>
            </a:r>
          </a:p>
          <a:p>
            <a:pPr marL="342900" indent="-342900" algn="just">
              <a:lnSpc>
                <a:spcPct val="150000"/>
              </a:lnSpc>
              <a:buFont typeface="Arial" panose="020B0604020202020204" pitchFamily="34" charset="0"/>
              <a:buChar char="•"/>
            </a:pPr>
            <a:r>
              <a:rPr lang="en-US" sz="2000" dirty="0">
                <a:solidFill>
                  <a:srgbClr val="C00000"/>
                </a:solidFill>
              </a:rPr>
              <a:t>Graphical representations </a:t>
            </a:r>
            <a:r>
              <a:rPr lang="en-US" sz="2000" dirty="0">
                <a:solidFill>
                  <a:schemeClr val="tx1">
                    <a:lumMod val="65000"/>
                    <a:lumOff val="35000"/>
                  </a:schemeClr>
                </a:solidFill>
              </a:rPr>
              <a:t>give overview of data</a:t>
            </a:r>
          </a:p>
        </p:txBody>
      </p:sp>
      <p:sp>
        <p:nvSpPr>
          <p:cNvPr id="4" name="Slide Number Placeholder 1">
            <a:extLst>
              <a:ext uri="{FF2B5EF4-FFF2-40B4-BE49-F238E27FC236}">
                <a16:creationId xmlns:a16="http://schemas.microsoft.com/office/drawing/2014/main" id="{683132ED-ED7C-5610-0C94-F07F9C543BD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7</a:t>
            </a:fld>
            <a:endParaRPr lang="en-MY" dirty="0"/>
          </a:p>
        </p:txBody>
      </p:sp>
      <p:graphicFrame>
        <p:nvGraphicFramePr>
          <p:cNvPr id="2" name="Object 5" descr="The distribution of errors made. &#10;">
            <a:extLst>
              <a:ext uri="{FF2B5EF4-FFF2-40B4-BE49-F238E27FC236}">
                <a16:creationId xmlns:a16="http://schemas.microsoft.com/office/drawing/2014/main" id="{1CF02CAC-C228-EF97-01D0-443FD241DA79}"/>
              </a:ext>
            </a:extLst>
          </p:cNvPr>
          <p:cNvGraphicFramePr>
            <a:graphicFrameLocks noChangeAspect="1"/>
          </p:cNvGraphicFramePr>
          <p:nvPr>
            <p:extLst>
              <p:ext uri="{D42A27DB-BD31-4B8C-83A1-F6EECF244321}">
                <p14:modId xmlns:p14="http://schemas.microsoft.com/office/powerpoint/2010/main" val="289027933"/>
              </p:ext>
            </p:extLst>
          </p:nvPr>
        </p:nvGraphicFramePr>
        <p:xfrm>
          <a:off x="1783917" y="4473304"/>
          <a:ext cx="2790363" cy="1877120"/>
        </p:xfrm>
        <a:graphic>
          <a:graphicData uri="http://schemas.openxmlformats.org/presentationml/2006/ole">
            <mc:AlternateContent xmlns:mc="http://schemas.openxmlformats.org/markup-compatibility/2006">
              <mc:Choice xmlns:v="urn:schemas-microsoft-com:vml" Requires="v">
                <p:oleObj name="Chart" r:id="rId2" imgW="4810049" imgH="3238500" progId="Excel.Chart.8">
                  <p:embed/>
                </p:oleObj>
              </mc:Choice>
              <mc:Fallback>
                <p:oleObj name="Chart" r:id="rId2" imgW="4810049" imgH="3238500" progId="Excel.Chart.8">
                  <p:embed/>
                  <p:pic>
                    <p:nvPicPr>
                      <p:cNvPr id="2" name="Object 5" descr="The distribution of errors made. &#10;">
                        <a:extLst>
                          <a:ext uri="{FF2B5EF4-FFF2-40B4-BE49-F238E27FC236}">
                            <a16:creationId xmlns:a16="http://schemas.microsoft.com/office/drawing/2014/main" id="{1CF02CAC-C228-EF97-01D0-443FD241D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917" y="4473304"/>
                        <a:ext cx="2790363" cy="1877120"/>
                      </a:xfrm>
                      <a:prstGeom prst="rect">
                        <a:avLst/>
                      </a:prstGeom>
                      <a:noFill/>
                    </p:spPr>
                  </p:pic>
                </p:oleObj>
              </mc:Fallback>
            </mc:AlternateContent>
          </a:graphicData>
        </a:graphic>
      </p:graphicFrame>
      <p:graphicFrame>
        <p:nvGraphicFramePr>
          <p:cNvPr id="3" name="Object 9" descr="An illustration of using a scatter diagram helps to identify outliers quite quickly&#10;">
            <a:extLst>
              <a:ext uri="{FF2B5EF4-FFF2-40B4-BE49-F238E27FC236}">
                <a16:creationId xmlns:a16="http://schemas.microsoft.com/office/drawing/2014/main" id="{C24F138C-969C-43C0-5BC3-870C548A9522}"/>
              </a:ext>
              <a:ext uri="{C183D7F6-B498-43B3-948B-1728B52AA6E4}">
                <adec:decorative xmlns:adec="http://schemas.microsoft.com/office/drawing/2017/decorative" val="0"/>
              </a:ext>
            </a:extLst>
          </p:cNvPr>
          <p:cNvGraphicFramePr>
            <a:graphicFrameLocks noChangeAspect="1"/>
          </p:cNvGraphicFramePr>
          <p:nvPr>
            <p:extLst>
              <p:ext uri="{D42A27DB-BD31-4B8C-83A1-F6EECF244321}">
                <p14:modId xmlns:p14="http://schemas.microsoft.com/office/powerpoint/2010/main" val="2225224026"/>
              </p:ext>
            </p:extLst>
          </p:nvPr>
        </p:nvGraphicFramePr>
        <p:xfrm>
          <a:off x="4669041" y="4470428"/>
          <a:ext cx="2709499" cy="1827337"/>
        </p:xfrm>
        <a:graphic>
          <a:graphicData uri="http://schemas.openxmlformats.org/presentationml/2006/ole">
            <mc:AlternateContent xmlns:mc="http://schemas.openxmlformats.org/markup-compatibility/2006">
              <mc:Choice xmlns:v="urn:schemas-microsoft-com:vml" Requires="v">
                <p:oleObj name="Chart" r:id="rId4" imgW="4685016" imgH="3154166" progId="Excel.Chart.8">
                  <p:embed/>
                </p:oleObj>
              </mc:Choice>
              <mc:Fallback>
                <p:oleObj name="Chart" r:id="rId4" imgW="4685016" imgH="3154166" progId="Excel.Chart.8">
                  <p:embed/>
                  <p:pic>
                    <p:nvPicPr>
                      <p:cNvPr id="3" name="Object 9" descr="An illustration of using a scatter diagram helps to identify outliers quite quickly&#10;">
                        <a:extLst>
                          <a:ext uri="{FF2B5EF4-FFF2-40B4-BE49-F238E27FC236}">
                            <a16:creationId xmlns:a16="http://schemas.microsoft.com/office/drawing/2014/main" id="{C24F138C-969C-43C0-5BC3-870C548A9522}"/>
                          </a:ext>
                          <a:ext uri="{C183D7F6-B498-43B3-948B-1728B52AA6E4}">
                            <adec:decorative xmlns:adec="http://schemas.microsoft.com/office/drawing/2017/decorative" val="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9041" y="4470428"/>
                        <a:ext cx="2709499" cy="1827337"/>
                      </a:xfrm>
                      <a:prstGeom prst="rect">
                        <a:avLst/>
                      </a:prstGeom>
                      <a:noFill/>
                    </p:spPr>
                  </p:pic>
                </p:oleObj>
              </mc:Fallback>
            </mc:AlternateContent>
          </a:graphicData>
        </a:graphic>
      </p:graphicFrame>
      <p:pic>
        <p:nvPicPr>
          <p:cNvPr id="5" name="Picture 4" descr="The spread of social media experience within the participant group.&#10;">
            <a:extLst>
              <a:ext uri="{FF2B5EF4-FFF2-40B4-BE49-F238E27FC236}">
                <a16:creationId xmlns:a16="http://schemas.microsoft.com/office/drawing/2014/main" id="{47CB3FC4-939B-E727-9333-E55508CACDC4}"/>
              </a:ext>
            </a:extLst>
          </p:cNvPr>
          <p:cNvPicPr>
            <a:picLocks noChangeAspect="1"/>
          </p:cNvPicPr>
          <p:nvPr/>
        </p:nvPicPr>
        <p:blipFill rotWithShape="1">
          <a:blip r:embed="rId6">
            <a:extLst>
              <a:ext uri="{28A0092B-C50C-407E-A947-70E740481C1C}">
                <a14:useLocalDpi xmlns:a14="http://schemas.microsoft.com/office/drawing/2010/main" val="0"/>
              </a:ext>
            </a:extLst>
          </a:blip>
          <a:srcRect l="9501" t="51443" r="9501" b="2390"/>
          <a:stretch/>
        </p:blipFill>
        <p:spPr>
          <a:xfrm>
            <a:off x="7259653" y="4373617"/>
            <a:ext cx="3144775" cy="2012656"/>
          </a:xfrm>
          <a:prstGeom prst="rect">
            <a:avLst/>
          </a:prstGeom>
        </p:spPr>
      </p:pic>
    </p:spTree>
    <p:extLst>
      <p:ext uri="{BB962C8B-B14F-4D97-AF65-F5344CB8AC3E}">
        <p14:creationId xmlns:p14="http://schemas.microsoft.com/office/powerpoint/2010/main" val="4281531159"/>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CBB2A-70FA-944F-6139-A6B79ECD5CC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5982DD-5229-0A3C-FAC7-EA278FD929CD}"/>
              </a:ext>
            </a:extLst>
          </p:cNvPr>
          <p:cNvSpPr txBox="1"/>
          <p:nvPr/>
        </p:nvSpPr>
        <p:spPr>
          <a:xfrm>
            <a:off x="2096444" y="479685"/>
            <a:ext cx="7999108" cy="769441"/>
          </a:xfrm>
          <a:prstGeom prst="rect">
            <a:avLst/>
          </a:prstGeom>
          <a:noFill/>
        </p:spPr>
        <p:txBody>
          <a:bodyPr wrap="square" rtlCol="0">
            <a:spAutoFit/>
          </a:bodyPr>
          <a:lstStyle/>
          <a:p>
            <a:pPr algn="ctr"/>
            <a:r>
              <a:rPr lang="en-US" sz="4400" dirty="0" err="1">
                <a:solidFill>
                  <a:schemeClr val="tx1">
                    <a:lumMod val="75000"/>
                    <a:lumOff val="25000"/>
                  </a:schemeClr>
                </a:solidFill>
                <a:latin typeface="+mj-lt"/>
              </a:rPr>
              <a:t>Visualising</a:t>
            </a:r>
            <a:r>
              <a:rPr lang="en-US" sz="4400" dirty="0">
                <a:solidFill>
                  <a:schemeClr val="tx1">
                    <a:lumMod val="75000"/>
                    <a:lumOff val="25000"/>
                  </a:schemeClr>
                </a:solidFill>
                <a:latin typeface="+mj-lt"/>
              </a:rPr>
              <a:t> Log Data</a:t>
            </a:r>
          </a:p>
        </p:txBody>
      </p:sp>
      <p:sp>
        <p:nvSpPr>
          <p:cNvPr id="5" name="Slide Number Placeholder 1">
            <a:extLst>
              <a:ext uri="{FF2B5EF4-FFF2-40B4-BE49-F238E27FC236}">
                <a16:creationId xmlns:a16="http://schemas.microsoft.com/office/drawing/2014/main" id="{631507DB-F948-6F77-0569-74C534039F7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8</a:t>
            </a:fld>
            <a:endParaRPr lang="en-MY" dirty="0"/>
          </a:p>
        </p:txBody>
      </p:sp>
      <p:pic>
        <p:nvPicPr>
          <p:cNvPr id="2" name="Google Shape;164;p7">
            <a:extLst>
              <a:ext uri="{FF2B5EF4-FFF2-40B4-BE49-F238E27FC236}">
                <a16:creationId xmlns:a16="http://schemas.microsoft.com/office/drawing/2014/main" id="{FE880947-BCDC-DFF7-4681-30BE3C3ACC34}"/>
              </a:ext>
            </a:extLst>
          </p:cNvPr>
          <p:cNvPicPr preferRelativeResize="0"/>
          <p:nvPr/>
        </p:nvPicPr>
        <p:blipFill rotWithShape="1">
          <a:blip r:embed="rId2">
            <a:alphaModFix/>
          </a:blip>
          <a:srcRect/>
          <a:stretch/>
        </p:blipFill>
        <p:spPr>
          <a:xfrm>
            <a:off x="173710" y="1773837"/>
            <a:ext cx="5742997" cy="3310326"/>
          </a:xfrm>
          <a:prstGeom prst="rect">
            <a:avLst/>
          </a:prstGeom>
          <a:noFill/>
          <a:ln>
            <a:solidFill>
              <a:srgbClr val="0070C0"/>
            </a:solidFill>
          </a:ln>
        </p:spPr>
      </p:pic>
      <p:pic>
        <p:nvPicPr>
          <p:cNvPr id="3" name="Google Shape;174;p8">
            <a:extLst>
              <a:ext uri="{FF2B5EF4-FFF2-40B4-BE49-F238E27FC236}">
                <a16:creationId xmlns:a16="http://schemas.microsoft.com/office/drawing/2014/main" id="{17F6BF09-9CF2-8456-7858-B3EC15BCED68}"/>
              </a:ext>
            </a:extLst>
          </p:cNvPr>
          <p:cNvPicPr preferRelativeResize="0"/>
          <p:nvPr/>
        </p:nvPicPr>
        <p:blipFill rotWithShape="1">
          <a:blip r:embed="rId3">
            <a:alphaModFix/>
          </a:blip>
          <a:srcRect/>
          <a:stretch/>
        </p:blipFill>
        <p:spPr>
          <a:xfrm>
            <a:off x="6096000" y="1773837"/>
            <a:ext cx="5939681" cy="3310324"/>
          </a:xfrm>
          <a:prstGeom prst="rect">
            <a:avLst/>
          </a:prstGeom>
          <a:noFill/>
          <a:ln>
            <a:solidFill>
              <a:srgbClr val="0070C0"/>
            </a:solidFill>
          </a:ln>
        </p:spPr>
      </p:pic>
      <p:sp>
        <p:nvSpPr>
          <p:cNvPr id="4" name="Google Shape;161;p7">
            <a:extLst>
              <a:ext uri="{FF2B5EF4-FFF2-40B4-BE49-F238E27FC236}">
                <a16:creationId xmlns:a16="http://schemas.microsoft.com/office/drawing/2014/main" id="{333123EA-9CD2-491E-A37E-9877836F554C}"/>
              </a:ext>
            </a:extLst>
          </p:cNvPr>
          <p:cNvSpPr txBox="1"/>
          <p:nvPr/>
        </p:nvSpPr>
        <p:spPr>
          <a:xfrm flipH="1">
            <a:off x="380162" y="5084162"/>
            <a:ext cx="593968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dirty="0">
                <a:solidFill>
                  <a:schemeClr val="tx1">
                    <a:lumMod val="65000"/>
                    <a:lumOff val="35000"/>
                  </a:schemeClr>
                </a:solidFill>
                <a:sym typeface="Arial"/>
              </a:rPr>
              <a:t>Interaction profiles of players in online game</a:t>
            </a:r>
            <a:endParaRPr dirty="0">
              <a:solidFill>
                <a:schemeClr val="tx1">
                  <a:lumMod val="65000"/>
                  <a:lumOff val="35000"/>
                </a:schemeClr>
              </a:solidFill>
            </a:endParaRPr>
          </a:p>
        </p:txBody>
      </p:sp>
      <p:sp>
        <p:nvSpPr>
          <p:cNvPr id="7" name="Google Shape;171;p8">
            <a:extLst>
              <a:ext uri="{FF2B5EF4-FFF2-40B4-BE49-F238E27FC236}">
                <a16:creationId xmlns:a16="http://schemas.microsoft.com/office/drawing/2014/main" id="{318BEB29-8680-7C4D-86EF-5DDAD760F70F}"/>
              </a:ext>
            </a:extLst>
          </p:cNvPr>
          <p:cNvSpPr txBox="1"/>
          <p:nvPr/>
        </p:nvSpPr>
        <p:spPr>
          <a:xfrm flipH="1">
            <a:off x="7462016" y="5084162"/>
            <a:ext cx="3744416" cy="369291"/>
          </a:xfrm>
          <a:prstGeom prst="rect">
            <a:avLst/>
          </a:prstGeom>
          <a:noFill/>
          <a:ln>
            <a:noFill/>
          </a:ln>
        </p:spPr>
        <p:txBody>
          <a:bodyPr spcFirstLastPara="1" wrap="square" lIns="91425" tIns="45700" rIns="91425" bIns="45700" anchor="t" anchorCtr="0">
            <a:spAutoFit/>
          </a:bodyPr>
          <a:lstStyle/>
          <a:p>
            <a:r>
              <a:rPr lang="en-US" dirty="0">
                <a:solidFill>
                  <a:schemeClr val="tx1">
                    <a:lumMod val="65000"/>
                    <a:lumOff val="35000"/>
                  </a:schemeClr>
                </a:solidFill>
                <a:sym typeface="Arial"/>
              </a:rPr>
              <a:t>Log of web page activity</a:t>
            </a:r>
            <a:endParaRPr dirty="0">
              <a:solidFill>
                <a:schemeClr val="tx1">
                  <a:lumMod val="65000"/>
                  <a:lumOff val="35000"/>
                </a:schemeClr>
              </a:solidFill>
            </a:endParaRPr>
          </a:p>
        </p:txBody>
      </p:sp>
    </p:spTree>
    <p:extLst>
      <p:ext uri="{BB962C8B-B14F-4D97-AF65-F5344CB8AC3E}">
        <p14:creationId xmlns:p14="http://schemas.microsoft.com/office/powerpoint/2010/main" val="330938952"/>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38AA-D4D8-B25E-14B6-8FA499E555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685C208-ED3C-A62D-7E0A-17BCB328F749}"/>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Web Analytics</a:t>
            </a:r>
          </a:p>
        </p:txBody>
      </p:sp>
      <p:sp>
        <p:nvSpPr>
          <p:cNvPr id="5" name="Slide Number Placeholder 1">
            <a:extLst>
              <a:ext uri="{FF2B5EF4-FFF2-40B4-BE49-F238E27FC236}">
                <a16:creationId xmlns:a16="http://schemas.microsoft.com/office/drawing/2014/main" id="{1EBFD79F-9E44-761D-1494-4C7FF4F64192}"/>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9</a:t>
            </a:fld>
            <a:endParaRPr lang="en-MY" dirty="0"/>
          </a:p>
        </p:txBody>
      </p:sp>
      <p:pic>
        <p:nvPicPr>
          <p:cNvPr id="8" name="Google Shape;182;p9">
            <a:extLst>
              <a:ext uri="{FF2B5EF4-FFF2-40B4-BE49-F238E27FC236}">
                <a16:creationId xmlns:a16="http://schemas.microsoft.com/office/drawing/2014/main" id="{33408A1A-4639-D140-D43C-1E4ED7DBAE34}"/>
              </a:ext>
            </a:extLst>
          </p:cNvPr>
          <p:cNvPicPr preferRelativeResize="0"/>
          <p:nvPr/>
        </p:nvPicPr>
        <p:blipFill rotWithShape="1">
          <a:blip r:embed="rId2">
            <a:alphaModFix/>
          </a:blip>
          <a:srcRect/>
          <a:stretch/>
        </p:blipFill>
        <p:spPr>
          <a:xfrm>
            <a:off x="622975" y="1529352"/>
            <a:ext cx="5106645" cy="3507444"/>
          </a:xfrm>
          <a:prstGeom prst="rect">
            <a:avLst/>
          </a:prstGeom>
          <a:noFill/>
          <a:ln>
            <a:noFill/>
          </a:ln>
        </p:spPr>
      </p:pic>
      <p:pic>
        <p:nvPicPr>
          <p:cNvPr id="9" name="Google Shape;183;p9">
            <a:extLst>
              <a:ext uri="{FF2B5EF4-FFF2-40B4-BE49-F238E27FC236}">
                <a16:creationId xmlns:a16="http://schemas.microsoft.com/office/drawing/2014/main" id="{EF914286-83DC-7879-0018-BBFF9FC3840F}"/>
              </a:ext>
            </a:extLst>
          </p:cNvPr>
          <p:cNvPicPr preferRelativeResize="0"/>
          <p:nvPr/>
        </p:nvPicPr>
        <p:blipFill rotWithShape="1">
          <a:blip r:embed="rId3">
            <a:alphaModFix/>
          </a:blip>
          <a:srcRect/>
          <a:stretch/>
        </p:blipFill>
        <p:spPr>
          <a:xfrm>
            <a:off x="6090416" y="1554623"/>
            <a:ext cx="5478608" cy="3482173"/>
          </a:xfrm>
          <a:prstGeom prst="rect">
            <a:avLst/>
          </a:prstGeom>
          <a:noFill/>
          <a:ln>
            <a:noFill/>
          </a:ln>
        </p:spPr>
      </p:pic>
      <p:pic>
        <p:nvPicPr>
          <p:cNvPr id="10" name="Google Shape;184;p9">
            <a:extLst>
              <a:ext uri="{FF2B5EF4-FFF2-40B4-BE49-F238E27FC236}">
                <a16:creationId xmlns:a16="http://schemas.microsoft.com/office/drawing/2014/main" id="{0E7D76A9-AC94-B0F1-4E0C-499A23530B32}"/>
              </a:ext>
            </a:extLst>
          </p:cNvPr>
          <p:cNvPicPr preferRelativeResize="0"/>
          <p:nvPr/>
        </p:nvPicPr>
        <p:blipFill rotWithShape="1">
          <a:blip r:embed="rId4">
            <a:alphaModFix/>
          </a:blip>
          <a:srcRect/>
          <a:stretch/>
        </p:blipFill>
        <p:spPr>
          <a:xfrm>
            <a:off x="3294751" y="5361908"/>
            <a:ext cx="6686550" cy="266700"/>
          </a:xfrm>
          <a:prstGeom prst="rect">
            <a:avLst/>
          </a:prstGeom>
          <a:noFill/>
          <a:ln>
            <a:noFill/>
          </a:ln>
        </p:spPr>
      </p:pic>
      <p:pic>
        <p:nvPicPr>
          <p:cNvPr id="11" name="Google Shape;185;p9">
            <a:extLst>
              <a:ext uri="{FF2B5EF4-FFF2-40B4-BE49-F238E27FC236}">
                <a16:creationId xmlns:a16="http://schemas.microsoft.com/office/drawing/2014/main" id="{42273496-C973-7B28-45BE-469530B4C311}"/>
              </a:ext>
            </a:extLst>
          </p:cNvPr>
          <p:cNvPicPr preferRelativeResize="0"/>
          <p:nvPr/>
        </p:nvPicPr>
        <p:blipFill rotWithShape="1">
          <a:blip r:embed="rId5">
            <a:alphaModFix/>
          </a:blip>
          <a:srcRect/>
          <a:stretch/>
        </p:blipFill>
        <p:spPr>
          <a:xfrm>
            <a:off x="2690154" y="5641184"/>
            <a:ext cx="8048625" cy="733425"/>
          </a:xfrm>
          <a:prstGeom prst="rect">
            <a:avLst/>
          </a:prstGeom>
          <a:noFill/>
          <a:ln>
            <a:noFill/>
          </a:ln>
        </p:spPr>
      </p:pic>
    </p:spTree>
    <p:extLst>
      <p:ext uri="{BB962C8B-B14F-4D97-AF65-F5344CB8AC3E}">
        <p14:creationId xmlns:p14="http://schemas.microsoft.com/office/powerpoint/2010/main" val="110236733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FBA17-AC26-DADE-98DB-E217895284A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3FAD625-449C-32BB-9A96-5B9FD0EF65EF}"/>
              </a:ext>
            </a:extLst>
          </p:cNvPr>
          <p:cNvSpPr txBox="1"/>
          <p:nvPr/>
        </p:nvSpPr>
        <p:spPr>
          <a:xfrm>
            <a:off x="1035385" y="424978"/>
            <a:ext cx="10110060"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Question Design Affects Data Analysis</a:t>
            </a:r>
          </a:p>
        </p:txBody>
      </p:sp>
      <p:sp>
        <p:nvSpPr>
          <p:cNvPr id="24" name="Rectangle 23">
            <a:extLst>
              <a:ext uri="{FF2B5EF4-FFF2-40B4-BE49-F238E27FC236}">
                <a16:creationId xmlns:a16="http://schemas.microsoft.com/office/drawing/2014/main" id="{FBCFBAD7-C355-537D-239C-569C92DE598D}"/>
              </a:ext>
            </a:extLst>
          </p:cNvPr>
          <p:cNvSpPr/>
          <p:nvPr/>
        </p:nvSpPr>
        <p:spPr>
          <a:xfrm>
            <a:off x="1035385" y="2247907"/>
            <a:ext cx="10110060" cy="236218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Open question: </a:t>
            </a:r>
            <a:r>
              <a:rPr lang="en-US" sz="2000" dirty="0">
                <a:solidFill>
                  <a:schemeClr val="tx1">
                    <a:lumMod val="65000"/>
                    <a:lumOff val="35000"/>
                  </a:schemeClr>
                </a:solidFill>
              </a:rPr>
              <a:t>Each answer </a:t>
            </a:r>
            <a:r>
              <a:rPr lang="en-US" sz="2000" dirty="0" err="1">
                <a:solidFill>
                  <a:schemeClr val="tx1">
                    <a:lumMod val="65000"/>
                    <a:lumOff val="35000"/>
                  </a:schemeClr>
                </a:solidFill>
              </a:rPr>
              <a:t>analysed</a:t>
            </a:r>
            <a:r>
              <a:rPr lang="en-US" sz="2000" dirty="0">
                <a:solidFill>
                  <a:schemeClr val="tx1">
                    <a:lumMod val="65000"/>
                    <a:lumOff val="35000"/>
                  </a:schemeClr>
                </a:solidFill>
              </a:rPr>
              <a:t> separately</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Closed question: </a:t>
            </a:r>
            <a:r>
              <a:rPr lang="en-US" sz="2000" dirty="0">
                <a:solidFill>
                  <a:schemeClr val="tx1">
                    <a:lumMod val="65000"/>
                    <a:lumOff val="35000"/>
                  </a:schemeClr>
                </a:solidFill>
              </a:rPr>
              <a:t>Can be </a:t>
            </a:r>
            <a:r>
              <a:rPr lang="en-US" sz="2000" dirty="0" err="1">
                <a:solidFill>
                  <a:schemeClr val="tx1">
                    <a:lumMod val="65000"/>
                    <a:lumOff val="35000"/>
                  </a:schemeClr>
                </a:solidFill>
              </a:rPr>
              <a:t>analysed</a:t>
            </a:r>
            <a:r>
              <a:rPr lang="en-US" sz="2000" dirty="0">
                <a:solidFill>
                  <a:schemeClr val="tx1">
                    <a:lumMod val="65000"/>
                    <a:lumOff val="35000"/>
                  </a:schemeClr>
                </a:solidFill>
              </a:rPr>
              <a:t> quantitatively</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Fixed alternative answers </a:t>
            </a:r>
            <a:r>
              <a:rPr lang="en-US" sz="2000" dirty="0">
                <a:solidFill>
                  <a:schemeClr val="tx1">
                    <a:lumMod val="65000"/>
                    <a:lumOff val="35000"/>
                  </a:schemeClr>
                </a:solidFill>
              </a:rPr>
              <a:t>restrict what can be said in findings</a:t>
            </a:r>
          </a:p>
        </p:txBody>
      </p:sp>
      <p:sp>
        <p:nvSpPr>
          <p:cNvPr id="4" name="Slide Number Placeholder 1">
            <a:extLst>
              <a:ext uri="{FF2B5EF4-FFF2-40B4-BE49-F238E27FC236}">
                <a16:creationId xmlns:a16="http://schemas.microsoft.com/office/drawing/2014/main" id="{C0985C7C-A1DF-7044-A2CD-6959497EBD7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10</a:t>
            </a:fld>
            <a:endParaRPr lang="en-MY" dirty="0"/>
          </a:p>
        </p:txBody>
      </p:sp>
    </p:spTree>
    <p:extLst>
      <p:ext uri="{BB962C8B-B14F-4D97-AF65-F5344CB8AC3E}">
        <p14:creationId xmlns:p14="http://schemas.microsoft.com/office/powerpoint/2010/main" val="154714252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F521-7B7C-B173-F02D-9826F5CE34F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82F85DC-B6F9-F70C-56F2-073A7D55465D}"/>
              </a:ext>
            </a:extLst>
          </p:cNvPr>
          <p:cNvSpPr txBox="1"/>
          <p:nvPr/>
        </p:nvSpPr>
        <p:spPr>
          <a:xfrm>
            <a:off x="7261412" y="1782972"/>
            <a:ext cx="4398698" cy="2523768"/>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BASIC</a:t>
            </a:r>
            <a:r>
              <a:rPr lang="en-US" sz="4400" b="1" kern="0" dirty="0">
                <a:solidFill>
                  <a:schemeClr val="tx1">
                    <a:lumMod val="85000"/>
                    <a:lumOff val="15000"/>
                  </a:schemeClr>
                </a:solidFill>
                <a:latin typeface="+mj-lt"/>
              </a:rPr>
              <a:t> QUANTITATIVE </a:t>
            </a:r>
            <a:r>
              <a:rPr lang="en-US" sz="5400" b="1" kern="0" dirty="0">
                <a:solidFill>
                  <a:srgbClr val="C04C4C"/>
                </a:solidFill>
                <a:latin typeface="+mj-lt"/>
              </a:rPr>
              <a:t>ANALYSIS</a:t>
            </a:r>
            <a:endParaRPr lang="en-US" sz="4800" b="1" kern="0" dirty="0">
              <a:solidFill>
                <a:srgbClr val="C04C4C"/>
              </a:solidFill>
              <a:latin typeface="+mj-lt"/>
            </a:endParaRPr>
          </a:p>
        </p:txBody>
      </p:sp>
      <p:sp>
        <p:nvSpPr>
          <p:cNvPr id="2" name="Slide Number Placeholder 1">
            <a:extLst>
              <a:ext uri="{FF2B5EF4-FFF2-40B4-BE49-F238E27FC236}">
                <a16:creationId xmlns:a16="http://schemas.microsoft.com/office/drawing/2014/main" id="{6990E819-688A-B353-FE7C-C5FEB961E6EC}"/>
              </a:ext>
            </a:extLst>
          </p:cNvPr>
          <p:cNvSpPr>
            <a:spLocks noGrp="1"/>
          </p:cNvSpPr>
          <p:nvPr>
            <p:ph type="sldNum" sz="quarter" idx="11"/>
          </p:nvPr>
        </p:nvSpPr>
        <p:spPr/>
        <p:txBody>
          <a:bodyPr/>
          <a:lstStyle/>
          <a:p>
            <a:fld id="{7737D3DD-0AB3-4F16-99FA-6262B2B4036D}" type="slidenum">
              <a:rPr lang="en-MY" smtClean="0"/>
              <a:t>11</a:t>
            </a:fld>
            <a:endParaRPr lang="en-MY"/>
          </a:p>
        </p:txBody>
      </p:sp>
    </p:spTree>
    <p:extLst>
      <p:ext uri="{BB962C8B-B14F-4D97-AF65-F5344CB8AC3E}">
        <p14:creationId xmlns:p14="http://schemas.microsoft.com/office/powerpoint/2010/main" val="135347768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7C0C1-5A51-14EF-B00A-A24455AEF24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663A6F-B423-0886-4393-E1FAB64DDD5F}"/>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Basic Qualitative Analysis</a:t>
            </a:r>
          </a:p>
        </p:txBody>
      </p:sp>
      <p:sp>
        <p:nvSpPr>
          <p:cNvPr id="24" name="Rectangle 23">
            <a:extLst>
              <a:ext uri="{FF2B5EF4-FFF2-40B4-BE49-F238E27FC236}">
                <a16:creationId xmlns:a16="http://schemas.microsoft.com/office/drawing/2014/main" id="{4F75EB86-3860-7414-17F5-97FF0E4891E9}"/>
              </a:ext>
            </a:extLst>
          </p:cNvPr>
          <p:cNvSpPr/>
          <p:nvPr/>
        </p:nvSpPr>
        <p:spPr>
          <a:xfrm>
            <a:off x="1035385" y="1226602"/>
            <a:ext cx="10110060" cy="512704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rgbClr val="C00000"/>
                </a:solidFill>
              </a:rPr>
              <a:t>Coding</a:t>
            </a:r>
            <a:r>
              <a:rPr lang="en-US" sz="2000" dirty="0">
                <a:solidFill>
                  <a:schemeClr val="tx1">
                    <a:lumMod val="65000"/>
                    <a:lumOff val="35000"/>
                  </a:schemeClr>
                </a:solidFill>
              </a:rPr>
              <a:t> is central to qualitative analysis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Inductive (bottom-up) and Deductive (top-down)</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Meaningful codes that don’t overlap</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What level of granularity is appropriate?</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Identifying </a:t>
            </a:r>
            <a:r>
              <a:rPr lang="en-US" sz="2000" dirty="0">
                <a:solidFill>
                  <a:srgbClr val="C00000"/>
                </a:solidFill>
              </a:rPr>
              <a:t>themes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Emergent from data, dependent on observation framework if used</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Inductive analysis</a:t>
            </a:r>
          </a:p>
          <a:p>
            <a:pPr marL="342900" indent="-342900" algn="just">
              <a:lnSpc>
                <a:spcPct val="150000"/>
              </a:lnSpc>
              <a:buFont typeface="Arial" panose="020B0604020202020204" pitchFamily="34" charset="0"/>
              <a:buChar char="•"/>
            </a:pPr>
            <a:r>
              <a:rPr lang="en-US" sz="2000" dirty="0" err="1">
                <a:solidFill>
                  <a:srgbClr val="C00000"/>
                </a:solidFill>
              </a:rPr>
              <a:t>Categorising</a:t>
            </a:r>
            <a:r>
              <a:rPr lang="en-US" sz="2000" dirty="0">
                <a:solidFill>
                  <a:srgbClr val="C00000"/>
                </a:solidFill>
              </a:rPr>
              <a:t> data</a:t>
            </a:r>
          </a:p>
          <a:p>
            <a:pPr marL="800100" lvl="1" indent="-342900" algn="just">
              <a:lnSpc>
                <a:spcPct val="150000"/>
              </a:lnSpc>
              <a:buFont typeface="Arial" panose="020B0604020202020204" pitchFamily="34" charset="0"/>
              <a:buChar char="•"/>
            </a:pPr>
            <a:r>
              <a:rPr lang="en-US" sz="2000" dirty="0" err="1">
                <a:solidFill>
                  <a:schemeClr val="tx1">
                    <a:lumMod val="65000"/>
                    <a:lumOff val="35000"/>
                  </a:schemeClr>
                </a:solidFill>
              </a:rPr>
              <a:t>Categorisation</a:t>
            </a:r>
            <a:r>
              <a:rPr lang="en-US" sz="2000" dirty="0">
                <a:solidFill>
                  <a:schemeClr val="tx1">
                    <a:lumMod val="65000"/>
                    <a:lumOff val="35000"/>
                  </a:schemeClr>
                </a:solidFill>
              </a:rPr>
              <a:t> scheme pre-specified</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Deductive analysis</a:t>
            </a:r>
          </a:p>
          <a:p>
            <a:pPr marL="342900" indent="-342900" algn="just">
              <a:lnSpc>
                <a:spcPct val="150000"/>
              </a:lnSpc>
              <a:buFont typeface="Arial" panose="020B0604020202020204" pitchFamily="34" charset="0"/>
              <a:buChar char="•"/>
            </a:pPr>
            <a:r>
              <a:rPr lang="en-US" sz="2000" dirty="0">
                <a:solidFill>
                  <a:srgbClr val="C00000"/>
                </a:solidFill>
              </a:rPr>
              <a:t>Combination of inductive and deductive </a:t>
            </a:r>
            <a:r>
              <a:rPr lang="en-US" sz="2000" dirty="0">
                <a:solidFill>
                  <a:schemeClr val="tx1">
                    <a:lumMod val="65000"/>
                    <a:lumOff val="35000"/>
                  </a:schemeClr>
                </a:solidFill>
              </a:rPr>
              <a:t>is common</a:t>
            </a:r>
          </a:p>
        </p:txBody>
      </p:sp>
      <p:sp>
        <p:nvSpPr>
          <p:cNvPr id="4" name="Slide Number Placeholder 1">
            <a:extLst>
              <a:ext uri="{FF2B5EF4-FFF2-40B4-BE49-F238E27FC236}">
                <a16:creationId xmlns:a16="http://schemas.microsoft.com/office/drawing/2014/main" id="{62161F10-A5ED-353A-A871-E9172205236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12</a:t>
            </a:fld>
            <a:endParaRPr lang="en-MY" dirty="0"/>
          </a:p>
        </p:txBody>
      </p:sp>
    </p:spTree>
    <p:extLst>
      <p:ext uri="{BB962C8B-B14F-4D97-AF65-F5344CB8AC3E}">
        <p14:creationId xmlns:p14="http://schemas.microsoft.com/office/powerpoint/2010/main" val="18709377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92F2-2A07-4517-5A2D-E910B266CCD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09392D4-1275-5372-8421-6E644C9000C0}"/>
              </a:ext>
            </a:extLst>
          </p:cNvPr>
          <p:cNvSpPr txBox="1"/>
          <p:nvPr/>
        </p:nvSpPr>
        <p:spPr>
          <a:xfrm>
            <a:off x="7261412" y="1782972"/>
            <a:ext cx="4398698" cy="3323987"/>
          </a:xfrm>
          <a:prstGeom prst="rect">
            <a:avLst/>
          </a:prstGeom>
          <a:noFill/>
        </p:spPr>
        <p:txBody>
          <a:bodyPr wrap="square" rtlCol="0">
            <a:spAutoFit/>
          </a:bodyPr>
          <a:lstStyle/>
          <a:p>
            <a:pPr algn="ctr"/>
            <a:r>
              <a:rPr lang="en-US" sz="4800" b="1" kern="0" dirty="0">
                <a:latin typeface="+mj-lt"/>
              </a:rPr>
              <a:t>QUALITATIVE</a:t>
            </a:r>
            <a:r>
              <a:rPr lang="en-US" sz="5400" b="1" kern="0" dirty="0">
                <a:latin typeface="+mj-lt"/>
              </a:rPr>
              <a:t> ANALYSIS </a:t>
            </a:r>
            <a:r>
              <a:rPr lang="en-US" sz="5400" b="1" kern="0" dirty="0">
                <a:solidFill>
                  <a:srgbClr val="C00000"/>
                </a:solidFill>
                <a:latin typeface="+mj-lt"/>
              </a:rPr>
              <a:t>ANALYTICAL</a:t>
            </a:r>
            <a:r>
              <a:rPr lang="en-US" sz="4800" b="1" kern="0" dirty="0">
                <a:solidFill>
                  <a:srgbClr val="C00000"/>
                </a:solidFill>
                <a:latin typeface="+mj-lt"/>
              </a:rPr>
              <a:t> </a:t>
            </a:r>
            <a:r>
              <a:rPr lang="en-US" sz="4400" b="1" kern="0" dirty="0">
                <a:solidFill>
                  <a:srgbClr val="C00000"/>
                </a:solidFill>
                <a:latin typeface="+mj-lt"/>
              </a:rPr>
              <a:t>FRAMEWORKS</a:t>
            </a:r>
            <a:r>
              <a:rPr lang="en-US" sz="4800" b="1" kern="0" dirty="0">
                <a:solidFill>
                  <a:srgbClr val="C00000"/>
                </a:solidFill>
                <a:latin typeface="+mj-lt"/>
              </a:rPr>
              <a:t> </a:t>
            </a:r>
          </a:p>
        </p:txBody>
      </p:sp>
      <p:sp>
        <p:nvSpPr>
          <p:cNvPr id="2" name="Slide Number Placeholder 1">
            <a:extLst>
              <a:ext uri="{FF2B5EF4-FFF2-40B4-BE49-F238E27FC236}">
                <a16:creationId xmlns:a16="http://schemas.microsoft.com/office/drawing/2014/main" id="{AF838027-8FD3-F0E0-2416-21EE91876B9B}"/>
              </a:ext>
            </a:extLst>
          </p:cNvPr>
          <p:cNvSpPr>
            <a:spLocks noGrp="1"/>
          </p:cNvSpPr>
          <p:nvPr>
            <p:ph type="sldNum" sz="quarter" idx="11"/>
          </p:nvPr>
        </p:nvSpPr>
        <p:spPr/>
        <p:txBody>
          <a:bodyPr/>
          <a:lstStyle/>
          <a:p>
            <a:fld id="{7737D3DD-0AB3-4F16-99FA-6262B2B4036D}" type="slidenum">
              <a:rPr lang="en-MY" smtClean="0"/>
              <a:t>13</a:t>
            </a:fld>
            <a:endParaRPr lang="en-MY"/>
          </a:p>
        </p:txBody>
      </p:sp>
    </p:spTree>
    <p:extLst>
      <p:ext uri="{BB962C8B-B14F-4D97-AF65-F5344CB8AC3E}">
        <p14:creationId xmlns:p14="http://schemas.microsoft.com/office/powerpoint/2010/main" val="374559529"/>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B1502-EFA2-D6AB-C70D-B2D8965C515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70C929B-05C0-4214-DD2D-64576180EFD3}"/>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Conversation Analysis</a:t>
            </a:r>
          </a:p>
        </p:txBody>
      </p:sp>
      <p:sp>
        <p:nvSpPr>
          <p:cNvPr id="24" name="Rectangle 23">
            <a:extLst>
              <a:ext uri="{FF2B5EF4-FFF2-40B4-BE49-F238E27FC236}">
                <a16:creationId xmlns:a16="http://schemas.microsoft.com/office/drawing/2014/main" id="{37178524-F7ED-A08C-46FA-9E69B52D7516}"/>
              </a:ext>
            </a:extLst>
          </p:cNvPr>
          <p:cNvSpPr/>
          <p:nvPr/>
        </p:nvSpPr>
        <p:spPr>
          <a:xfrm>
            <a:off x="1035385" y="1564171"/>
            <a:ext cx="10110060" cy="59400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solidFill>
                  <a:schemeClr val="tx1">
                    <a:lumMod val="65000"/>
                    <a:lumOff val="35000"/>
                  </a:schemeClr>
                </a:solidFill>
              </a:rPr>
              <a:t>Examines the </a:t>
            </a:r>
            <a:r>
              <a:rPr lang="en-US" sz="2400" dirty="0">
                <a:solidFill>
                  <a:srgbClr val="C00000"/>
                </a:solidFill>
              </a:rPr>
              <a:t>semantics of a conversation </a:t>
            </a:r>
            <a:r>
              <a:rPr lang="en-US" sz="2400" dirty="0">
                <a:solidFill>
                  <a:schemeClr val="tx1">
                    <a:lumMod val="65000"/>
                    <a:lumOff val="35000"/>
                  </a:schemeClr>
                </a:solidFill>
              </a:rPr>
              <a:t>in fine detail</a:t>
            </a:r>
          </a:p>
        </p:txBody>
      </p:sp>
      <p:sp>
        <p:nvSpPr>
          <p:cNvPr id="4" name="Slide Number Placeholder 1">
            <a:extLst>
              <a:ext uri="{FF2B5EF4-FFF2-40B4-BE49-F238E27FC236}">
                <a16:creationId xmlns:a16="http://schemas.microsoft.com/office/drawing/2014/main" id="{1698FA73-B643-8C85-46B6-3275EB785A3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14</a:t>
            </a:fld>
            <a:endParaRPr lang="en-MY" dirty="0"/>
          </a:p>
        </p:txBody>
      </p:sp>
      <p:pic>
        <p:nvPicPr>
          <p:cNvPr id="6" name="Picture 5" descr="Extract of code of a conversation between a family and Alexa">
            <a:extLst>
              <a:ext uri="{FF2B5EF4-FFF2-40B4-BE49-F238E27FC236}">
                <a16:creationId xmlns:a16="http://schemas.microsoft.com/office/drawing/2014/main" id="{53709C08-4938-F606-DEF8-80D379D95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9365" y="2434847"/>
            <a:ext cx="6642100" cy="2882900"/>
          </a:xfrm>
          <a:prstGeom prst="rect">
            <a:avLst/>
          </a:prstGeom>
        </p:spPr>
      </p:pic>
      <p:sp>
        <p:nvSpPr>
          <p:cNvPr id="7" name="Rectangle 3">
            <a:extLst>
              <a:ext uri="{FF2B5EF4-FFF2-40B4-BE49-F238E27FC236}">
                <a16:creationId xmlns:a16="http://schemas.microsoft.com/office/drawing/2014/main" id="{8C2B9EC3-8814-DDD8-8F89-033118DE88CD}"/>
              </a:ext>
            </a:extLst>
          </p:cNvPr>
          <p:cNvSpPr>
            <a:spLocks noChangeArrowheads="1"/>
          </p:cNvSpPr>
          <p:nvPr/>
        </p:nvSpPr>
        <p:spPr bwMode="auto">
          <a:xfrm>
            <a:off x="2089915" y="5317747"/>
            <a:ext cx="8001000" cy="90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spcBef>
                <a:spcPct val="20000"/>
              </a:spcBef>
            </a:pPr>
            <a:r>
              <a:rPr lang="en-US" dirty="0">
                <a:solidFill>
                  <a:schemeClr val="tx1">
                    <a:lumMod val="65000"/>
                    <a:lumOff val="35000"/>
                  </a:schemeClr>
                </a:solidFill>
              </a:rPr>
              <a:t>An extract of the conversation between a family and Alexa</a:t>
            </a:r>
          </a:p>
        </p:txBody>
      </p:sp>
    </p:spTree>
    <p:extLst>
      <p:ext uri="{BB962C8B-B14F-4D97-AF65-F5344CB8AC3E}">
        <p14:creationId xmlns:p14="http://schemas.microsoft.com/office/powerpoint/2010/main" val="3324752347"/>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7841B-4931-AB23-4F1E-24DC6881BEF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66294F0-E30E-559A-5FA0-72D9642F4183}"/>
              </a:ext>
            </a:extLst>
          </p:cNvPr>
          <p:cNvSpPr txBox="1"/>
          <p:nvPr/>
        </p:nvSpPr>
        <p:spPr>
          <a:xfrm>
            <a:off x="1783917" y="38028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Discourse Analysis</a:t>
            </a:r>
          </a:p>
        </p:txBody>
      </p:sp>
      <p:sp>
        <p:nvSpPr>
          <p:cNvPr id="24" name="Rectangle 23">
            <a:extLst>
              <a:ext uri="{FF2B5EF4-FFF2-40B4-BE49-F238E27FC236}">
                <a16:creationId xmlns:a16="http://schemas.microsoft.com/office/drawing/2014/main" id="{4848C0CF-29E0-76D7-D9B8-801E19211807}"/>
              </a:ext>
            </a:extLst>
          </p:cNvPr>
          <p:cNvSpPr/>
          <p:nvPr/>
        </p:nvSpPr>
        <p:spPr>
          <a:xfrm>
            <a:off x="1035385" y="1227520"/>
            <a:ext cx="10110060" cy="512268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200" dirty="0">
                <a:solidFill>
                  <a:srgbClr val="C00000"/>
                </a:solidFill>
              </a:rPr>
              <a:t>Focuses on dialogue</a:t>
            </a:r>
            <a:r>
              <a:rPr lang="en-US" sz="2200" dirty="0">
                <a:solidFill>
                  <a:schemeClr val="tx1">
                    <a:lumMod val="65000"/>
                    <a:lumOff val="35000"/>
                  </a:schemeClr>
                </a:solidFill>
              </a:rPr>
              <a:t>; that is, the meaning of what is said and how words convey meaning</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rgbClr val="C00000"/>
                </a:solidFill>
              </a:rPr>
              <a:t>Assumption</a:t>
            </a:r>
            <a:r>
              <a:rPr lang="en-US" sz="2200" dirty="0">
                <a:solidFill>
                  <a:schemeClr val="tx1">
                    <a:lumMod val="65000"/>
                    <a:lumOff val="35000"/>
                  </a:schemeClr>
                </a:solidFill>
              </a:rPr>
              <a:t> that there is no objective scientific “truth”</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rgbClr val="C00000"/>
                </a:solidFill>
              </a:rPr>
              <a:t>Language</a:t>
            </a:r>
            <a:r>
              <a:rPr lang="en-US" sz="2200" dirty="0">
                <a:solidFill>
                  <a:schemeClr val="tx1">
                    <a:lumMod val="65000"/>
                    <a:lumOff val="35000"/>
                  </a:schemeClr>
                </a:solidFill>
              </a:rPr>
              <a:t> is viewed as a constructive tool</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rgbClr val="C00000"/>
                </a:solidFill>
              </a:rPr>
              <a:t>Discourse analysis </a:t>
            </a:r>
            <a:r>
              <a:rPr lang="en-US" sz="2200" dirty="0">
                <a:solidFill>
                  <a:schemeClr val="tx1">
                    <a:lumMod val="65000"/>
                    <a:lumOff val="35000"/>
                  </a:schemeClr>
                </a:solidFill>
              </a:rPr>
              <a:t>is useful when trying to identify subtle meaning</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rgbClr val="C00000"/>
                </a:solidFill>
              </a:rPr>
              <a:t>Time-consuming</a:t>
            </a:r>
            <a:r>
              <a:rPr lang="en-US" sz="2200" dirty="0">
                <a:solidFill>
                  <a:schemeClr val="tx1">
                    <a:lumMod val="65000"/>
                    <a:lumOff val="35000"/>
                  </a:schemeClr>
                </a:solidFill>
              </a:rPr>
              <a:t> but tools can help as long as context isn’t lost</a:t>
            </a:r>
          </a:p>
        </p:txBody>
      </p:sp>
      <p:sp>
        <p:nvSpPr>
          <p:cNvPr id="4" name="Slide Number Placeholder 1">
            <a:extLst>
              <a:ext uri="{FF2B5EF4-FFF2-40B4-BE49-F238E27FC236}">
                <a16:creationId xmlns:a16="http://schemas.microsoft.com/office/drawing/2014/main" id="{1FDED5E0-EDE8-EE6F-6A8C-DB9B1F680B6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15</a:t>
            </a:fld>
            <a:endParaRPr lang="en-MY" dirty="0"/>
          </a:p>
        </p:txBody>
      </p:sp>
    </p:spTree>
    <p:extLst>
      <p:ext uri="{BB962C8B-B14F-4D97-AF65-F5344CB8AC3E}">
        <p14:creationId xmlns:p14="http://schemas.microsoft.com/office/powerpoint/2010/main" val="419384165"/>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ED749-3CD1-DD60-D803-DD0502E0B67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A952F96-C28B-7483-87A1-41C8086452AA}"/>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Content Analysis</a:t>
            </a:r>
          </a:p>
        </p:txBody>
      </p:sp>
      <p:sp>
        <p:nvSpPr>
          <p:cNvPr id="24" name="Rectangle 23">
            <a:extLst>
              <a:ext uri="{FF2B5EF4-FFF2-40B4-BE49-F238E27FC236}">
                <a16:creationId xmlns:a16="http://schemas.microsoft.com/office/drawing/2014/main" id="{A7B47070-FAE5-A3CE-51E6-4048CF4AA24D}"/>
              </a:ext>
            </a:extLst>
          </p:cNvPr>
          <p:cNvSpPr/>
          <p:nvPr/>
        </p:nvSpPr>
        <p:spPr>
          <a:xfrm>
            <a:off x="1035385" y="1786242"/>
            <a:ext cx="10110060" cy="359919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Involves </a:t>
            </a:r>
            <a:r>
              <a:rPr lang="en-US" sz="2200" dirty="0">
                <a:solidFill>
                  <a:srgbClr val="C00000"/>
                </a:solidFill>
              </a:rPr>
              <a:t>classifying data </a:t>
            </a:r>
            <a:r>
              <a:rPr lang="en-US" sz="2200" dirty="0">
                <a:solidFill>
                  <a:schemeClr val="tx1">
                    <a:lumMod val="65000"/>
                    <a:lumOff val="35000"/>
                  </a:schemeClr>
                </a:solidFill>
              </a:rPr>
              <a:t>into themes or categories and </a:t>
            </a:r>
            <a:r>
              <a:rPr lang="en-US" sz="2200" dirty="0">
                <a:solidFill>
                  <a:srgbClr val="C00000"/>
                </a:solidFill>
              </a:rPr>
              <a:t>studying their frequencies</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Can be used for </a:t>
            </a:r>
            <a:r>
              <a:rPr lang="en-US" sz="2200" dirty="0">
                <a:solidFill>
                  <a:srgbClr val="C00000"/>
                </a:solidFill>
              </a:rPr>
              <a:t>any “text”: video, newspapers, advertisements, images, and sounds</a:t>
            </a:r>
          </a:p>
          <a:p>
            <a:pPr marL="342900" indent="-342900" algn="just">
              <a:lnSpc>
                <a:spcPct val="150000"/>
              </a:lnSpc>
              <a:buFont typeface="Arial" panose="020B0604020202020204" pitchFamily="34" charset="0"/>
              <a:buChar char="•"/>
            </a:pPr>
            <a:endParaRPr lang="en-US" sz="22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Often used </a:t>
            </a:r>
            <a:r>
              <a:rPr lang="en-US" sz="2200" dirty="0">
                <a:solidFill>
                  <a:srgbClr val="C00000"/>
                </a:solidFill>
              </a:rPr>
              <a:t>in conjunction with other techniques</a:t>
            </a:r>
          </a:p>
        </p:txBody>
      </p:sp>
      <p:sp>
        <p:nvSpPr>
          <p:cNvPr id="4" name="Slide Number Placeholder 1">
            <a:extLst>
              <a:ext uri="{FF2B5EF4-FFF2-40B4-BE49-F238E27FC236}">
                <a16:creationId xmlns:a16="http://schemas.microsoft.com/office/drawing/2014/main" id="{23B13C19-CE21-B40C-109B-B7924DCA4C2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16</a:t>
            </a:fld>
            <a:endParaRPr lang="en-MY" dirty="0"/>
          </a:p>
        </p:txBody>
      </p:sp>
    </p:spTree>
    <p:extLst>
      <p:ext uri="{BB962C8B-B14F-4D97-AF65-F5344CB8AC3E}">
        <p14:creationId xmlns:p14="http://schemas.microsoft.com/office/powerpoint/2010/main" val="315547648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AF8A9-DAAD-A127-8F7D-B6B16FA4B188}"/>
            </a:ext>
          </a:extLst>
        </p:cNvPr>
        <p:cNvGrpSpPr/>
        <p:nvPr/>
      </p:nvGrpSpPr>
      <p:grpSpPr>
        <a:xfrm>
          <a:off x="0" y="0"/>
          <a:ext cx="0" cy="0"/>
          <a:chOff x="0" y="0"/>
          <a:chExt cx="0" cy="0"/>
        </a:xfrm>
      </p:grpSpPr>
      <p:sp>
        <p:nvSpPr>
          <p:cNvPr id="4" name="Slide Number Placeholder 1" hidden="1">
            <a:extLst>
              <a:ext uri="{FF2B5EF4-FFF2-40B4-BE49-F238E27FC236}">
                <a16:creationId xmlns:a16="http://schemas.microsoft.com/office/drawing/2014/main" id="{1E946CAB-BC1B-65BA-1B68-FB15BB215A54}"/>
              </a:ext>
            </a:extLst>
          </p:cNvPr>
          <p:cNvSpPr>
            <a:spLocks noGrp="1"/>
          </p:cNvSpPr>
          <p:nvPr>
            <p:ph type="sldNum" sz="quarter" idx="11"/>
          </p:nvPr>
        </p:nvSpPr>
        <p:spPr/>
        <p:txBody>
          <a:bodyPr/>
          <a:lstStyle/>
          <a:p>
            <a:pPr>
              <a:spcAft>
                <a:spcPts val="600"/>
              </a:spcAft>
            </a:pPr>
            <a:fld id="{7737D3DD-0AB3-4F16-99FA-6262B2B4036D}" type="slidenum">
              <a:rPr lang="en-MY" smtClean="0"/>
              <a:pPr>
                <a:spcAft>
                  <a:spcPts val="600"/>
                </a:spcAft>
              </a:pPr>
              <a:t>17</a:t>
            </a:fld>
            <a:endParaRPr lang="en-MY"/>
          </a:p>
        </p:txBody>
      </p:sp>
      <p:sp>
        <p:nvSpPr>
          <p:cNvPr id="3" name="Slide Number Placeholder 1">
            <a:extLst>
              <a:ext uri="{FF2B5EF4-FFF2-40B4-BE49-F238E27FC236}">
                <a16:creationId xmlns:a16="http://schemas.microsoft.com/office/drawing/2014/main" id="{4952CF49-9D02-7D42-B518-74BAEAA64960}"/>
              </a:ext>
            </a:extLst>
          </p:cNvPr>
          <p:cNvSpPr txBox="1">
            <a:spLocks/>
          </p:cNvSpPr>
          <p:nvPr/>
        </p:nvSpPr>
        <p:spPr>
          <a:xfrm>
            <a:off x="4871216" y="6585421"/>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tx1">
                    <a:lumMod val="85000"/>
                    <a:lumOff val="1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37D3DD-0AB3-4F16-99FA-6262B2B4036D}" type="slidenum">
              <a:rPr lang="en-MY" smtClean="0"/>
              <a:pPr/>
              <a:t>17</a:t>
            </a:fld>
            <a:endParaRPr lang="en-MY" dirty="0"/>
          </a:p>
        </p:txBody>
      </p:sp>
      <p:pic>
        <p:nvPicPr>
          <p:cNvPr id="5" name="Google Shape;215;p12" descr="A person and person standing in front of a board with post-it notes&#10;&#10;AI-generated content may be incorrect.">
            <a:extLst>
              <a:ext uri="{FF2B5EF4-FFF2-40B4-BE49-F238E27FC236}">
                <a16:creationId xmlns:a16="http://schemas.microsoft.com/office/drawing/2014/main" id="{2E2BC383-0255-E8C9-39D8-CE5ADE03F6BB}"/>
              </a:ext>
            </a:extLst>
          </p:cNvPr>
          <p:cNvPicPr preferRelativeResize="0"/>
          <p:nvPr/>
        </p:nvPicPr>
        <p:blipFill rotWithShape="1">
          <a:blip r:embed="rId2"/>
          <a:stretch/>
        </p:blipFill>
        <p:spPr>
          <a:xfrm>
            <a:off x="333644" y="778121"/>
            <a:ext cx="11614150" cy="5584840"/>
          </a:xfrm>
          <a:prstGeom prst="rect">
            <a:avLst/>
          </a:prstGeom>
          <a:noFill/>
          <a:ln>
            <a:noFill/>
          </a:ln>
        </p:spPr>
      </p:pic>
      <p:sp>
        <p:nvSpPr>
          <p:cNvPr id="2" name="TextBox 1">
            <a:extLst>
              <a:ext uri="{FF2B5EF4-FFF2-40B4-BE49-F238E27FC236}">
                <a16:creationId xmlns:a16="http://schemas.microsoft.com/office/drawing/2014/main" id="{9B3992FB-1CF9-B3E5-EACF-36E571C29AA3}"/>
              </a:ext>
            </a:extLst>
          </p:cNvPr>
          <p:cNvSpPr txBox="1"/>
          <p:nvPr/>
        </p:nvSpPr>
        <p:spPr>
          <a:xfrm>
            <a:off x="1789501" y="194000"/>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Simple Qualitative Analysis</a:t>
            </a:r>
          </a:p>
        </p:txBody>
      </p:sp>
    </p:spTree>
    <p:extLst>
      <p:ext uri="{BB962C8B-B14F-4D97-AF65-F5344CB8AC3E}">
        <p14:creationId xmlns:p14="http://schemas.microsoft.com/office/powerpoint/2010/main" val="197684932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AD3CB-FF88-30D4-4BA7-06A9B1C9D8F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C32CF5-CB6C-2082-3CD5-A56CAA33C7CB}"/>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Interaction Analysis</a:t>
            </a:r>
          </a:p>
        </p:txBody>
      </p:sp>
      <p:sp>
        <p:nvSpPr>
          <p:cNvPr id="24" name="Rectangle 23">
            <a:extLst>
              <a:ext uri="{FF2B5EF4-FFF2-40B4-BE49-F238E27FC236}">
                <a16:creationId xmlns:a16="http://schemas.microsoft.com/office/drawing/2014/main" id="{EC95EF43-9996-4A1E-AC6A-4D4030497E3D}"/>
              </a:ext>
            </a:extLst>
          </p:cNvPr>
          <p:cNvSpPr/>
          <p:nvPr/>
        </p:nvSpPr>
        <p:spPr>
          <a:xfrm>
            <a:off x="1035385" y="1566786"/>
            <a:ext cx="10110060" cy="461485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A way to investigate and understand </a:t>
            </a:r>
            <a:r>
              <a:rPr lang="en-US" sz="2200" dirty="0">
                <a:solidFill>
                  <a:srgbClr val="C00000"/>
                </a:solidFill>
              </a:rPr>
              <a:t>interactions between people and between people and artefacts </a:t>
            </a: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Based on </a:t>
            </a:r>
            <a:r>
              <a:rPr lang="en-US" sz="2200" dirty="0">
                <a:solidFill>
                  <a:srgbClr val="C00000"/>
                </a:solidFill>
              </a:rPr>
              <a:t>empirical observations </a:t>
            </a:r>
            <a:r>
              <a:rPr lang="en-US" sz="2200" dirty="0">
                <a:solidFill>
                  <a:schemeClr val="tx1">
                    <a:lumMod val="65000"/>
                    <a:lumOff val="35000"/>
                  </a:schemeClr>
                </a:solidFill>
              </a:rPr>
              <a:t>such as videos</a:t>
            </a:r>
          </a:p>
          <a:p>
            <a:pPr marL="342900" indent="-342900" algn="just">
              <a:lnSpc>
                <a:spcPct val="150000"/>
              </a:lnSpc>
              <a:buFont typeface="Arial" panose="020B0604020202020204" pitchFamily="34" charset="0"/>
              <a:buChar char="•"/>
            </a:pPr>
            <a:r>
              <a:rPr lang="en-US" sz="2200" dirty="0">
                <a:solidFill>
                  <a:srgbClr val="C00000"/>
                </a:solidFill>
              </a:rPr>
              <a:t>Inductive process </a:t>
            </a:r>
            <a:r>
              <a:rPr lang="en-US" sz="2200" dirty="0">
                <a:solidFill>
                  <a:schemeClr val="tx1">
                    <a:lumMod val="65000"/>
                    <a:lumOff val="35000"/>
                  </a:schemeClr>
                </a:solidFill>
              </a:rPr>
              <a:t>in teams, collaboratively</a:t>
            </a: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Contents of the material </a:t>
            </a:r>
            <a:r>
              <a:rPr lang="en-US" sz="2200" dirty="0">
                <a:solidFill>
                  <a:srgbClr val="C00000"/>
                </a:solidFill>
              </a:rPr>
              <a:t>is logged</a:t>
            </a: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Materials are </a:t>
            </a:r>
            <a:r>
              <a:rPr lang="en-US" sz="2200" dirty="0">
                <a:solidFill>
                  <a:srgbClr val="C00000"/>
                </a:solidFill>
              </a:rPr>
              <a:t>extracted, classified, or removed</a:t>
            </a: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Instances of a salient event </a:t>
            </a:r>
            <a:r>
              <a:rPr lang="en-US" sz="2200" dirty="0">
                <a:solidFill>
                  <a:srgbClr val="C00000"/>
                </a:solidFill>
              </a:rPr>
              <a:t>are assembled and played one after the other </a:t>
            </a:r>
          </a:p>
          <a:p>
            <a:pPr marL="342900" indent="-342900" algn="just">
              <a:lnSpc>
                <a:spcPct val="150000"/>
              </a:lnSpc>
              <a:buFont typeface="Arial" panose="020B0604020202020204" pitchFamily="34" charset="0"/>
              <a:buChar char="•"/>
            </a:pPr>
            <a:r>
              <a:rPr lang="en-US" sz="2200" dirty="0">
                <a:solidFill>
                  <a:schemeClr val="tx1">
                    <a:lumMod val="65000"/>
                    <a:lumOff val="35000"/>
                  </a:schemeClr>
                </a:solidFill>
              </a:rPr>
              <a:t>The team of researchers studies the </a:t>
            </a:r>
            <a:r>
              <a:rPr lang="en-US" sz="2200" dirty="0">
                <a:solidFill>
                  <a:srgbClr val="C00000"/>
                </a:solidFill>
              </a:rPr>
              <a:t>assemblage together</a:t>
            </a:r>
          </a:p>
        </p:txBody>
      </p:sp>
      <p:sp>
        <p:nvSpPr>
          <p:cNvPr id="4" name="Slide Number Placeholder 1">
            <a:extLst>
              <a:ext uri="{FF2B5EF4-FFF2-40B4-BE49-F238E27FC236}">
                <a16:creationId xmlns:a16="http://schemas.microsoft.com/office/drawing/2014/main" id="{6B1F6234-6ED5-78A5-0672-AC3FFA90DD9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18</a:t>
            </a:fld>
            <a:endParaRPr lang="en-MY" dirty="0"/>
          </a:p>
        </p:txBody>
      </p:sp>
    </p:spTree>
    <p:extLst>
      <p:ext uri="{BB962C8B-B14F-4D97-AF65-F5344CB8AC3E}">
        <p14:creationId xmlns:p14="http://schemas.microsoft.com/office/powerpoint/2010/main" val="3201085925"/>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B1051-9AE1-13BD-7512-F2F75901CB3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9D95CF5-1F8B-DF01-A501-724B3DC5AB94}"/>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Grounded Theory</a:t>
            </a:r>
          </a:p>
        </p:txBody>
      </p:sp>
      <p:sp>
        <p:nvSpPr>
          <p:cNvPr id="24" name="Rectangle 23">
            <a:extLst>
              <a:ext uri="{FF2B5EF4-FFF2-40B4-BE49-F238E27FC236}">
                <a16:creationId xmlns:a16="http://schemas.microsoft.com/office/drawing/2014/main" id="{B053C762-709A-681B-C348-CCC8D40DCBC4}"/>
              </a:ext>
            </a:extLst>
          </p:cNvPr>
          <p:cNvSpPr/>
          <p:nvPr/>
        </p:nvSpPr>
        <p:spPr>
          <a:xfrm>
            <a:off x="1035385" y="1261279"/>
            <a:ext cx="10110060" cy="512704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Seeks to develop </a:t>
            </a:r>
            <a:r>
              <a:rPr lang="en-US" sz="2000" dirty="0">
                <a:solidFill>
                  <a:srgbClr val="C00000"/>
                </a:solidFill>
              </a:rPr>
              <a:t>theory from systematic analysis of empirical data</a:t>
            </a:r>
          </a:p>
          <a:p>
            <a:pPr marL="342900" indent="-342900" algn="just">
              <a:lnSpc>
                <a:spcPct val="150000"/>
              </a:lnSpc>
              <a:buFont typeface="Arial" panose="020B0604020202020204" pitchFamily="34" charset="0"/>
              <a:buChar char="•"/>
            </a:pPr>
            <a:r>
              <a:rPr lang="en-US" sz="2000" dirty="0">
                <a:solidFill>
                  <a:srgbClr val="C00000"/>
                </a:solidFill>
              </a:rPr>
              <a:t>Three levels </a:t>
            </a:r>
            <a:r>
              <a:rPr lang="en-US" sz="2000" dirty="0">
                <a:solidFill>
                  <a:schemeClr val="tx1">
                    <a:lumMod val="65000"/>
                    <a:lumOff val="35000"/>
                  </a:schemeClr>
                </a:solidFill>
              </a:rPr>
              <a:t>of coding</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Open: </a:t>
            </a:r>
            <a:r>
              <a:rPr lang="en-US" sz="2000" dirty="0">
                <a:solidFill>
                  <a:schemeClr val="tx1">
                    <a:lumMod val="65000"/>
                    <a:lumOff val="35000"/>
                  </a:schemeClr>
                </a:solidFill>
              </a:rPr>
              <a:t>Identify categories</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Axial: </a:t>
            </a:r>
            <a:r>
              <a:rPr lang="en-US" sz="2000" dirty="0">
                <a:solidFill>
                  <a:schemeClr val="tx1">
                    <a:lumMod val="65000"/>
                    <a:lumOff val="35000"/>
                  </a:schemeClr>
                </a:solidFill>
              </a:rPr>
              <a:t>Flesh out and link to subcategories</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Selective:</a:t>
            </a:r>
            <a:r>
              <a:rPr lang="en-US" sz="2000" dirty="0">
                <a:solidFill>
                  <a:schemeClr val="tx1">
                    <a:lumMod val="65000"/>
                    <a:lumOff val="35000"/>
                  </a:schemeClr>
                </a:solidFill>
              </a:rPr>
              <a:t> Form theoretical scheme</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Researchers are encouraged </a:t>
            </a:r>
            <a:r>
              <a:rPr lang="en-US" sz="2000" dirty="0">
                <a:solidFill>
                  <a:srgbClr val="C00000"/>
                </a:solidFill>
              </a:rPr>
              <a:t>to draw on their own theoretical backgrounds to inform analysis</a:t>
            </a:r>
          </a:p>
          <a:p>
            <a:pPr marL="342900" indent="-342900" algn="just">
              <a:lnSpc>
                <a:spcPct val="150000"/>
              </a:lnSpc>
              <a:buFont typeface="Arial" panose="020B0604020202020204" pitchFamily="34" charset="0"/>
              <a:buChar char="•"/>
            </a:pPr>
            <a:r>
              <a:rPr lang="en-US" sz="2000" dirty="0">
                <a:solidFill>
                  <a:srgbClr val="C00000"/>
                </a:solidFill>
              </a:rPr>
              <a:t>Analytic tools </a:t>
            </a:r>
            <a:r>
              <a:rPr lang="en-US" sz="2000" dirty="0">
                <a:solidFill>
                  <a:schemeClr val="tx1">
                    <a:lumMod val="65000"/>
                    <a:lumOff val="35000"/>
                  </a:schemeClr>
                </a:solidFill>
              </a:rPr>
              <a:t>to help stimulate thinking:</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Question the data</a:t>
            </a:r>
          </a:p>
          <a:p>
            <a:pPr marL="800100" lvl="1" indent="-342900" algn="just">
              <a:lnSpc>
                <a:spcPct val="150000"/>
              </a:lnSpc>
              <a:buFont typeface="Arial" panose="020B0604020202020204" pitchFamily="34" charset="0"/>
              <a:buChar char="•"/>
            </a:pPr>
            <a:r>
              <a:rPr lang="en-US" sz="2000" dirty="0" err="1">
                <a:solidFill>
                  <a:schemeClr val="tx1">
                    <a:lumMod val="65000"/>
                    <a:lumOff val="35000"/>
                  </a:schemeClr>
                </a:solidFill>
              </a:rPr>
              <a:t>Analyse</a:t>
            </a:r>
            <a:r>
              <a:rPr lang="en-US" sz="2000" dirty="0">
                <a:solidFill>
                  <a:schemeClr val="tx1">
                    <a:lumMod val="65000"/>
                    <a:lumOff val="35000"/>
                  </a:schemeClr>
                </a:solidFill>
              </a:rPr>
              <a:t> words, phrases or sentence</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Comparisons between objects or abstract categories</a:t>
            </a:r>
          </a:p>
        </p:txBody>
      </p:sp>
      <p:sp>
        <p:nvSpPr>
          <p:cNvPr id="4" name="Slide Number Placeholder 1">
            <a:extLst>
              <a:ext uri="{FF2B5EF4-FFF2-40B4-BE49-F238E27FC236}">
                <a16:creationId xmlns:a16="http://schemas.microsoft.com/office/drawing/2014/main" id="{0905BEB9-8CEB-84C4-3AEA-422E5E7B566A}"/>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19</a:t>
            </a:fld>
            <a:endParaRPr lang="en-MY" dirty="0"/>
          </a:p>
        </p:txBody>
      </p:sp>
    </p:spTree>
    <p:extLst>
      <p:ext uri="{BB962C8B-B14F-4D97-AF65-F5344CB8AC3E}">
        <p14:creationId xmlns:p14="http://schemas.microsoft.com/office/powerpoint/2010/main" val="323158113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3A927-CAF5-604E-0779-2DE945D0A84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C4E45F6-97D0-3CA8-0B4A-2DEE2A203AF8}"/>
              </a:ext>
            </a:extLst>
          </p:cNvPr>
          <p:cNvSpPr txBox="1"/>
          <p:nvPr/>
        </p:nvSpPr>
        <p:spPr>
          <a:xfrm>
            <a:off x="1783917" y="307135"/>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Illustration of Open Coding</a:t>
            </a:r>
          </a:p>
        </p:txBody>
      </p:sp>
      <p:sp>
        <p:nvSpPr>
          <p:cNvPr id="4" name="Slide Number Placeholder 1">
            <a:extLst>
              <a:ext uri="{FF2B5EF4-FFF2-40B4-BE49-F238E27FC236}">
                <a16:creationId xmlns:a16="http://schemas.microsoft.com/office/drawing/2014/main" id="{AA93B16E-B1BC-B166-778B-48809744E42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20</a:t>
            </a:fld>
            <a:endParaRPr lang="en-MY" dirty="0"/>
          </a:p>
        </p:txBody>
      </p:sp>
      <p:pic>
        <p:nvPicPr>
          <p:cNvPr id="2" name="Picture 1" descr="Table illustrating an open coding example. The table lists the game feature and observations. The game name is specified and play description. Game mechanics, Rewards, Interface, Interactivity level, and Progress rate are specified. The table also includses a game overview.">
            <a:extLst>
              <a:ext uri="{FF2B5EF4-FFF2-40B4-BE49-F238E27FC236}">
                <a16:creationId xmlns:a16="http://schemas.microsoft.com/office/drawing/2014/main" id="{BCB530DE-C5F7-B6E3-913D-F4F06BA997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915" y="1021712"/>
            <a:ext cx="9836169" cy="5320997"/>
          </a:xfrm>
          <a:prstGeom prst="rect">
            <a:avLst/>
          </a:prstGeom>
        </p:spPr>
      </p:pic>
    </p:spTree>
    <p:extLst>
      <p:ext uri="{BB962C8B-B14F-4D97-AF65-F5344CB8AC3E}">
        <p14:creationId xmlns:p14="http://schemas.microsoft.com/office/powerpoint/2010/main" val="309349078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58C3D-3882-DE0B-7D3A-DB3F707E941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C2E00BC-5785-A40C-D634-E75FB2FC1C28}"/>
              </a:ext>
            </a:extLst>
          </p:cNvPr>
          <p:cNvSpPr txBox="1"/>
          <p:nvPr/>
        </p:nvSpPr>
        <p:spPr>
          <a:xfrm>
            <a:off x="1783917" y="361999"/>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Development of Open Coding</a:t>
            </a:r>
          </a:p>
        </p:txBody>
      </p:sp>
      <p:sp>
        <p:nvSpPr>
          <p:cNvPr id="4" name="Slide Number Placeholder 1">
            <a:extLst>
              <a:ext uri="{FF2B5EF4-FFF2-40B4-BE49-F238E27FC236}">
                <a16:creationId xmlns:a16="http://schemas.microsoft.com/office/drawing/2014/main" id="{EFC0A7A0-BDE5-4B29-4AC6-BF082BD2D3D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21</a:t>
            </a:fld>
            <a:endParaRPr lang="en-MY" dirty="0"/>
          </a:p>
        </p:txBody>
      </p:sp>
      <p:pic>
        <p:nvPicPr>
          <p:cNvPr id="3" name="Picture 2" descr="An illustration of the grounded theory process showing the development of open coding, through concepts to categories&#10;">
            <a:extLst>
              <a:ext uri="{FF2B5EF4-FFF2-40B4-BE49-F238E27FC236}">
                <a16:creationId xmlns:a16="http://schemas.microsoft.com/office/drawing/2014/main" id="{4BC12053-45B9-4B2A-BD4F-D89738B225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8998" y="1241168"/>
            <a:ext cx="8682834" cy="4818973"/>
          </a:xfrm>
          <a:prstGeom prst="rect">
            <a:avLst/>
          </a:prstGeom>
        </p:spPr>
      </p:pic>
      <p:sp>
        <p:nvSpPr>
          <p:cNvPr id="6" name="Rectangle 3">
            <a:extLst>
              <a:ext uri="{FF2B5EF4-FFF2-40B4-BE49-F238E27FC236}">
                <a16:creationId xmlns:a16="http://schemas.microsoft.com/office/drawing/2014/main" id="{557D7793-C674-AF55-DB88-B57448870601}"/>
              </a:ext>
            </a:extLst>
          </p:cNvPr>
          <p:cNvSpPr>
            <a:spLocks noChangeArrowheads="1"/>
          </p:cNvSpPr>
          <p:nvPr/>
        </p:nvSpPr>
        <p:spPr bwMode="auto">
          <a:xfrm>
            <a:off x="1675258" y="6151354"/>
            <a:ext cx="6712868" cy="39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nSpc>
                <a:spcPct val="110000"/>
              </a:lnSpc>
              <a:spcBef>
                <a:spcPct val="20000"/>
              </a:spcBef>
            </a:pPr>
            <a:r>
              <a:rPr lang="en-US" sz="1400" dirty="0">
                <a:solidFill>
                  <a:schemeClr val="tx1">
                    <a:lumMod val="65000"/>
                    <a:lumOff val="35000"/>
                  </a:schemeClr>
                </a:solidFill>
              </a:rPr>
              <a:t>Source: Alharti et al (2018)</a:t>
            </a:r>
            <a:endParaRPr lang="en-US" sz="1400" dirty="0">
              <a:solidFill>
                <a:schemeClr val="accent1"/>
              </a:solidFill>
              <a:latin typeface="Liberation Sans"/>
            </a:endParaRPr>
          </a:p>
        </p:txBody>
      </p:sp>
    </p:spTree>
    <p:extLst>
      <p:ext uri="{BB962C8B-B14F-4D97-AF65-F5344CB8AC3E}">
        <p14:creationId xmlns:p14="http://schemas.microsoft.com/office/powerpoint/2010/main" val="378067641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B1D9-0297-27BB-2562-28CA7EE0153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13B04E2-16DB-DF8A-5726-FEC4A97BD4AB}"/>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System-based Frameworks</a:t>
            </a:r>
          </a:p>
        </p:txBody>
      </p:sp>
      <p:sp>
        <p:nvSpPr>
          <p:cNvPr id="4" name="Slide Number Placeholder 1">
            <a:extLst>
              <a:ext uri="{FF2B5EF4-FFF2-40B4-BE49-F238E27FC236}">
                <a16:creationId xmlns:a16="http://schemas.microsoft.com/office/drawing/2014/main" id="{682ECE65-1C18-11EC-2CAB-6768C0DE08E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22</a:t>
            </a:fld>
            <a:endParaRPr lang="en-MY" dirty="0"/>
          </a:p>
        </p:txBody>
      </p:sp>
      <p:sp>
        <p:nvSpPr>
          <p:cNvPr id="2" name="Rectangle 1">
            <a:extLst>
              <a:ext uri="{FF2B5EF4-FFF2-40B4-BE49-F238E27FC236}">
                <a16:creationId xmlns:a16="http://schemas.microsoft.com/office/drawing/2014/main" id="{6BC45BFE-53D9-81BC-DCFE-F6693412064C}"/>
              </a:ext>
            </a:extLst>
          </p:cNvPr>
          <p:cNvSpPr/>
          <p:nvPr/>
        </p:nvSpPr>
        <p:spPr>
          <a:xfrm>
            <a:off x="413593" y="1407583"/>
            <a:ext cx="3427704" cy="4208844"/>
          </a:xfrm>
          <a:prstGeom prst="rect">
            <a:avLst/>
          </a:prstGeom>
        </p:spPr>
        <p:txBody>
          <a:bodyPr wrap="square">
            <a:spAutoFit/>
          </a:bodyPr>
          <a:lstStyle/>
          <a:p>
            <a:pPr marL="342900" indent="-342900">
              <a:lnSpc>
                <a:spcPct val="150000"/>
              </a:lnSpc>
              <a:buFont typeface="Arial" panose="020B0604020202020204" pitchFamily="34" charset="0"/>
              <a:buChar char="•"/>
            </a:pPr>
            <a:r>
              <a:rPr lang="en-US" sz="2000" dirty="0">
                <a:solidFill>
                  <a:schemeClr val="tx1">
                    <a:lumMod val="65000"/>
                    <a:lumOff val="35000"/>
                  </a:schemeClr>
                </a:solidFill>
              </a:rPr>
              <a:t>Understanding a whole </a:t>
            </a:r>
            <a:r>
              <a:rPr lang="en-US" sz="2000" dirty="0">
                <a:solidFill>
                  <a:srgbClr val="C00000"/>
                </a:solidFill>
              </a:rPr>
              <a:t>socio-technical system</a:t>
            </a:r>
            <a:r>
              <a:rPr lang="en-US" sz="2000" dirty="0">
                <a:solidFill>
                  <a:schemeClr val="tx1">
                    <a:lumMod val="65000"/>
                    <a:lumOff val="35000"/>
                  </a:schemeClr>
                </a:solidFill>
              </a:rPr>
              <a:t> requires different </a:t>
            </a:r>
            <a:r>
              <a:rPr lang="en-US" sz="2000" dirty="0">
                <a:solidFill>
                  <a:srgbClr val="C00000"/>
                </a:solidFill>
              </a:rPr>
              <a:t>analytical framework</a:t>
            </a:r>
          </a:p>
          <a:p>
            <a:pPr marL="342900" indent="-342900">
              <a:lnSpc>
                <a:spcPct val="150000"/>
              </a:lnSpc>
              <a:buFont typeface="Arial" panose="020B0604020202020204" pitchFamily="34" charset="0"/>
              <a:buChar char="•"/>
            </a:pPr>
            <a:r>
              <a:rPr lang="en-US" sz="2000" dirty="0">
                <a:solidFill>
                  <a:schemeClr val="tx1">
                    <a:lumMod val="65000"/>
                    <a:lumOff val="35000"/>
                  </a:schemeClr>
                </a:solidFill>
              </a:rPr>
              <a:t>Socio-technical Systems Theory</a:t>
            </a:r>
          </a:p>
          <a:p>
            <a:pPr marL="342900" indent="-342900">
              <a:lnSpc>
                <a:spcPct val="150000"/>
              </a:lnSpc>
              <a:buFont typeface="Arial" panose="020B0604020202020204" pitchFamily="34" charset="0"/>
              <a:buChar char="•"/>
            </a:pPr>
            <a:r>
              <a:rPr lang="en-US" sz="2000" dirty="0">
                <a:solidFill>
                  <a:srgbClr val="C00000"/>
                </a:solidFill>
              </a:rPr>
              <a:t>Distributed Cognition </a:t>
            </a:r>
            <a:r>
              <a:rPr lang="en-US" sz="2000" dirty="0">
                <a:solidFill>
                  <a:schemeClr val="tx1">
                    <a:lumMod val="65000"/>
                    <a:lumOff val="35000"/>
                  </a:schemeClr>
                </a:solidFill>
              </a:rPr>
              <a:t>of Teamwork</a:t>
            </a:r>
          </a:p>
        </p:txBody>
      </p:sp>
      <p:pic>
        <p:nvPicPr>
          <p:cNvPr id="5" name="Picture 4" descr="An illustration of an information flow diagram from a DiCoT analysis of a UX teams’ interaction with software developers.&#10;">
            <a:extLst>
              <a:ext uri="{FF2B5EF4-FFF2-40B4-BE49-F238E27FC236}">
                <a16:creationId xmlns:a16="http://schemas.microsoft.com/office/drawing/2014/main" id="{8AEF7D73-CC52-3091-507B-50D75D99EDAF}"/>
              </a:ext>
            </a:extLst>
          </p:cNvPr>
          <p:cNvPicPr>
            <a:picLocks noChangeAspect="1"/>
          </p:cNvPicPr>
          <p:nvPr/>
        </p:nvPicPr>
        <p:blipFill rotWithShape="1">
          <a:blip r:embed="rId2">
            <a:extLst>
              <a:ext uri="{28A0092B-C50C-407E-A947-70E740481C1C}">
                <a14:useLocalDpi xmlns:a14="http://schemas.microsoft.com/office/drawing/2010/main" val="0"/>
              </a:ext>
            </a:extLst>
          </a:blip>
          <a:srcRect t="11708" b="9384"/>
          <a:stretch/>
        </p:blipFill>
        <p:spPr>
          <a:xfrm>
            <a:off x="3755309" y="1371007"/>
            <a:ext cx="8305558" cy="4631253"/>
          </a:xfrm>
          <a:prstGeom prst="rect">
            <a:avLst/>
          </a:prstGeom>
        </p:spPr>
      </p:pic>
      <p:sp>
        <p:nvSpPr>
          <p:cNvPr id="7" name="TextBox 6">
            <a:extLst>
              <a:ext uri="{FF2B5EF4-FFF2-40B4-BE49-F238E27FC236}">
                <a16:creationId xmlns:a16="http://schemas.microsoft.com/office/drawing/2014/main" id="{BF62B060-EDAA-84A0-04DE-EE1ADF9DB902}"/>
              </a:ext>
            </a:extLst>
          </p:cNvPr>
          <p:cNvSpPr txBox="1"/>
          <p:nvPr/>
        </p:nvSpPr>
        <p:spPr>
          <a:xfrm>
            <a:off x="6563526" y="5815809"/>
            <a:ext cx="3284567" cy="369332"/>
          </a:xfrm>
          <a:prstGeom prst="rect">
            <a:avLst/>
          </a:prstGeom>
          <a:noFill/>
        </p:spPr>
        <p:txBody>
          <a:bodyPr wrap="square" rtlCol="0">
            <a:spAutoFit/>
          </a:bodyPr>
          <a:lstStyle/>
          <a:p>
            <a:r>
              <a:rPr lang="en-US" i="1" dirty="0"/>
              <a:t>Source: </a:t>
            </a:r>
            <a:r>
              <a:rPr lang="en-US" dirty="0"/>
              <a:t>Zaina et al. (</a:t>
            </a:r>
            <a:r>
              <a:rPr lang="en-US" dirty="0">
                <a:solidFill>
                  <a:schemeClr val="tx1">
                    <a:lumMod val="65000"/>
                    <a:lumOff val="35000"/>
                  </a:schemeClr>
                </a:solidFill>
              </a:rPr>
              <a:t>2021</a:t>
            </a:r>
            <a:r>
              <a:rPr lang="en-US" dirty="0"/>
              <a:t>)</a:t>
            </a:r>
          </a:p>
        </p:txBody>
      </p:sp>
    </p:spTree>
    <p:extLst>
      <p:ext uri="{BB962C8B-B14F-4D97-AF65-F5344CB8AC3E}">
        <p14:creationId xmlns:p14="http://schemas.microsoft.com/office/powerpoint/2010/main" val="21657520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138E-01D8-D2C5-1855-9DE0AF9A0A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383AF06-B21D-082B-EFF6-E905837A9A1B}"/>
              </a:ext>
            </a:extLst>
          </p:cNvPr>
          <p:cNvSpPr txBox="1"/>
          <p:nvPr/>
        </p:nvSpPr>
        <p:spPr>
          <a:xfrm>
            <a:off x="1783915" y="201026"/>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Which Analytical Framework?</a:t>
            </a:r>
          </a:p>
        </p:txBody>
      </p:sp>
      <p:sp>
        <p:nvSpPr>
          <p:cNvPr id="4" name="Slide Number Placeholder 1">
            <a:extLst>
              <a:ext uri="{FF2B5EF4-FFF2-40B4-BE49-F238E27FC236}">
                <a16:creationId xmlns:a16="http://schemas.microsoft.com/office/drawing/2014/main" id="{2C678D25-9D9A-6CE0-7F59-970F85CDF6C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23</a:t>
            </a:fld>
            <a:endParaRPr lang="en-MY" dirty="0"/>
          </a:p>
        </p:txBody>
      </p:sp>
      <p:pic>
        <p:nvPicPr>
          <p:cNvPr id="3" name="Picture 2" descr="Table showing categories for six analytical frameworks. Catgories include Framework, Data, Focus, Expected Outcomes, and Level of Granularity. Frameworks include Conversation analysis, Discourse analysis, Content analysis, Interaction analysis, Grounded Theory, and Systems-based frameorks.">
            <a:extLst>
              <a:ext uri="{FF2B5EF4-FFF2-40B4-BE49-F238E27FC236}">
                <a16:creationId xmlns:a16="http://schemas.microsoft.com/office/drawing/2014/main" id="{0AE47C8B-788A-23D5-DB9A-4931F51E6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129" y="970467"/>
            <a:ext cx="6492571" cy="5733256"/>
          </a:xfrm>
          <a:prstGeom prst="rect">
            <a:avLst/>
          </a:prstGeom>
        </p:spPr>
      </p:pic>
      <p:sp>
        <p:nvSpPr>
          <p:cNvPr id="5" name="Slide Number Placeholder 1">
            <a:extLst>
              <a:ext uri="{FF2B5EF4-FFF2-40B4-BE49-F238E27FC236}">
                <a16:creationId xmlns:a16="http://schemas.microsoft.com/office/drawing/2014/main" id="{A96FE181-49DA-AAB0-3D74-08C3A34DDD76}"/>
              </a:ext>
            </a:extLst>
          </p:cNvPr>
          <p:cNvSpPr txBox="1">
            <a:spLocks/>
          </p:cNvSpPr>
          <p:nvPr/>
        </p:nvSpPr>
        <p:spPr>
          <a:xfrm>
            <a:off x="4871216" y="6585421"/>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tx1">
                    <a:lumMod val="85000"/>
                    <a:lumOff val="1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37D3DD-0AB3-4F16-99FA-6262B2B4036D}" type="slidenum">
              <a:rPr lang="en-MY" smtClean="0"/>
              <a:pPr/>
              <a:t>23</a:t>
            </a:fld>
            <a:endParaRPr lang="en-MY" dirty="0"/>
          </a:p>
        </p:txBody>
      </p:sp>
    </p:spTree>
    <p:extLst>
      <p:ext uri="{BB962C8B-B14F-4D97-AF65-F5344CB8AC3E}">
        <p14:creationId xmlns:p14="http://schemas.microsoft.com/office/powerpoint/2010/main" val="1758360568"/>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24CE2-221B-47EE-A36A-74AF76FEAFAD}"/>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D6CBD05E-ED9A-9A8D-39D0-9DA6910E2C4C}"/>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24</a:t>
            </a:fld>
            <a:endParaRPr lang="en-MY" dirty="0"/>
          </a:p>
        </p:txBody>
      </p:sp>
      <p:pic>
        <p:nvPicPr>
          <p:cNvPr id="2" name="Google Shape;302;p22" descr="A close - up of a document&#10;&#10;Description automatically generated with low confidence">
            <a:extLst>
              <a:ext uri="{FF2B5EF4-FFF2-40B4-BE49-F238E27FC236}">
                <a16:creationId xmlns:a16="http://schemas.microsoft.com/office/drawing/2014/main" id="{AA4430EA-B6C6-2A27-00ED-2B50246782D3}"/>
              </a:ext>
            </a:extLst>
          </p:cNvPr>
          <p:cNvPicPr preferRelativeResize="0"/>
          <p:nvPr/>
        </p:nvPicPr>
        <p:blipFill rotWithShape="1">
          <a:blip r:embed="rId2">
            <a:alphaModFix/>
          </a:blip>
          <a:srcRect/>
          <a:stretch/>
        </p:blipFill>
        <p:spPr>
          <a:xfrm>
            <a:off x="1332367" y="489421"/>
            <a:ext cx="4669361" cy="5943600"/>
          </a:xfrm>
          <a:prstGeom prst="rect">
            <a:avLst/>
          </a:prstGeom>
          <a:noFill/>
          <a:ln w="9525" cap="flat" cmpd="sng">
            <a:solidFill>
              <a:schemeClr val="dk1"/>
            </a:solidFill>
            <a:prstDash val="solid"/>
            <a:round/>
            <a:headEnd type="none" w="sm" len="sm"/>
            <a:tailEnd type="none" w="sm" len="sm"/>
          </a:ln>
        </p:spPr>
      </p:pic>
      <p:pic>
        <p:nvPicPr>
          <p:cNvPr id="5" name="Google Shape;303;p22" descr="Table&#10;&#10;Description automatically generated">
            <a:extLst>
              <a:ext uri="{FF2B5EF4-FFF2-40B4-BE49-F238E27FC236}">
                <a16:creationId xmlns:a16="http://schemas.microsoft.com/office/drawing/2014/main" id="{4F9AF028-9704-8C6A-1FF5-51A8DDCA2126}"/>
              </a:ext>
            </a:extLst>
          </p:cNvPr>
          <p:cNvPicPr preferRelativeResize="0"/>
          <p:nvPr/>
        </p:nvPicPr>
        <p:blipFill rotWithShape="1">
          <a:blip r:embed="rId3">
            <a:alphaModFix/>
          </a:blip>
          <a:srcRect/>
          <a:stretch/>
        </p:blipFill>
        <p:spPr>
          <a:xfrm>
            <a:off x="6345936" y="749809"/>
            <a:ext cx="4407408" cy="5541264"/>
          </a:xfrm>
          <a:prstGeom prst="rect">
            <a:avLst/>
          </a:prstGeom>
          <a:noFill/>
          <a:ln>
            <a:noFill/>
          </a:ln>
        </p:spPr>
      </p:pic>
      <p:sp>
        <p:nvSpPr>
          <p:cNvPr id="6" name="Google Shape;304;p22">
            <a:extLst>
              <a:ext uri="{FF2B5EF4-FFF2-40B4-BE49-F238E27FC236}">
                <a16:creationId xmlns:a16="http://schemas.microsoft.com/office/drawing/2014/main" id="{4FFB8E1F-D7F2-8F5B-B7EB-88252FC27EB1}"/>
              </a:ext>
            </a:extLst>
          </p:cNvPr>
          <p:cNvSpPr txBox="1"/>
          <p:nvPr/>
        </p:nvSpPr>
        <p:spPr>
          <a:xfrm>
            <a:off x="8142796" y="1048478"/>
            <a:ext cx="2008216"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Method used</a:t>
            </a:r>
            <a:endParaRPr dirty="0"/>
          </a:p>
        </p:txBody>
      </p:sp>
    </p:spTree>
    <p:extLst>
      <p:ext uri="{BB962C8B-B14F-4D97-AF65-F5344CB8AC3E}">
        <p14:creationId xmlns:p14="http://schemas.microsoft.com/office/powerpoint/2010/main" val="573941429"/>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B133C-7319-0666-B908-5FF2487C5BD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1EE005-CE14-8D1C-BF71-07CEDBCFA2D3}"/>
              </a:ext>
            </a:extLst>
          </p:cNvPr>
          <p:cNvSpPr txBox="1"/>
          <p:nvPr/>
        </p:nvSpPr>
        <p:spPr>
          <a:xfrm>
            <a:off x="7261412" y="1782972"/>
            <a:ext cx="4398698" cy="3416320"/>
          </a:xfrm>
          <a:prstGeom prst="rect">
            <a:avLst/>
          </a:prstGeom>
          <a:noFill/>
        </p:spPr>
        <p:txBody>
          <a:bodyPr wrap="square" rtlCol="0">
            <a:spAutoFit/>
          </a:bodyPr>
          <a:lstStyle/>
          <a:p>
            <a:pPr algn="ctr"/>
            <a:r>
              <a:rPr lang="en-US" sz="5400" b="1" kern="0" dirty="0">
                <a:latin typeface="+mj-lt"/>
              </a:rPr>
              <a:t>TOOLS TO SUPPORT </a:t>
            </a:r>
            <a:r>
              <a:rPr lang="en-US" sz="5400" b="1" kern="0" dirty="0">
                <a:solidFill>
                  <a:schemeClr val="accent3"/>
                </a:solidFill>
                <a:latin typeface="+mj-lt"/>
              </a:rPr>
              <a:t>DATA ANALYSIS</a:t>
            </a:r>
          </a:p>
        </p:txBody>
      </p:sp>
      <p:sp>
        <p:nvSpPr>
          <p:cNvPr id="2" name="Slide Number Placeholder 1">
            <a:extLst>
              <a:ext uri="{FF2B5EF4-FFF2-40B4-BE49-F238E27FC236}">
                <a16:creationId xmlns:a16="http://schemas.microsoft.com/office/drawing/2014/main" id="{8961B337-9162-32BD-94A1-06F83860828F}"/>
              </a:ext>
            </a:extLst>
          </p:cNvPr>
          <p:cNvSpPr>
            <a:spLocks noGrp="1"/>
          </p:cNvSpPr>
          <p:nvPr>
            <p:ph type="sldNum" sz="quarter" idx="11"/>
          </p:nvPr>
        </p:nvSpPr>
        <p:spPr/>
        <p:txBody>
          <a:bodyPr/>
          <a:lstStyle/>
          <a:p>
            <a:fld id="{7737D3DD-0AB3-4F16-99FA-6262B2B4036D}" type="slidenum">
              <a:rPr lang="en-MY" smtClean="0"/>
              <a:t>25</a:t>
            </a:fld>
            <a:endParaRPr lang="en-MY"/>
          </a:p>
        </p:txBody>
      </p:sp>
    </p:spTree>
    <p:extLst>
      <p:ext uri="{BB962C8B-B14F-4D97-AF65-F5344CB8AC3E}">
        <p14:creationId xmlns:p14="http://schemas.microsoft.com/office/powerpoint/2010/main" val="1419704671"/>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7D063-BD4E-E70F-A26A-BB5368807D6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DC61B8-28D8-C595-556A-3C22AC516F4D}"/>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Tools Support</a:t>
            </a:r>
          </a:p>
        </p:txBody>
      </p:sp>
      <p:sp>
        <p:nvSpPr>
          <p:cNvPr id="24" name="Rectangle 23">
            <a:extLst>
              <a:ext uri="{FF2B5EF4-FFF2-40B4-BE49-F238E27FC236}">
                <a16:creationId xmlns:a16="http://schemas.microsoft.com/office/drawing/2014/main" id="{EB93AFFC-A33F-24C6-E025-A3BA0032CA27}"/>
              </a:ext>
            </a:extLst>
          </p:cNvPr>
          <p:cNvSpPr/>
          <p:nvPr/>
        </p:nvSpPr>
        <p:spPr>
          <a:xfrm>
            <a:off x="1035385" y="1551019"/>
            <a:ext cx="10110060" cy="42088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Spreadsheet </a:t>
            </a:r>
            <a:r>
              <a:rPr lang="en-US" sz="2000" dirty="0">
                <a:solidFill>
                  <a:schemeClr val="tx1">
                    <a:lumMod val="65000"/>
                    <a:lumOff val="35000"/>
                  </a:schemeClr>
                </a:solidFill>
              </a:rPr>
              <a:t>— Simple to use, basic graphs</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Statistical packages</a:t>
            </a:r>
            <a:r>
              <a:rPr lang="en-US" sz="2000" dirty="0">
                <a:solidFill>
                  <a:schemeClr val="tx1">
                    <a:lumMod val="65000"/>
                    <a:lumOff val="35000"/>
                  </a:schemeClr>
                </a:solidFill>
              </a:rPr>
              <a:t>, for example, R and SPSS</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Qualitative data analysis tools</a:t>
            </a:r>
          </a:p>
          <a:p>
            <a:pPr marL="800100" lvl="1" indent="-342900" algn="just">
              <a:lnSpc>
                <a:spcPct val="150000"/>
              </a:lnSpc>
              <a:buFont typeface="Arial" panose="020B0604020202020204" pitchFamily="34" charset="0"/>
              <a:buChar char="•"/>
            </a:pPr>
            <a:r>
              <a:rPr lang="en-US" sz="2000" dirty="0" err="1">
                <a:solidFill>
                  <a:srgbClr val="C00000"/>
                </a:solidFill>
              </a:rPr>
              <a:t>Categorisation</a:t>
            </a:r>
            <a:r>
              <a:rPr lang="en-US" sz="2000" dirty="0">
                <a:solidFill>
                  <a:schemeClr val="tx1">
                    <a:lumMod val="65000"/>
                    <a:lumOff val="35000"/>
                  </a:schemeClr>
                </a:solidFill>
              </a:rPr>
              <a:t> and </a:t>
            </a:r>
            <a:r>
              <a:rPr lang="en-US" sz="2000" dirty="0">
                <a:solidFill>
                  <a:srgbClr val="C00000"/>
                </a:solidFill>
              </a:rPr>
              <a:t>theme-based analysis</a:t>
            </a:r>
          </a:p>
          <a:p>
            <a:pPr marL="800100" lvl="1" indent="-342900" algn="just">
              <a:lnSpc>
                <a:spcPct val="150000"/>
              </a:lnSpc>
              <a:buFont typeface="Arial" panose="020B0604020202020204" pitchFamily="34" charset="0"/>
              <a:buChar char="•"/>
            </a:pPr>
            <a:r>
              <a:rPr lang="en-US" sz="2000" dirty="0">
                <a:solidFill>
                  <a:srgbClr val="C00000"/>
                </a:solidFill>
              </a:rPr>
              <a:t>Quantitative analysis </a:t>
            </a:r>
            <a:r>
              <a:rPr lang="en-US" sz="2000" dirty="0">
                <a:solidFill>
                  <a:schemeClr val="tx1">
                    <a:lumMod val="65000"/>
                    <a:lumOff val="35000"/>
                  </a:schemeClr>
                </a:solidFill>
              </a:rPr>
              <a:t>of text-based data</a:t>
            </a:r>
          </a:p>
          <a:p>
            <a:pPr marL="342900" indent="-342900" algn="just">
              <a:lnSpc>
                <a:spcPct val="150000"/>
              </a:lnSpc>
              <a:buFont typeface="Arial" panose="020B0604020202020204" pitchFamily="34" charset="0"/>
              <a:buChar char="•"/>
            </a:pPr>
            <a:r>
              <a:rPr lang="en-US" sz="2000" dirty="0" err="1">
                <a:solidFill>
                  <a:srgbClr val="C00000"/>
                </a:solidFill>
              </a:rPr>
              <a:t>Nvivo</a:t>
            </a:r>
            <a:r>
              <a:rPr lang="en-US" sz="2000" dirty="0">
                <a:solidFill>
                  <a:srgbClr val="C00000"/>
                </a:solidFill>
              </a:rPr>
              <a:t> and </a:t>
            </a:r>
            <a:r>
              <a:rPr lang="en-US" sz="2000" dirty="0" err="1">
                <a:solidFill>
                  <a:srgbClr val="C00000"/>
                </a:solidFill>
              </a:rPr>
              <a:t>Dedoose</a:t>
            </a:r>
            <a:r>
              <a:rPr lang="en-US" sz="2000" dirty="0">
                <a:solidFill>
                  <a:srgbClr val="C00000"/>
                </a:solidFill>
              </a:rPr>
              <a:t> </a:t>
            </a:r>
            <a:r>
              <a:rPr lang="en-US" sz="2000" dirty="0">
                <a:solidFill>
                  <a:schemeClr val="tx1">
                    <a:lumMod val="65000"/>
                    <a:lumOff val="35000"/>
                  </a:schemeClr>
                </a:solidFill>
              </a:rPr>
              <a:t>support qualitative data analysis</a:t>
            </a:r>
          </a:p>
          <a:p>
            <a:pPr marL="342900" indent="-342900" algn="just">
              <a:lnSpc>
                <a:spcPct val="150000"/>
              </a:lnSpc>
              <a:buFont typeface="Arial" panose="020B0604020202020204" pitchFamily="34" charset="0"/>
              <a:buChar char="•"/>
            </a:pPr>
            <a:r>
              <a:rPr lang="en-US" sz="2000" dirty="0">
                <a:solidFill>
                  <a:srgbClr val="C00000"/>
                </a:solidFill>
              </a:rPr>
              <a:t>Computer Assisted Qualitative Data Analysis (CAQDAS)</a:t>
            </a:r>
            <a:r>
              <a:rPr lang="en-US" sz="2000" dirty="0">
                <a:solidFill>
                  <a:schemeClr val="tx1">
                    <a:lumMod val="65000"/>
                    <a:lumOff val="35000"/>
                  </a:schemeClr>
                </a:solidFill>
              </a:rPr>
              <a:t> Networking Project, based at the University of Surrey</a:t>
            </a:r>
          </a:p>
        </p:txBody>
      </p:sp>
      <p:sp>
        <p:nvSpPr>
          <p:cNvPr id="4" name="Slide Number Placeholder 1">
            <a:extLst>
              <a:ext uri="{FF2B5EF4-FFF2-40B4-BE49-F238E27FC236}">
                <a16:creationId xmlns:a16="http://schemas.microsoft.com/office/drawing/2014/main" id="{52B1FCF4-4CA9-4619-0249-A7F407C3EEF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26</a:t>
            </a:fld>
            <a:endParaRPr lang="en-MY" dirty="0"/>
          </a:p>
        </p:txBody>
      </p:sp>
    </p:spTree>
    <p:extLst>
      <p:ext uri="{BB962C8B-B14F-4D97-AF65-F5344CB8AC3E}">
        <p14:creationId xmlns:p14="http://schemas.microsoft.com/office/powerpoint/2010/main" val="994664579"/>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23A3D-DBF2-EDC7-A3FB-F03EFBDA068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DF1AAE6-8D69-6804-50AD-9DA24C164758}"/>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Tools Support (Cont.)</a:t>
            </a:r>
          </a:p>
        </p:txBody>
      </p:sp>
      <p:sp>
        <p:nvSpPr>
          <p:cNvPr id="4" name="Slide Number Placeholder 1">
            <a:extLst>
              <a:ext uri="{FF2B5EF4-FFF2-40B4-BE49-F238E27FC236}">
                <a16:creationId xmlns:a16="http://schemas.microsoft.com/office/drawing/2014/main" id="{886C609D-43DF-0C5D-2D5E-C502FB03EFF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27</a:t>
            </a:fld>
            <a:endParaRPr lang="en-MY" dirty="0"/>
          </a:p>
        </p:txBody>
      </p:sp>
      <p:pic>
        <p:nvPicPr>
          <p:cNvPr id="3" name="Picture 2">
            <a:extLst>
              <a:ext uri="{FF2B5EF4-FFF2-40B4-BE49-F238E27FC236}">
                <a16:creationId xmlns:a16="http://schemas.microsoft.com/office/drawing/2014/main" id="{8AFB51B5-BEF1-E607-8E07-33760C5AA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8060" y="1309592"/>
            <a:ext cx="6256443" cy="4692333"/>
          </a:xfrm>
          <a:prstGeom prst="rect">
            <a:avLst/>
          </a:prstGeom>
        </p:spPr>
      </p:pic>
      <p:sp>
        <p:nvSpPr>
          <p:cNvPr id="5" name="TextBox 4">
            <a:extLst>
              <a:ext uri="{FF2B5EF4-FFF2-40B4-BE49-F238E27FC236}">
                <a16:creationId xmlns:a16="http://schemas.microsoft.com/office/drawing/2014/main" id="{2508A0A8-51E3-23FA-6463-5B5AA37B7B92}"/>
              </a:ext>
            </a:extLst>
          </p:cNvPr>
          <p:cNvSpPr txBox="1"/>
          <p:nvPr/>
        </p:nvSpPr>
        <p:spPr>
          <a:xfrm>
            <a:off x="1142524" y="6047306"/>
            <a:ext cx="10088018" cy="523220"/>
          </a:xfrm>
          <a:prstGeom prst="rect">
            <a:avLst/>
          </a:prstGeom>
          <a:noFill/>
        </p:spPr>
        <p:txBody>
          <a:bodyPr wrap="none" rtlCol="0">
            <a:spAutoFit/>
          </a:bodyPr>
          <a:lstStyle/>
          <a:p>
            <a:r>
              <a:rPr lang="en-MY" sz="1400" dirty="0"/>
              <a:t>Source: </a:t>
            </a:r>
            <a:r>
              <a:rPr lang="en-MY" sz="1400" dirty="0">
                <a:hlinkClick r:id="rId3"/>
              </a:rPr>
              <a:t>https://www.smartresearcher.me/phd-students-20-tools-for-qualitative-and-quantitative-research/</a:t>
            </a:r>
            <a:endParaRPr lang="en-MY" sz="1400" dirty="0"/>
          </a:p>
          <a:p>
            <a:endParaRPr lang="en-MY" sz="1400" dirty="0"/>
          </a:p>
        </p:txBody>
      </p:sp>
    </p:spTree>
    <p:extLst>
      <p:ext uri="{BB962C8B-B14F-4D97-AF65-F5344CB8AC3E}">
        <p14:creationId xmlns:p14="http://schemas.microsoft.com/office/powerpoint/2010/main" val="426835798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8D3FE-7781-F8F3-F03D-97C7BC79BC7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9AB7AF1-F172-DE9C-3F8C-E04731325AEB}"/>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Tools Support (Cont.)</a:t>
            </a:r>
          </a:p>
        </p:txBody>
      </p:sp>
      <p:sp>
        <p:nvSpPr>
          <p:cNvPr id="24" name="Rectangle 23">
            <a:extLst>
              <a:ext uri="{FF2B5EF4-FFF2-40B4-BE49-F238E27FC236}">
                <a16:creationId xmlns:a16="http://schemas.microsoft.com/office/drawing/2014/main" id="{1ACA5164-0881-5B5C-D13F-31E6C3B9BC87}"/>
              </a:ext>
            </a:extLst>
          </p:cNvPr>
          <p:cNvSpPr/>
          <p:nvPr/>
        </p:nvSpPr>
        <p:spPr>
          <a:xfrm>
            <a:off x="1035385" y="1551019"/>
            <a:ext cx="10110060" cy="5311711"/>
          </a:xfrm>
          <a:prstGeom prst="rect">
            <a:avLst/>
          </a:prstGeom>
        </p:spPr>
        <p:txBody>
          <a:bodyPr wrap="square">
            <a:spAutoFit/>
          </a:bodyPr>
          <a:lstStyle/>
          <a:p>
            <a:pPr algn="just">
              <a:lnSpc>
                <a:spcPct val="150000"/>
              </a:lnSpc>
            </a:pPr>
            <a:r>
              <a:rPr lang="en-US" sz="2400" dirty="0">
                <a:solidFill>
                  <a:schemeClr val="tx1">
                    <a:lumMod val="65000"/>
                    <a:lumOff val="35000"/>
                  </a:schemeClr>
                </a:solidFill>
              </a:rPr>
              <a:t>Quantitative data analysis tools: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2"/>
              </a:rPr>
              <a:t>https://contentsquare.com/guides/quantitative-data-analysis/software/</a:t>
            </a: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3"/>
              </a:rPr>
              <a:t>https://www.ibm.com/products/spss-statistics</a:t>
            </a: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4"/>
              </a:rPr>
              <a:t>https://www.mathworks.com/products/matlab.html</a:t>
            </a:r>
            <a:endParaRPr lang="en-US" sz="2000" dirty="0">
              <a:solidFill>
                <a:schemeClr val="tx1">
                  <a:lumMod val="65000"/>
                  <a:lumOff val="35000"/>
                </a:schemeClr>
              </a:solidFill>
            </a:endParaRPr>
          </a:p>
          <a:p>
            <a:pPr algn="just">
              <a:lnSpc>
                <a:spcPct val="150000"/>
              </a:lnSpc>
            </a:pPr>
            <a:endParaRPr lang="en-US" sz="2000" dirty="0">
              <a:solidFill>
                <a:schemeClr val="tx1">
                  <a:lumMod val="65000"/>
                  <a:lumOff val="35000"/>
                </a:schemeClr>
              </a:solidFill>
            </a:endParaRPr>
          </a:p>
          <a:p>
            <a:pPr algn="just">
              <a:lnSpc>
                <a:spcPct val="150000"/>
              </a:lnSpc>
            </a:pPr>
            <a:r>
              <a:rPr lang="en-US" sz="2400" dirty="0">
                <a:solidFill>
                  <a:schemeClr val="tx1">
                    <a:lumMod val="65000"/>
                    <a:lumOff val="35000"/>
                  </a:schemeClr>
                </a:solidFill>
              </a:rPr>
              <a:t>Qualitative data analysis tools: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5"/>
              </a:rPr>
              <a:t>https://lumivero.com/products/nvivo/</a:t>
            </a: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6"/>
              </a:rPr>
              <a:t>https://www.maxqda.com/</a:t>
            </a: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hlinkClick r:id="rId7"/>
              </a:rPr>
              <a:t>https://www.dedoose.com/</a:t>
            </a: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5426AE19-5F2E-931C-0EA0-875277E6992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28</a:t>
            </a:fld>
            <a:endParaRPr lang="en-MY" dirty="0"/>
          </a:p>
        </p:txBody>
      </p:sp>
    </p:spTree>
    <p:extLst>
      <p:ext uri="{BB962C8B-B14F-4D97-AF65-F5344CB8AC3E}">
        <p14:creationId xmlns:p14="http://schemas.microsoft.com/office/powerpoint/2010/main" val="313814980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C63BB-8D10-A430-7577-66299FF1A4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F64F6D2-9FF7-EFB4-0375-E54E34E5DDE1}"/>
              </a:ext>
            </a:extLst>
          </p:cNvPr>
          <p:cNvSpPr txBox="1"/>
          <p:nvPr/>
        </p:nvSpPr>
        <p:spPr>
          <a:xfrm>
            <a:off x="7261412" y="1782972"/>
            <a:ext cx="4398698" cy="3416320"/>
          </a:xfrm>
          <a:prstGeom prst="rect">
            <a:avLst/>
          </a:prstGeom>
          <a:noFill/>
        </p:spPr>
        <p:txBody>
          <a:bodyPr wrap="square" rtlCol="0">
            <a:spAutoFit/>
          </a:bodyPr>
          <a:lstStyle/>
          <a:p>
            <a:pPr algn="ctr"/>
            <a:r>
              <a:rPr lang="en-US" sz="4400" b="1" kern="0" dirty="0">
                <a:latin typeface="+mj-lt"/>
              </a:rPr>
              <a:t>INTERPRETING</a:t>
            </a:r>
            <a:r>
              <a:rPr lang="en-US" sz="5400" b="1" kern="0" dirty="0">
                <a:latin typeface="+mj-lt"/>
              </a:rPr>
              <a:t> AND </a:t>
            </a:r>
            <a:r>
              <a:rPr lang="en-US" sz="5400" b="1" kern="0" dirty="0">
                <a:solidFill>
                  <a:schemeClr val="accent3"/>
                </a:solidFill>
                <a:latin typeface="+mj-lt"/>
              </a:rPr>
              <a:t>PRESENTING FINDINGS</a:t>
            </a:r>
          </a:p>
        </p:txBody>
      </p:sp>
      <p:sp>
        <p:nvSpPr>
          <p:cNvPr id="2" name="Slide Number Placeholder 1">
            <a:extLst>
              <a:ext uri="{FF2B5EF4-FFF2-40B4-BE49-F238E27FC236}">
                <a16:creationId xmlns:a16="http://schemas.microsoft.com/office/drawing/2014/main" id="{A6577576-CCE1-5E88-5808-7E6C4770087F}"/>
              </a:ext>
            </a:extLst>
          </p:cNvPr>
          <p:cNvSpPr>
            <a:spLocks noGrp="1"/>
          </p:cNvSpPr>
          <p:nvPr>
            <p:ph type="sldNum" sz="quarter" idx="11"/>
          </p:nvPr>
        </p:nvSpPr>
        <p:spPr/>
        <p:txBody>
          <a:bodyPr/>
          <a:lstStyle/>
          <a:p>
            <a:fld id="{7737D3DD-0AB3-4F16-99FA-6262B2B4036D}" type="slidenum">
              <a:rPr lang="en-MY" smtClean="0"/>
              <a:t>29</a:t>
            </a:fld>
            <a:endParaRPr lang="en-MY"/>
          </a:p>
        </p:txBody>
      </p:sp>
    </p:spTree>
    <p:extLst>
      <p:ext uri="{BB962C8B-B14F-4D97-AF65-F5344CB8AC3E}">
        <p14:creationId xmlns:p14="http://schemas.microsoft.com/office/powerpoint/2010/main" val="3350704610"/>
      </p:ext>
    </p:extLst>
  </p:cSld>
  <p:clrMapOvr>
    <a:masterClrMapping/>
  </p:clrMapOvr>
  <p:transition spd="slow">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2CC72-C5A0-E6BA-3BDC-1C02CE1BDFF8}"/>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E0D3A652-F17A-5386-022C-F9B8E432ACF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30</a:t>
            </a:fld>
            <a:endParaRPr lang="en-MY" dirty="0"/>
          </a:p>
        </p:txBody>
      </p:sp>
      <p:pic>
        <p:nvPicPr>
          <p:cNvPr id="2" name="Picture 1" descr="Schematic illustration of results representation styles used in DScout's report about smartphone use. A bubble diagram is shown in which the size of the circle represents the number of uses">
            <a:extLst>
              <a:ext uri="{FF2B5EF4-FFF2-40B4-BE49-F238E27FC236}">
                <a16:creationId xmlns:a16="http://schemas.microsoft.com/office/drawing/2014/main" id="{82BE4231-93C4-5F1C-D566-5616C8A9D281}"/>
              </a:ext>
            </a:extLst>
          </p:cNvPr>
          <p:cNvPicPr>
            <a:picLocks noChangeAspect="1"/>
          </p:cNvPicPr>
          <p:nvPr/>
        </p:nvPicPr>
        <p:blipFill rotWithShape="1">
          <a:blip r:embed="rId2">
            <a:extLst>
              <a:ext uri="{28A0092B-C50C-407E-A947-70E740481C1C}">
                <a14:useLocalDpi xmlns:a14="http://schemas.microsoft.com/office/drawing/2010/main" val="0"/>
              </a:ext>
            </a:extLst>
          </a:blip>
          <a:srcRect b="31958"/>
          <a:stretch/>
        </p:blipFill>
        <p:spPr>
          <a:xfrm>
            <a:off x="2975658" y="172854"/>
            <a:ext cx="6031182" cy="5645456"/>
          </a:xfrm>
          <a:prstGeom prst="rect">
            <a:avLst/>
          </a:prstGeom>
        </p:spPr>
      </p:pic>
      <p:sp>
        <p:nvSpPr>
          <p:cNvPr id="3" name="TextBox 2">
            <a:extLst>
              <a:ext uri="{FF2B5EF4-FFF2-40B4-BE49-F238E27FC236}">
                <a16:creationId xmlns:a16="http://schemas.microsoft.com/office/drawing/2014/main" id="{DEB0380F-E266-3635-BD50-E5FAE68EDF4B}"/>
              </a:ext>
            </a:extLst>
          </p:cNvPr>
          <p:cNvSpPr txBox="1"/>
          <p:nvPr/>
        </p:nvSpPr>
        <p:spPr>
          <a:xfrm>
            <a:off x="1480246" y="6022152"/>
            <a:ext cx="8855309" cy="523220"/>
          </a:xfrm>
          <a:prstGeom prst="rect">
            <a:avLst/>
          </a:prstGeom>
          <a:noFill/>
        </p:spPr>
        <p:txBody>
          <a:bodyPr wrap="none" rtlCol="0">
            <a:spAutoFit/>
          </a:bodyPr>
          <a:lstStyle/>
          <a:p>
            <a:r>
              <a:rPr lang="en-MY" sz="1400" dirty="0"/>
              <a:t>Source: </a:t>
            </a:r>
            <a:r>
              <a:rPr lang="en-MY" sz="1400" dirty="0">
                <a:hlinkClick r:id="rId3"/>
              </a:rPr>
              <a:t>https://www.zoho.com/analytics/data-visualization-software/bubble-chart-maker.html</a:t>
            </a:r>
            <a:endParaRPr lang="en-MY" sz="1400" dirty="0"/>
          </a:p>
          <a:p>
            <a:endParaRPr lang="en-MY" sz="1400" dirty="0"/>
          </a:p>
        </p:txBody>
      </p:sp>
      <p:sp>
        <p:nvSpPr>
          <p:cNvPr id="5" name="TextBox 4">
            <a:extLst>
              <a:ext uri="{FF2B5EF4-FFF2-40B4-BE49-F238E27FC236}">
                <a16:creationId xmlns:a16="http://schemas.microsoft.com/office/drawing/2014/main" id="{1B2E1646-6BC3-5EDA-1B77-D15CBC985EC2}"/>
              </a:ext>
            </a:extLst>
          </p:cNvPr>
          <p:cNvSpPr txBox="1"/>
          <p:nvPr/>
        </p:nvSpPr>
        <p:spPr>
          <a:xfrm>
            <a:off x="3502434" y="5714265"/>
            <a:ext cx="4754828" cy="646331"/>
          </a:xfrm>
          <a:prstGeom prst="rect">
            <a:avLst/>
          </a:prstGeom>
          <a:noFill/>
        </p:spPr>
        <p:txBody>
          <a:bodyPr wrap="none" rtlCol="0">
            <a:spAutoFit/>
          </a:bodyPr>
          <a:lstStyle/>
          <a:p>
            <a:r>
              <a:rPr lang="en-MY" dirty="0"/>
              <a:t>Bubble Chart of Media Networking Tools</a:t>
            </a:r>
          </a:p>
          <a:p>
            <a:endParaRPr lang="en-MY" dirty="0"/>
          </a:p>
        </p:txBody>
      </p:sp>
    </p:spTree>
    <p:extLst>
      <p:ext uri="{BB962C8B-B14F-4D97-AF65-F5344CB8AC3E}">
        <p14:creationId xmlns:p14="http://schemas.microsoft.com/office/powerpoint/2010/main" val="559792919"/>
      </p:ext>
    </p:extLst>
  </p:cSld>
  <p:clrMapOvr>
    <a:masterClrMapping/>
  </p:clrMapOvr>
  <p:transition spd="slow">
    <p:comb/>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F3E4A-B978-EA8C-36C7-CAED823D1E1B}"/>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CDADACA9-76A6-8AB3-B068-52F2AAE8BD7C}"/>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31</a:t>
            </a:fld>
            <a:endParaRPr lang="en-MY" dirty="0"/>
          </a:p>
        </p:txBody>
      </p:sp>
      <p:pic>
        <p:nvPicPr>
          <p:cNvPr id="3" name="Picture 2" descr="Schematic illustration of results representation styles used in DScout's report about smartphone use. A timeline across the day of touches from a light user and a heavy user.">
            <a:extLst>
              <a:ext uri="{FF2B5EF4-FFF2-40B4-BE49-F238E27FC236}">
                <a16:creationId xmlns:a16="http://schemas.microsoft.com/office/drawing/2014/main" id="{526C9C26-AF2C-36CD-2D76-5E1C5CB018C1}"/>
              </a:ext>
            </a:extLst>
          </p:cNvPr>
          <p:cNvPicPr>
            <a:picLocks noChangeAspect="1"/>
          </p:cNvPicPr>
          <p:nvPr/>
        </p:nvPicPr>
        <p:blipFill rotWithShape="1">
          <a:blip r:embed="rId2">
            <a:extLst>
              <a:ext uri="{28A0092B-C50C-407E-A947-70E740481C1C}">
                <a14:useLocalDpi xmlns:a14="http://schemas.microsoft.com/office/drawing/2010/main" val="0"/>
              </a:ext>
            </a:extLst>
          </a:blip>
          <a:srcRect t="70494" r="725" b="2445"/>
          <a:stretch/>
        </p:blipFill>
        <p:spPr>
          <a:xfrm>
            <a:off x="2058265" y="916926"/>
            <a:ext cx="7680853" cy="2880320"/>
          </a:xfrm>
          <a:prstGeom prst="rect">
            <a:avLst/>
          </a:prstGeom>
        </p:spPr>
      </p:pic>
      <p:sp>
        <p:nvSpPr>
          <p:cNvPr id="2" name="TextBox 1">
            <a:extLst>
              <a:ext uri="{FF2B5EF4-FFF2-40B4-BE49-F238E27FC236}">
                <a16:creationId xmlns:a16="http://schemas.microsoft.com/office/drawing/2014/main" id="{B4423239-81A8-C805-022A-790A3F5A7CC1}"/>
              </a:ext>
            </a:extLst>
          </p:cNvPr>
          <p:cNvSpPr txBox="1"/>
          <p:nvPr/>
        </p:nvSpPr>
        <p:spPr>
          <a:xfrm>
            <a:off x="1442347" y="5596642"/>
            <a:ext cx="9296135" cy="523220"/>
          </a:xfrm>
          <a:prstGeom prst="rect">
            <a:avLst/>
          </a:prstGeom>
          <a:noFill/>
        </p:spPr>
        <p:txBody>
          <a:bodyPr wrap="none" rtlCol="0">
            <a:spAutoFit/>
          </a:bodyPr>
          <a:lstStyle/>
          <a:p>
            <a:r>
              <a:rPr lang="en-MY" sz="1400" dirty="0"/>
              <a:t>Source: </a:t>
            </a:r>
            <a:r>
              <a:rPr lang="en-MY" sz="1400" dirty="0">
                <a:hlinkClick r:id="rId3"/>
              </a:rPr>
              <a:t>https://medium.com/peoplenerds/putting-a-finger-on-our-phone-obsession-d65734181dc7</a:t>
            </a:r>
            <a:endParaRPr lang="en-MY" sz="1400" dirty="0"/>
          </a:p>
          <a:p>
            <a:endParaRPr lang="en-MY" sz="1400" dirty="0"/>
          </a:p>
        </p:txBody>
      </p:sp>
      <p:sp>
        <p:nvSpPr>
          <p:cNvPr id="5" name="TextBox 4">
            <a:extLst>
              <a:ext uri="{FF2B5EF4-FFF2-40B4-BE49-F238E27FC236}">
                <a16:creationId xmlns:a16="http://schemas.microsoft.com/office/drawing/2014/main" id="{98F3795F-BF52-AF79-5440-4A4E30E74388}"/>
              </a:ext>
            </a:extLst>
          </p:cNvPr>
          <p:cNvSpPr txBox="1"/>
          <p:nvPr/>
        </p:nvSpPr>
        <p:spPr>
          <a:xfrm>
            <a:off x="1814052" y="4321276"/>
            <a:ext cx="8303342" cy="1077218"/>
          </a:xfrm>
          <a:prstGeom prst="rect">
            <a:avLst/>
          </a:prstGeom>
          <a:noFill/>
        </p:spPr>
        <p:txBody>
          <a:bodyPr wrap="square" rtlCol="0">
            <a:spAutoFit/>
          </a:bodyPr>
          <a:lstStyle/>
          <a:p>
            <a:r>
              <a:rPr lang="en-US" sz="1600" b="1" dirty="0"/>
              <a:t>Q. </a:t>
            </a:r>
            <a:r>
              <a:rPr lang="en-US" sz="1600" dirty="0"/>
              <a:t>What time of day do people use their phones most?</a:t>
            </a:r>
          </a:p>
          <a:p>
            <a:r>
              <a:rPr lang="en-US" sz="1600" b="1" dirty="0"/>
              <a:t>A. </a:t>
            </a:r>
            <a:r>
              <a:rPr lang="en-US" sz="1600" dirty="0"/>
              <a:t>The snooze button might be what’s behind all the predawn activity we saw. But at 7AM, touches explode, ramping up almost continuously until dinner time.</a:t>
            </a:r>
          </a:p>
          <a:p>
            <a:endParaRPr lang="en-MY" sz="1600" dirty="0"/>
          </a:p>
        </p:txBody>
      </p:sp>
    </p:spTree>
    <p:extLst>
      <p:ext uri="{BB962C8B-B14F-4D97-AF65-F5344CB8AC3E}">
        <p14:creationId xmlns:p14="http://schemas.microsoft.com/office/powerpoint/2010/main" val="752708769"/>
      </p:ext>
    </p:extLst>
  </p:cSld>
  <p:clrMapOvr>
    <a:masterClrMapping/>
  </p:clrMapOvr>
  <p:transition spd="slow">
    <p:comb/>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F0FF2-7F6D-1A84-ED4D-6FF5B6E26F5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D20FA17-AFD3-3932-2105-260EE193204E}"/>
              </a:ext>
            </a:extLst>
          </p:cNvPr>
          <p:cNvSpPr txBox="1"/>
          <p:nvPr/>
        </p:nvSpPr>
        <p:spPr>
          <a:xfrm>
            <a:off x="1783917" y="471727"/>
            <a:ext cx="8612997"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Presenting Findings</a:t>
            </a:r>
          </a:p>
        </p:txBody>
      </p:sp>
      <p:sp>
        <p:nvSpPr>
          <p:cNvPr id="24" name="Rectangle 23">
            <a:extLst>
              <a:ext uri="{FF2B5EF4-FFF2-40B4-BE49-F238E27FC236}">
                <a16:creationId xmlns:a16="http://schemas.microsoft.com/office/drawing/2014/main" id="{562DA4AE-2C71-1E7B-9845-B6F556B09185}"/>
              </a:ext>
            </a:extLst>
          </p:cNvPr>
          <p:cNvSpPr/>
          <p:nvPr/>
        </p:nvSpPr>
        <p:spPr>
          <a:xfrm>
            <a:off x="1035385" y="2017075"/>
            <a:ext cx="10110060" cy="282385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rgbClr val="C00000"/>
                </a:solidFill>
              </a:rPr>
              <a:t>Structured notations </a:t>
            </a:r>
            <a:r>
              <a:rPr lang="en-US" sz="2000" dirty="0">
                <a:solidFill>
                  <a:schemeClr val="tx1">
                    <a:lumMod val="65000"/>
                    <a:lumOff val="35000"/>
                  </a:schemeClr>
                </a:solidFill>
              </a:rPr>
              <a:t>have clear syntax and semantics to present particular viewpoint</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Using </a:t>
            </a:r>
            <a:r>
              <a:rPr lang="en-US" sz="2000" dirty="0">
                <a:solidFill>
                  <a:srgbClr val="C00000"/>
                </a:solidFill>
              </a:rPr>
              <a:t>stories</a:t>
            </a:r>
            <a:r>
              <a:rPr lang="en-US" sz="2000" dirty="0">
                <a:solidFill>
                  <a:schemeClr val="tx1">
                    <a:lumMod val="65000"/>
                    <a:lumOff val="35000"/>
                  </a:schemeClr>
                </a:solidFill>
              </a:rPr>
              <a:t> is an easy and intuitive approach to communicate ideas </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err="1">
                <a:solidFill>
                  <a:srgbClr val="C00000"/>
                </a:solidFill>
              </a:rPr>
              <a:t>Summarise</a:t>
            </a:r>
            <a:r>
              <a:rPr lang="en-US" sz="2000" dirty="0">
                <a:solidFill>
                  <a:srgbClr val="C00000"/>
                </a:solidFill>
              </a:rPr>
              <a:t> findings </a:t>
            </a:r>
            <a:r>
              <a:rPr lang="en-US" sz="2000" dirty="0">
                <a:solidFill>
                  <a:schemeClr val="tx1">
                    <a:lumMod val="65000"/>
                    <a:lumOff val="35000"/>
                  </a:schemeClr>
                </a:solidFill>
              </a:rPr>
              <a:t>using a range of notations</a:t>
            </a:r>
          </a:p>
        </p:txBody>
      </p:sp>
      <p:sp>
        <p:nvSpPr>
          <p:cNvPr id="4" name="Slide Number Placeholder 1">
            <a:extLst>
              <a:ext uri="{FF2B5EF4-FFF2-40B4-BE49-F238E27FC236}">
                <a16:creationId xmlns:a16="http://schemas.microsoft.com/office/drawing/2014/main" id="{5E6F07DC-71FF-D143-ECF8-843DB2290F5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32</a:t>
            </a:fld>
            <a:endParaRPr lang="en-MY" dirty="0"/>
          </a:p>
        </p:txBody>
      </p:sp>
    </p:spTree>
    <p:extLst>
      <p:ext uri="{BB962C8B-B14F-4D97-AF65-F5344CB8AC3E}">
        <p14:creationId xmlns:p14="http://schemas.microsoft.com/office/powerpoint/2010/main" val="3065818250"/>
      </p:ext>
    </p:extLst>
  </p:cSld>
  <p:clrMapOvr>
    <a:masterClrMapping/>
  </p:clrMapOvr>
  <p:transition spd="slow">
    <p:comb/>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0C3E-3A10-4FF4-9AD7-1EE9257FDF64}"/>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97C03751-8B35-1831-DC70-3346370C18B0}"/>
              </a:ext>
            </a:extLst>
          </p:cNvPr>
          <p:cNvSpPr/>
          <p:nvPr/>
        </p:nvSpPr>
        <p:spPr>
          <a:xfrm>
            <a:off x="1084820" y="1319229"/>
            <a:ext cx="10011192" cy="504368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The </a:t>
            </a:r>
            <a:r>
              <a:rPr lang="en-US" dirty="0">
                <a:solidFill>
                  <a:srgbClr val="C00000"/>
                </a:solidFill>
              </a:rPr>
              <a:t>data analysis </a:t>
            </a:r>
            <a:r>
              <a:rPr lang="en-US" dirty="0">
                <a:solidFill>
                  <a:schemeClr val="tx1">
                    <a:lumMod val="65000"/>
                    <a:lumOff val="35000"/>
                  </a:schemeClr>
                </a:solidFill>
              </a:rPr>
              <a:t>that can be done depends on </a:t>
            </a:r>
            <a:r>
              <a:rPr lang="en-US" dirty="0">
                <a:solidFill>
                  <a:srgbClr val="C00000"/>
                </a:solidFill>
              </a:rPr>
              <a:t>the data gathering technique(s) used</a:t>
            </a:r>
          </a:p>
          <a:p>
            <a:pPr marL="342900" indent="-342900" algn="just">
              <a:lnSpc>
                <a:spcPct val="150000"/>
              </a:lnSpc>
              <a:buFont typeface="Arial" panose="020B0604020202020204" pitchFamily="34" charset="0"/>
              <a:buChar char="•"/>
            </a:pPr>
            <a:r>
              <a:rPr lang="en-US" dirty="0">
                <a:solidFill>
                  <a:srgbClr val="C00000"/>
                </a:solidFill>
              </a:rPr>
              <a:t>Qualitative and quantitative data </a:t>
            </a:r>
            <a:r>
              <a:rPr lang="en-US" dirty="0">
                <a:solidFill>
                  <a:schemeClr val="tx1">
                    <a:lumMod val="65000"/>
                    <a:lumOff val="35000"/>
                  </a:schemeClr>
                </a:solidFill>
              </a:rPr>
              <a:t>may be gathered from any of the </a:t>
            </a:r>
            <a:r>
              <a:rPr lang="en-US" dirty="0">
                <a:solidFill>
                  <a:srgbClr val="C00000"/>
                </a:solidFill>
              </a:rPr>
              <a:t>three main data gathering approaches</a:t>
            </a:r>
          </a:p>
          <a:p>
            <a:pPr marL="342900" indent="-342900" algn="just">
              <a:lnSpc>
                <a:spcPct val="150000"/>
              </a:lnSpc>
              <a:buFont typeface="Arial" panose="020B0604020202020204" pitchFamily="34" charset="0"/>
              <a:buChar char="•"/>
            </a:pPr>
            <a:r>
              <a:rPr lang="en-US" dirty="0">
                <a:solidFill>
                  <a:srgbClr val="C00000"/>
                </a:solidFill>
              </a:rPr>
              <a:t>Percentages and averages </a:t>
            </a:r>
            <a:r>
              <a:rPr lang="en-US" dirty="0">
                <a:solidFill>
                  <a:schemeClr val="tx1">
                    <a:lumMod val="65000"/>
                    <a:lumOff val="35000"/>
                  </a:schemeClr>
                </a:solidFill>
              </a:rPr>
              <a:t>are commonly used in </a:t>
            </a:r>
            <a:r>
              <a:rPr lang="en-US" dirty="0">
                <a:solidFill>
                  <a:srgbClr val="C00000"/>
                </a:solidFill>
              </a:rPr>
              <a:t>Interaction Design</a:t>
            </a:r>
          </a:p>
          <a:p>
            <a:pPr marL="342900" indent="-342900" algn="just">
              <a:lnSpc>
                <a:spcPct val="150000"/>
              </a:lnSpc>
              <a:buFont typeface="Arial" panose="020B0604020202020204" pitchFamily="34" charset="0"/>
              <a:buChar char="•"/>
            </a:pPr>
            <a:r>
              <a:rPr lang="en-US" dirty="0">
                <a:solidFill>
                  <a:srgbClr val="C00000"/>
                </a:solidFill>
              </a:rPr>
              <a:t>Graphical representations </a:t>
            </a:r>
            <a:r>
              <a:rPr lang="en-US" dirty="0">
                <a:solidFill>
                  <a:schemeClr val="tx1">
                    <a:lumMod val="65000"/>
                    <a:lumOff val="35000"/>
                  </a:schemeClr>
                </a:solidFill>
              </a:rPr>
              <a:t>help to identify patterns and outliers </a:t>
            </a:r>
          </a:p>
          <a:p>
            <a:pPr marL="342900" indent="-342900" algn="just">
              <a:lnSpc>
                <a:spcPct val="150000"/>
              </a:lnSpc>
              <a:buFont typeface="Arial" panose="020B0604020202020204" pitchFamily="34" charset="0"/>
              <a:buChar char="•"/>
            </a:pPr>
            <a:r>
              <a:rPr lang="en-US" dirty="0">
                <a:solidFill>
                  <a:srgbClr val="C00000"/>
                </a:solidFill>
              </a:rPr>
              <a:t>Mean, median, and mode </a:t>
            </a:r>
            <a:r>
              <a:rPr lang="en-US" dirty="0">
                <a:solidFill>
                  <a:schemeClr val="tx1">
                    <a:lumMod val="65000"/>
                    <a:lumOff val="35000"/>
                  </a:schemeClr>
                </a:solidFill>
              </a:rPr>
              <a:t>are different kinds of ‘average’ and can have very different answers for the same set of data</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Analysis of qualitative data analysis may be </a:t>
            </a:r>
            <a:r>
              <a:rPr lang="en-US" dirty="0">
                <a:solidFill>
                  <a:srgbClr val="C00000"/>
                </a:solidFill>
              </a:rPr>
              <a:t>inductive</a:t>
            </a:r>
            <a:r>
              <a:rPr lang="en-US" dirty="0">
                <a:solidFill>
                  <a:schemeClr val="tx1">
                    <a:lumMod val="65000"/>
                    <a:lumOff val="35000"/>
                  </a:schemeClr>
                </a:solidFill>
              </a:rPr>
              <a:t> (extracted from the data), or </a:t>
            </a:r>
            <a:r>
              <a:rPr lang="en-US" dirty="0">
                <a:solidFill>
                  <a:srgbClr val="C00000"/>
                </a:solidFill>
              </a:rPr>
              <a:t>deductive</a:t>
            </a:r>
            <a:r>
              <a:rPr lang="en-US" dirty="0">
                <a:solidFill>
                  <a:schemeClr val="tx1">
                    <a:lumMod val="65000"/>
                    <a:lumOff val="35000"/>
                  </a:schemeClr>
                </a:solidFill>
              </a:rPr>
              <a:t> (pre-existing concepts)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Several </a:t>
            </a:r>
            <a:r>
              <a:rPr lang="en-US" dirty="0">
                <a:solidFill>
                  <a:srgbClr val="C00000"/>
                </a:solidFill>
              </a:rPr>
              <a:t>analytical frameworks </a:t>
            </a:r>
            <a:r>
              <a:rPr lang="en-US" dirty="0">
                <a:solidFill>
                  <a:schemeClr val="tx1">
                    <a:lumMod val="65000"/>
                    <a:lumOff val="35000"/>
                  </a:schemeClr>
                </a:solidFill>
              </a:rPr>
              <a:t>exist that </a:t>
            </a:r>
            <a:r>
              <a:rPr lang="en-US" dirty="0">
                <a:solidFill>
                  <a:srgbClr val="C00000"/>
                </a:solidFill>
              </a:rPr>
              <a:t>focus on different levels of granularity </a:t>
            </a:r>
            <a:r>
              <a:rPr lang="en-US" dirty="0">
                <a:solidFill>
                  <a:schemeClr val="tx1">
                    <a:lumMod val="65000"/>
                    <a:lumOff val="35000"/>
                  </a:schemeClr>
                </a:solidFill>
              </a:rPr>
              <a:t>with different purposes </a:t>
            </a:r>
          </a:p>
        </p:txBody>
      </p:sp>
      <p:sp>
        <p:nvSpPr>
          <p:cNvPr id="4" name="Slide Number Placeholder 1">
            <a:extLst>
              <a:ext uri="{FF2B5EF4-FFF2-40B4-BE49-F238E27FC236}">
                <a16:creationId xmlns:a16="http://schemas.microsoft.com/office/drawing/2014/main" id="{58620851-9D64-1DA1-29AB-0AA7E015E50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33</a:t>
            </a:fld>
            <a:endParaRPr lang="en-MY" dirty="0"/>
          </a:p>
        </p:txBody>
      </p:sp>
      <p:sp>
        <p:nvSpPr>
          <p:cNvPr id="2" name="TextBox 1">
            <a:extLst>
              <a:ext uri="{FF2B5EF4-FFF2-40B4-BE49-F238E27FC236}">
                <a16:creationId xmlns:a16="http://schemas.microsoft.com/office/drawing/2014/main" id="{FB0B7238-08F6-4B9C-BAE5-F5A97F9A07A2}"/>
              </a:ext>
            </a:extLst>
          </p:cNvPr>
          <p:cNvSpPr txBox="1"/>
          <p:nvPr/>
        </p:nvSpPr>
        <p:spPr>
          <a:xfrm>
            <a:off x="2096444" y="479685"/>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Key Points</a:t>
            </a:r>
          </a:p>
        </p:txBody>
      </p:sp>
    </p:spTree>
    <p:extLst>
      <p:ext uri="{BB962C8B-B14F-4D97-AF65-F5344CB8AC3E}">
        <p14:creationId xmlns:p14="http://schemas.microsoft.com/office/powerpoint/2010/main" val="3942346286"/>
      </p:ext>
    </p:extLst>
  </p:cSld>
  <p:clrMapOvr>
    <a:masterClrMapping/>
  </p:clrMapOvr>
  <p:transition spd="slow">
    <p:comb/>
  </p:transition>
</p:sld>
</file>

<file path=ppt/theme/theme1.xml><?xml version="1.0" encoding="utf-8"?>
<a:theme xmlns:a="http://schemas.openxmlformats.org/drawingml/2006/main" name="Office Theme">
  <a:themeElements>
    <a:clrScheme name="PPT custom">
      <a:dk1>
        <a:sysClr val="windowText" lastClr="000000"/>
      </a:dk1>
      <a:lt1>
        <a:sysClr val="window" lastClr="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Custom 2">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7158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9639</TotalTime>
  <Words>1060</Words>
  <Application>Microsoft Office PowerPoint</Application>
  <PresentationFormat>Widescreen</PresentationFormat>
  <Paragraphs>194</Paragraphs>
  <Slides>33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Calibri</vt:lpstr>
      <vt:lpstr>Liberation Sans</vt:lpstr>
      <vt:lpstr>Poppins</vt:lpstr>
      <vt:lpstr>Poppins Medium</vt:lpstr>
      <vt:lpstr>Office Theme</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 IDIANA BINTI HAMIDI</dc:creator>
  <cp:lastModifiedBy>SARINA BINTI SULAIMAN</cp:lastModifiedBy>
  <cp:revision>244</cp:revision>
  <cp:lastPrinted>2025-06-16T00:37:00Z</cp:lastPrinted>
  <dcterms:created xsi:type="dcterms:W3CDTF">2022-06-08T07:39:09Z</dcterms:created>
  <dcterms:modified xsi:type="dcterms:W3CDTF">2026-01-01T09:49:04Z</dcterms:modified>
</cp:coreProperties>
</file>