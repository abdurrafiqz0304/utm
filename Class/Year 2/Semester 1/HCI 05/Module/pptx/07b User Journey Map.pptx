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50" r:id="rId2"/>
    <p:sldId id="297" r:id="rId3"/>
    <p:sldId id="463" r:id="rId4"/>
    <p:sldId id="361" r:id="rId5"/>
    <p:sldId id="423" r:id="rId6"/>
    <p:sldId id="476" r:id="rId7"/>
    <p:sldId id="464" r:id="rId8"/>
    <p:sldId id="466" r:id="rId9"/>
    <p:sldId id="465" r:id="rId10"/>
    <p:sldId id="467" r:id="rId11"/>
    <p:sldId id="468" r:id="rId12"/>
    <p:sldId id="469" r:id="rId13"/>
    <p:sldId id="470" r:id="rId14"/>
    <p:sldId id="471" r:id="rId15"/>
    <p:sldId id="472" r:id="rId16"/>
    <p:sldId id="473" r:id="rId17"/>
    <p:sldId id="447" r:id="rId18"/>
    <p:sldId id="448" r:id="rId19"/>
    <p:sldId id="474" r:id="rId20"/>
    <p:sldId id="4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86CE33-AC0D-3A4E-99C7-E575EEB03A9B}">
          <p14:sldIdLst>
            <p14:sldId id="350"/>
            <p14:sldId id="297"/>
          </p14:sldIdLst>
        </p14:section>
        <p14:section name="01 INTRODUCTION" id="{BD8E2391-4124-D943-9E6F-EF59281C1C13}">
          <p14:sldIdLst>
            <p14:sldId id="463"/>
            <p14:sldId id="361"/>
            <p14:sldId id="423"/>
            <p14:sldId id="476"/>
          </p14:sldIdLst>
        </p14:section>
        <p14:section name="02 Deconstruction of a journey map" id="{43A3C454-3BB3-A94C-AEAE-3C6137E240C0}">
          <p14:sldIdLst>
            <p14:sldId id="464"/>
            <p14:sldId id="466"/>
            <p14:sldId id="465"/>
            <p14:sldId id="467"/>
            <p14:sldId id="468"/>
            <p14:sldId id="469"/>
            <p14:sldId id="470"/>
            <p14:sldId id="471"/>
            <p14:sldId id="472"/>
            <p14:sldId id="473"/>
          </p14:sldIdLst>
        </p14:section>
        <p14:section name="03 Examples" id="{DAE8057B-5939-3D4D-9358-ED96B88F9075}">
          <p14:sldIdLst>
            <p14:sldId id="447"/>
            <p14:sldId id="448"/>
            <p14:sldId id="474"/>
            <p14:sldId id="4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A6A6A6"/>
    <a:srgbClr val="F2F2F2"/>
    <a:srgbClr val="D9D9D9"/>
    <a:srgbClr val="2C2C2C"/>
    <a:srgbClr val="74121D"/>
    <a:srgbClr val="351F2D"/>
    <a:srgbClr val="5A5A5A"/>
    <a:srgbClr val="D3A76D"/>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9B4557-3AA2-DC47-A29D-878D9025D0A5}" v="179" dt="2025-05-25T16:05:41.229"/>
    <p1510:client id="{76C7954F-DE11-8546-8FEC-D4E62FD96BB2}" v="242" dt="2025-05-25T15:38:41.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67" autoAdjust="0"/>
    <p:restoredTop sz="92409" autoAdjust="0"/>
  </p:normalViewPr>
  <p:slideViewPr>
    <p:cSldViewPr snapToGrid="0">
      <p:cViewPr varScale="1">
        <p:scale>
          <a:sx n="109" d="100"/>
          <a:sy n="109" d="100"/>
        </p:scale>
        <p:origin x="200"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ITAH BINTI GHAZALI" userId="94db6960-132c-444f-a4d9-23ae1565c350" providerId="ADAL" clId="{5F9B4557-3AA2-DC47-A29D-878D9025D0A5}"/>
    <pc:docChg chg="undo custSel addSld delSld modSld addSection delSection modSection">
      <pc:chgData name="MASITAH BINTI GHAZALI" userId="94db6960-132c-444f-a4d9-23ae1565c350" providerId="ADAL" clId="{5F9B4557-3AA2-DC47-A29D-878D9025D0A5}" dt="2025-05-25T16:05:41.226" v="788"/>
      <pc:docMkLst>
        <pc:docMk/>
      </pc:docMkLst>
      <pc:sldChg chg="addSp delSp modSp mod delAnim modAnim">
        <pc:chgData name="MASITAH BINTI GHAZALI" userId="94db6960-132c-444f-a4d9-23ae1565c350" providerId="ADAL" clId="{5F9B4557-3AA2-DC47-A29D-878D9025D0A5}" dt="2025-05-25T16:00:48.425" v="662" actId="1076"/>
        <pc:sldMkLst>
          <pc:docMk/>
          <pc:sldMk cId="2612194120" sldId="297"/>
        </pc:sldMkLst>
        <pc:spChg chg="mod">
          <ac:chgData name="MASITAH BINTI GHAZALI" userId="94db6960-132c-444f-a4d9-23ae1565c350" providerId="ADAL" clId="{5F9B4557-3AA2-DC47-A29D-878D9025D0A5}" dt="2025-05-25T16:00:48.425" v="662" actId="1076"/>
          <ac:spMkLst>
            <pc:docMk/>
            <pc:sldMk cId="2612194120" sldId="297"/>
            <ac:spMk id="2" creationId="{ECF91112-E67B-52E0-5CE0-84E598D5ACC2}"/>
          </ac:spMkLst>
        </pc:spChg>
        <pc:spChg chg="mod">
          <ac:chgData name="MASITAH BINTI GHAZALI" userId="94db6960-132c-444f-a4d9-23ae1565c350" providerId="ADAL" clId="{5F9B4557-3AA2-DC47-A29D-878D9025D0A5}" dt="2025-05-25T16:00:48.425" v="662" actId="1076"/>
          <ac:spMkLst>
            <pc:docMk/>
            <pc:sldMk cId="2612194120" sldId="297"/>
            <ac:spMk id="3" creationId="{0BC73770-F834-B3F6-8C54-7A5C1249A7AA}"/>
          </ac:spMkLst>
        </pc:spChg>
        <pc:spChg chg="mod">
          <ac:chgData name="MASITAH BINTI GHAZALI" userId="94db6960-132c-444f-a4d9-23ae1565c350" providerId="ADAL" clId="{5F9B4557-3AA2-DC47-A29D-878D9025D0A5}" dt="2025-05-25T16:00:48.425" v="662" actId="1076"/>
          <ac:spMkLst>
            <pc:docMk/>
            <pc:sldMk cId="2612194120" sldId="297"/>
            <ac:spMk id="4" creationId="{BAF8E65B-A985-5225-3DBE-AE4CF54409A9}"/>
          </ac:spMkLst>
        </pc:spChg>
        <pc:spChg chg="del">
          <ac:chgData name="MASITAH BINTI GHAZALI" userId="94db6960-132c-444f-a4d9-23ae1565c350" providerId="ADAL" clId="{5F9B4557-3AA2-DC47-A29D-878D9025D0A5}" dt="2025-05-25T15:43:42.499" v="106" actId="478"/>
          <ac:spMkLst>
            <pc:docMk/>
            <pc:sldMk cId="2612194120" sldId="297"/>
            <ac:spMk id="5" creationId="{BB3ABCD5-EC3A-8200-2F10-6C742189F3BE}"/>
          </ac:spMkLst>
        </pc:spChg>
        <pc:spChg chg="del">
          <ac:chgData name="MASITAH BINTI GHAZALI" userId="94db6960-132c-444f-a4d9-23ae1565c350" providerId="ADAL" clId="{5F9B4557-3AA2-DC47-A29D-878D9025D0A5}" dt="2025-05-25T15:43:42.499" v="106" actId="478"/>
          <ac:spMkLst>
            <pc:docMk/>
            <pc:sldMk cId="2612194120" sldId="297"/>
            <ac:spMk id="6" creationId="{2A3CD455-E96D-A90F-3D91-16AFB50725EE}"/>
          </ac:spMkLst>
        </pc:spChg>
        <pc:spChg chg="del">
          <ac:chgData name="MASITAH BINTI GHAZALI" userId="94db6960-132c-444f-a4d9-23ae1565c350" providerId="ADAL" clId="{5F9B4557-3AA2-DC47-A29D-878D9025D0A5}" dt="2025-05-25T15:43:35.384" v="105" actId="478"/>
          <ac:spMkLst>
            <pc:docMk/>
            <pc:sldMk cId="2612194120" sldId="297"/>
            <ac:spMk id="7" creationId="{2019E727-D0AC-972A-F7E3-F9C6DF9AFB33}"/>
          </ac:spMkLst>
        </pc:spChg>
        <pc:spChg chg="add mod">
          <ac:chgData name="MASITAH BINTI GHAZALI" userId="94db6960-132c-444f-a4d9-23ae1565c350" providerId="ADAL" clId="{5F9B4557-3AA2-DC47-A29D-878D9025D0A5}" dt="2025-05-25T16:00:48.425" v="662" actId="1076"/>
          <ac:spMkLst>
            <pc:docMk/>
            <pc:sldMk cId="2612194120" sldId="297"/>
            <ac:spMk id="8" creationId="{D6C7A4A7-6CE3-3FED-FB35-D9F97AC95E95}"/>
          </ac:spMkLst>
        </pc:spChg>
        <pc:spChg chg="add mod">
          <ac:chgData name="MASITAH BINTI GHAZALI" userId="94db6960-132c-444f-a4d9-23ae1565c350" providerId="ADAL" clId="{5F9B4557-3AA2-DC47-A29D-878D9025D0A5}" dt="2025-05-25T16:00:48.425" v="662" actId="1076"/>
          <ac:spMkLst>
            <pc:docMk/>
            <pc:sldMk cId="2612194120" sldId="297"/>
            <ac:spMk id="9" creationId="{65738E39-9788-6DDA-744C-8B71AE0FE1D4}"/>
          </ac:spMkLst>
        </pc:spChg>
        <pc:spChg chg="add mod">
          <ac:chgData name="MASITAH BINTI GHAZALI" userId="94db6960-132c-444f-a4d9-23ae1565c350" providerId="ADAL" clId="{5F9B4557-3AA2-DC47-A29D-878D9025D0A5}" dt="2025-05-25T16:00:48.425" v="662" actId="1076"/>
          <ac:spMkLst>
            <pc:docMk/>
            <pc:sldMk cId="2612194120" sldId="297"/>
            <ac:spMk id="10" creationId="{33F51578-447E-6366-DBB4-20A22F82B516}"/>
          </ac:spMkLst>
        </pc:spChg>
        <pc:spChg chg="del mod">
          <ac:chgData name="MASITAH BINTI GHAZALI" userId="94db6960-132c-444f-a4d9-23ae1565c350" providerId="ADAL" clId="{5F9B4557-3AA2-DC47-A29D-878D9025D0A5}" dt="2025-05-25T15:44:18.856" v="116" actId="478"/>
          <ac:spMkLst>
            <pc:docMk/>
            <pc:sldMk cId="2612194120" sldId="297"/>
            <ac:spMk id="15" creationId="{7EC946D2-7E11-A49F-CFDD-1AC8AF53C957}"/>
          </ac:spMkLst>
        </pc:spChg>
        <pc:spChg chg="del">
          <ac:chgData name="MASITAH BINTI GHAZALI" userId="94db6960-132c-444f-a4d9-23ae1565c350" providerId="ADAL" clId="{5F9B4557-3AA2-DC47-A29D-878D9025D0A5}" dt="2025-05-25T15:43:47.034" v="108" actId="478"/>
          <ac:spMkLst>
            <pc:docMk/>
            <pc:sldMk cId="2612194120" sldId="297"/>
            <ac:spMk id="16" creationId="{A535CD31-F92E-8B2C-2DA9-5474A8A188F5}"/>
          </ac:spMkLst>
        </pc:spChg>
        <pc:spChg chg="del">
          <ac:chgData name="MASITAH BINTI GHAZALI" userId="94db6960-132c-444f-a4d9-23ae1565c350" providerId="ADAL" clId="{5F9B4557-3AA2-DC47-A29D-878D9025D0A5}" dt="2025-05-25T15:43:45.306" v="107" actId="478"/>
          <ac:spMkLst>
            <pc:docMk/>
            <pc:sldMk cId="2612194120" sldId="297"/>
            <ac:spMk id="17" creationId="{8EFC1AA5-6F7F-F747-4320-0EA3318DBD97}"/>
          </ac:spMkLst>
        </pc:spChg>
        <pc:spChg chg="del">
          <ac:chgData name="MASITAH BINTI GHAZALI" userId="94db6960-132c-444f-a4d9-23ae1565c350" providerId="ADAL" clId="{5F9B4557-3AA2-DC47-A29D-878D9025D0A5}" dt="2025-05-25T15:43:42.499" v="106" actId="478"/>
          <ac:spMkLst>
            <pc:docMk/>
            <pc:sldMk cId="2612194120" sldId="297"/>
            <ac:spMk id="26" creationId="{DC4E9F6C-91FE-5CC8-7FA1-70BB68B23BFA}"/>
          </ac:spMkLst>
        </pc:spChg>
      </pc:sldChg>
      <pc:sldChg chg="modSp mod">
        <pc:chgData name="MASITAH BINTI GHAZALI" userId="94db6960-132c-444f-a4d9-23ae1565c350" providerId="ADAL" clId="{5F9B4557-3AA2-DC47-A29D-878D9025D0A5}" dt="2025-05-25T15:42:12.295" v="37" actId="1076"/>
        <pc:sldMkLst>
          <pc:docMk/>
          <pc:sldMk cId="839588170" sldId="350"/>
        </pc:sldMkLst>
        <pc:spChg chg="mod">
          <ac:chgData name="MASITAH BINTI GHAZALI" userId="94db6960-132c-444f-a4d9-23ae1565c350" providerId="ADAL" clId="{5F9B4557-3AA2-DC47-A29D-878D9025D0A5}" dt="2025-05-25T15:42:12.295" v="37" actId="1076"/>
          <ac:spMkLst>
            <pc:docMk/>
            <pc:sldMk cId="839588170" sldId="350"/>
            <ac:spMk id="5" creationId="{49181100-FF79-92DD-2D59-F8730F46A416}"/>
          </ac:spMkLst>
        </pc:spChg>
      </pc:sldChg>
      <pc:sldChg chg="del">
        <pc:chgData name="MASITAH BINTI GHAZALI" userId="94db6960-132c-444f-a4d9-23ae1565c350" providerId="ADAL" clId="{5F9B4557-3AA2-DC47-A29D-878D9025D0A5}" dt="2025-05-25T15:45:08.110" v="156" actId="2696"/>
        <pc:sldMkLst>
          <pc:docMk/>
          <pc:sldMk cId="1386602692" sldId="351"/>
        </pc:sldMkLst>
      </pc:sldChg>
      <pc:sldChg chg="del">
        <pc:chgData name="MASITAH BINTI GHAZALI" userId="94db6960-132c-444f-a4d9-23ae1565c350" providerId="ADAL" clId="{5F9B4557-3AA2-DC47-A29D-878D9025D0A5}" dt="2025-05-25T16:00:56.797" v="663" actId="2696"/>
        <pc:sldMkLst>
          <pc:docMk/>
          <pc:sldMk cId="330938952" sldId="360"/>
        </pc:sldMkLst>
      </pc:sldChg>
      <pc:sldChg chg="modSp mod">
        <pc:chgData name="MASITAH BINTI GHAZALI" userId="94db6960-132c-444f-a4d9-23ae1565c350" providerId="ADAL" clId="{5F9B4557-3AA2-DC47-A29D-878D9025D0A5}" dt="2025-05-25T15:47:29.910" v="247" actId="1076"/>
        <pc:sldMkLst>
          <pc:docMk/>
          <pc:sldMk cId="4097058015" sldId="361"/>
        </pc:sldMkLst>
        <pc:spChg chg="mod">
          <ac:chgData name="MASITAH BINTI GHAZALI" userId="94db6960-132c-444f-a4d9-23ae1565c350" providerId="ADAL" clId="{5F9B4557-3AA2-DC47-A29D-878D9025D0A5}" dt="2025-05-25T15:47:29.910" v="247" actId="1076"/>
          <ac:spMkLst>
            <pc:docMk/>
            <pc:sldMk cId="4097058015" sldId="361"/>
            <ac:spMk id="11" creationId="{5F8ABBDF-3747-8705-1924-07418AF13822}"/>
          </ac:spMkLst>
        </pc:spChg>
        <pc:spChg chg="mod">
          <ac:chgData name="MASITAH BINTI GHAZALI" userId="94db6960-132c-444f-a4d9-23ae1565c350" providerId="ADAL" clId="{5F9B4557-3AA2-DC47-A29D-878D9025D0A5}" dt="2025-05-25T15:47:27.300" v="246" actId="1076"/>
          <ac:spMkLst>
            <pc:docMk/>
            <pc:sldMk cId="4097058015" sldId="361"/>
            <ac:spMk id="24" creationId="{F661811A-DEE6-3FF2-146E-A7FF2A655DF1}"/>
          </ac:spMkLst>
        </pc:spChg>
      </pc:sldChg>
      <pc:sldChg chg="del">
        <pc:chgData name="MASITAH BINTI GHAZALI" userId="94db6960-132c-444f-a4d9-23ae1565c350" providerId="ADAL" clId="{5F9B4557-3AA2-DC47-A29D-878D9025D0A5}" dt="2025-05-25T16:01:18.436" v="703" actId="2696"/>
        <pc:sldMkLst>
          <pc:docMk/>
          <pc:sldMk cId="3942346286" sldId="369"/>
        </pc:sldMkLst>
      </pc:sldChg>
      <pc:sldChg chg="del">
        <pc:chgData name="MASITAH BINTI GHAZALI" userId="94db6960-132c-444f-a4d9-23ae1565c350" providerId="ADAL" clId="{5F9B4557-3AA2-DC47-A29D-878D9025D0A5}" dt="2025-05-25T15:44:52.061" v="154" actId="2696"/>
        <pc:sldMkLst>
          <pc:docMk/>
          <pc:sldMk cId="1811899032" sldId="422"/>
        </pc:sldMkLst>
      </pc:sldChg>
      <pc:sldChg chg="addSp delSp modSp mod">
        <pc:chgData name="MASITAH BINTI GHAZALI" userId="94db6960-132c-444f-a4d9-23ae1565c350" providerId="ADAL" clId="{5F9B4557-3AA2-DC47-A29D-878D9025D0A5}" dt="2025-05-25T15:48:07.230" v="252" actId="1076"/>
        <pc:sldMkLst>
          <pc:docMk/>
          <pc:sldMk cId="3922235942" sldId="423"/>
        </pc:sldMkLst>
        <pc:spChg chg="del">
          <ac:chgData name="MASITAH BINTI GHAZALI" userId="94db6960-132c-444f-a4d9-23ae1565c350" providerId="ADAL" clId="{5F9B4557-3AA2-DC47-A29D-878D9025D0A5}" dt="2025-05-25T15:47:57.685" v="250" actId="478"/>
          <ac:spMkLst>
            <pc:docMk/>
            <pc:sldMk cId="3922235942" sldId="423"/>
            <ac:spMk id="3" creationId="{C0C025B8-BEB3-42E8-E40A-71B5EEE8252A}"/>
          </ac:spMkLst>
        </pc:spChg>
        <pc:spChg chg="del">
          <ac:chgData name="MASITAH BINTI GHAZALI" userId="94db6960-132c-444f-a4d9-23ae1565c350" providerId="ADAL" clId="{5F9B4557-3AA2-DC47-A29D-878D9025D0A5}" dt="2025-05-25T15:47:53.039" v="248" actId="478"/>
          <ac:spMkLst>
            <pc:docMk/>
            <pc:sldMk cId="3922235942" sldId="423"/>
            <ac:spMk id="11" creationId="{FA77A690-A249-9DE9-2BD2-2C3710E78C91}"/>
          </ac:spMkLst>
        </pc:spChg>
        <pc:spChg chg="del">
          <ac:chgData name="MASITAH BINTI GHAZALI" userId="94db6960-132c-444f-a4d9-23ae1565c350" providerId="ADAL" clId="{5F9B4557-3AA2-DC47-A29D-878D9025D0A5}" dt="2025-05-25T15:47:55.187" v="249" actId="478"/>
          <ac:spMkLst>
            <pc:docMk/>
            <pc:sldMk cId="3922235942" sldId="423"/>
            <ac:spMk id="24" creationId="{D147951F-EDE0-A70F-9700-0D4B36E91C8E}"/>
          </ac:spMkLst>
        </pc:spChg>
        <pc:picChg chg="del">
          <ac:chgData name="MASITAH BINTI GHAZALI" userId="94db6960-132c-444f-a4d9-23ae1565c350" providerId="ADAL" clId="{5F9B4557-3AA2-DC47-A29D-878D9025D0A5}" dt="2025-05-25T15:47:57.685" v="250" actId="478"/>
          <ac:picMkLst>
            <pc:docMk/>
            <pc:sldMk cId="3922235942" sldId="423"/>
            <ac:picMk id="2" creationId="{F332857D-A340-3AEB-B982-9502809ADD6B}"/>
          </ac:picMkLst>
        </pc:picChg>
        <pc:picChg chg="add mod">
          <ac:chgData name="MASITAH BINTI GHAZALI" userId="94db6960-132c-444f-a4d9-23ae1565c350" providerId="ADAL" clId="{5F9B4557-3AA2-DC47-A29D-878D9025D0A5}" dt="2025-05-25T15:48:07.230" v="252" actId="1076"/>
          <ac:picMkLst>
            <pc:docMk/>
            <pc:sldMk cId="3922235942" sldId="423"/>
            <ac:picMk id="5" creationId="{B976D6F0-2B92-694F-D1BD-3B337A00AC8F}"/>
          </ac:picMkLst>
        </pc:picChg>
      </pc:sldChg>
      <pc:sldChg chg="del">
        <pc:chgData name="MASITAH BINTI GHAZALI" userId="94db6960-132c-444f-a4d9-23ae1565c350" providerId="ADAL" clId="{5F9B4557-3AA2-DC47-A29D-878D9025D0A5}" dt="2025-05-25T16:00:57.788" v="664" actId="2696"/>
        <pc:sldMkLst>
          <pc:docMk/>
          <pc:sldMk cId="971065268" sldId="424"/>
        </pc:sldMkLst>
      </pc:sldChg>
      <pc:sldChg chg="del">
        <pc:chgData name="MASITAH BINTI GHAZALI" userId="94db6960-132c-444f-a4d9-23ae1565c350" providerId="ADAL" clId="{5F9B4557-3AA2-DC47-A29D-878D9025D0A5}" dt="2025-05-25T16:00:58.457" v="665" actId="2696"/>
        <pc:sldMkLst>
          <pc:docMk/>
          <pc:sldMk cId="3763466415" sldId="425"/>
        </pc:sldMkLst>
      </pc:sldChg>
      <pc:sldChg chg="del">
        <pc:chgData name="MASITAH BINTI GHAZALI" userId="94db6960-132c-444f-a4d9-23ae1565c350" providerId="ADAL" clId="{5F9B4557-3AA2-DC47-A29D-878D9025D0A5}" dt="2025-05-25T16:00:58.967" v="666" actId="2696"/>
        <pc:sldMkLst>
          <pc:docMk/>
          <pc:sldMk cId="3494923293" sldId="426"/>
        </pc:sldMkLst>
      </pc:sldChg>
      <pc:sldChg chg="del">
        <pc:chgData name="MASITAH BINTI GHAZALI" userId="94db6960-132c-444f-a4d9-23ae1565c350" providerId="ADAL" clId="{5F9B4557-3AA2-DC47-A29D-878D9025D0A5}" dt="2025-05-25T16:00:59.488" v="667" actId="2696"/>
        <pc:sldMkLst>
          <pc:docMk/>
          <pc:sldMk cId="2011318257" sldId="427"/>
        </pc:sldMkLst>
      </pc:sldChg>
      <pc:sldChg chg="del">
        <pc:chgData name="MASITAH BINTI GHAZALI" userId="94db6960-132c-444f-a4d9-23ae1565c350" providerId="ADAL" clId="{5F9B4557-3AA2-DC47-A29D-878D9025D0A5}" dt="2025-05-25T16:00:59.937" v="668" actId="2696"/>
        <pc:sldMkLst>
          <pc:docMk/>
          <pc:sldMk cId="1633744722" sldId="428"/>
        </pc:sldMkLst>
      </pc:sldChg>
      <pc:sldChg chg="del">
        <pc:chgData name="MASITAH BINTI GHAZALI" userId="94db6960-132c-444f-a4d9-23ae1565c350" providerId="ADAL" clId="{5F9B4557-3AA2-DC47-A29D-878D9025D0A5}" dt="2025-05-25T16:01:00.339" v="669" actId="2696"/>
        <pc:sldMkLst>
          <pc:docMk/>
          <pc:sldMk cId="117453629" sldId="429"/>
        </pc:sldMkLst>
      </pc:sldChg>
      <pc:sldChg chg="del">
        <pc:chgData name="MASITAH BINTI GHAZALI" userId="94db6960-132c-444f-a4d9-23ae1565c350" providerId="ADAL" clId="{5F9B4557-3AA2-DC47-A29D-878D9025D0A5}" dt="2025-05-25T16:01:00.649" v="670" actId="2696"/>
        <pc:sldMkLst>
          <pc:docMk/>
          <pc:sldMk cId="4098433990" sldId="430"/>
        </pc:sldMkLst>
      </pc:sldChg>
      <pc:sldChg chg="del">
        <pc:chgData name="MASITAH BINTI GHAZALI" userId="94db6960-132c-444f-a4d9-23ae1565c350" providerId="ADAL" clId="{5F9B4557-3AA2-DC47-A29D-878D9025D0A5}" dt="2025-05-25T16:01:00.930" v="671" actId="2696"/>
        <pc:sldMkLst>
          <pc:docMk/>
          <pc:sldMk cId="4241541351" sldId="431"/>
        </pc:sldMkLst>
      </pc:sldChg>
      <pc:sldChg chg="del">
        <pc:chgData name="MASITAH BINTI GHAZALI" userId="94db6960-132c-444f-a4d9-23ae1565c350" providerId="ADAL" clId="{5F9B4557-3AA2-DC47-A29D-878D9025D0A5}" dt="2025-05-25T16:01:01.278" v="672" actId="2696"/>
        <pc:sldMkLst>
          <pc:docMk/>
          <pc:sldMk cId="2196264720" sldId="432"/>
        </pc:sldMkLst>
      </pc:sldChg>
      <pc:sldChg chg="del">
        <pc:chgData name="MASITAH BINTI GHAZALI" userId="94db6960-132c-444f-a4d9-23ae1565c350" providerId="ADAL" clId="{5F9B4557-3AA2-DC47-A29D-878D9025D0A5}" dt="2025-05-25T16:01:01.704" v="674" actId="2696"/>
        <pc:sldMkLst>
          <pc:docMk/>
          <pc:sldMk cId="2655106299" sldId="433"/>
        </pc:sldMkLst>
      </pc:sldChg>
      <pc:sldChg chg="del">
        <pc:chgData name="MASITAH BINTI GHAZALI" userId="94db6960-132c-444f-a4d9-23ae1565c350" providerId="ADAL" clId="{5F9B4557-3AA2-DC47-A29D-878D9025D0A5}" dt="2025-05-25T16:01:01.463" v="673" actId="2696"/>
        <pc:sldMkLst>
          <pc:docMk/>
          <pc:sldMk cId="1953031449" sldId="434"/>
        </pc:sldMkLst>
      </pc:sldChg>
      <pc:sldChg chg="del">
        <pc:chgData name="MASITAH BINTI GHAZALI" userId="94db6960-132c-444f-a4d9-23ae1565c350" providerId="ADAL" clId="{5F9B4557-3AA2-DC47-A29D-878D9025D0A5}" dt="2025-05-25T16:01:01.943" v="675" actId="2696"/>
        <pc:sldMkLst>
          <pc:docMk/>
          <pc:sldMk cId="1451778104" sldId="435"/>
        </pc:sldMkLst>
      </pc:sldChg>
      <pc:sldChg chg="del">
        <pc:chgData name="MASITAH BINTI GHAZALI" userId="94db6960-132c-444f-a4d9-23ae1565c350" providerId="ADAL" clId="{5F9B4557-3AA2-DC47-A29D-878D9025D0A5}" dt="2025-05-25T16:01:02.175" v="676" actId="2696"/>
        <pc:sldMkLst>
          <pc:docMk/>
          <pc:sldMk cId="2961429697" sldId="436"/>
        </pc:sldMkLst>
      </pc:sldChg>
      <pc:sldChg chg="del">
        <pc:chgData name="MASITAH BINTI GHAZALI" userId="94db6960-132c-444f-a4d9-23ae1565c350" providerId="ADAL" clId="{5F9B4557-3AA2-DC47-A29D-878D9025D0A5}" dt="2025-05-25T16:01:02.378" v="677" actId="2696"/>
        <pc:sldMkLst>
          <pc:docMk/>
          <pc:sldMk cId="1496166103" sldId="437"/>
        </pc:sldMkLst>
      </pc:sldChg>
      <pc:sldChg chg="del">
        <pc:chgData name="MASITAH BINTI GHAZALI" userId="94db6960-132c-444f-a4d9-23ae1565c350" providerId="ADAL" clId="{5F9B4557-3AA2-DC47-A29D-878D9025D0A5}" dt="2025-05-25T16:01:02.669" v="678" actId="2696"/>
        <pc:sldMkLst>
          <pc:docMk/>
          <pc:sldMk cId="3353629921" sldId="438"/>
        </pc:sldMkLst>
      </pc:sldChg>
      <pc:sldChg chg="del">
        <pc:chgData name="MASITAH BINTI GHAZALI" userId="94db6960-132c-444f-a4d9-23ae1565c350" providerId="ADAL" clId="{5F9B4557-3AA2-DC47-A29D-878D9025D0A5}" dt="2025-05-25T16:01:02.897" v="679" actId="2696"/>
        <pc:sldMkLst>
          <pc:docMk/>
          <pc:sldMk cId="349411046" sldId="439"/>
        </pc:sldMkLst>
      </pc:sldChg>
      <pc:sldChg chg="del">
        <pc:chgData name="MASITAH BINTI GHAZALI" userId="94db6960-132c-444f-a4d9-23ae1565c350" providerId="ADAL" clId="{5F9B4557-3AA2-DC47-A29D-878D9025D0A5}" dt="2025-05-25T16:01:03.168" v="680" actId="2696"/>
        <pc:sldMkLst>
          <pc:docMk/>
          <pc:sldMk cId="2813365625" sldId="440"/>
        </pc:sldMkLst>
      </pc:sldChg>
      <pc:sldChg chg="del">
        <pc:chgData name="MASITAH BINTI GHAZALI" userId="94db6960-132c-444f-a4d9-23ae1565c350" providerId="ADAL" clId="{5F9B4557-3AA2-DC47-A29D-878D9025D0A5}" dt="2025-05-25T16:01:03.354" v="681" actId="2696"/>
        <pc:sldMkLst>
          <pc:docMk/>
          <pc:sldMk cId="2355736283" sldId="441"/>
        </pc:sldMkLst>
      </pc:sldChg>
      <pc:sldChg chg="del">
        <pc:chgData name="MASITAH BINTI GHAZALI" userId="94db6960-132c-444f-a4d9-23ae1565c350" providerId="ADAL" clId="{5F9B4557-3AA2-DC47-A29D-878D9025D0A5}" dt="2025-05-25T16:01:03.670" v="682" actId="2696"/>
        <pc:sldMkLst>
          <pc:docMk/>
          <pc:sldMk cId="4230544325" sldId="442"/>
        </pc:sldMkLst>
      </pc:sldChg>
      <pc:sldChg chg="del">
        <pc:chgData name="MASITAH BINTI GHAZALI" userId="94db6960-132c-444f-a4d9-23ae1565c350" providerId="ADAL" clId="{5F9B4557-3AA2-DC47-A29D-878D9025D0A5}" dt="2025-05-25T16:01:03.945" v="683" actId="2696"/>
        <pc:sldMkLst>
          <pc:docMk/>
          <pc:sldMk cId="208871792" sldId="443"/>
        </pc:sldMkLst>
      </pc:sldChg>
      <pc:sldChg chg="del">
        <pc:chgData name="MASITAH BINTI GHAZALI" userId="94db6960-132c-444f-a4d9-23ae1565c350" providerId="ADAL" clId="{5F9B4557-3AA2-DC47-A29D-878D9025D0A5}" dt="2025-05-25T16:01:04.164" v="684" actId="2696"/>
        <pc:sldMkLst>
          <pc:docMk/>
          <pc:sldMk cId="2366866352" sldId="444"/>
        </pc:sldMkLst>
      </pc:sldChg>
      <pc:sldChg chg="del">
        <pc:chgData name="MASITAH BINTI GHAZALI" userId="94db6960-132c-444f-a4d9-23ae1565c350" providerId="ADAL" clId="{5F9B4557-3AA2-DC47-A29D-878D9025D0A5}" dt="2025-05-25T16:01:04.485" v="685" actId="2696"/>
        <pc:sldMkLst>
          <pc:docMk/>
          <pc:sldMk cId="3698829967" sldId="445"/>
        </pc:sldMkLst>
      </pc:sldChg>
      <pc:sldChg chg="del">
        <pc:chgData name="MASITAH BINTI GHAZALI" userId="94db6960-132c-444f-a4d9-23ae1565c350" providerId="ADAL" clId="{5F9B4557-3AA2-DC47-A29D-878D9025D0A5}" dt="2025-05-25T16:01:05.352" v="686" actId="2696"/>
        <pc:sldMkLst>
          <pc:docMk/>
          <pc:sldMk cId="3707763377" sldId="446"/>
        </pc:sldMkLst>
      </pc:sldChg>
      <pc:sldChg chg="modSp mod">
        <pc:chgData name="MASITAH BINTI GHAZALI" userId="94db6960-132c-444f-a4d9-23ae1565c350" providerId="ADAL" clId="{5F9B4557-3AA2-DC47-A29D-878D9025D0A5}" dt="2025-05-25T16:01:35.270" v="714" actId="20577"/>
        <pc:sldMkLst>
          <pc:docMk/>
          <pc:sldMk cId="2468678839" sldId="447"/>
        </pc:sldMkLst>
        <pc:spChg chg="mod">
          <ac:chgData name="MASITAH BINTI GHAZALI" userId="94db6960-132c-444f-a4d9-23ae1565c350" providerId="ADAL" clId="{5F9B4557-3AA2-DC47-A29D-878D9025D0A5}" dt="2025-05-25T16:01:35.270" v="714" actId="20577"/>
          <ac:spMkLst>
            <pc:docMk/>
            <pc:sldMk cId="2468678839" sldId="447"/>
            <ac:spMk id="6" creationId="{9BA2DF94-743A-E30B-6542-AB3987675FC7}"/>
          </ac:spMkLst>
        </pc:spChg>
      </pc:sldChg>
      <pc:sldChg chg="addSp delSp modSp mod">
        <pc:chgData name="MASITAH BINTI GHAZALI" userId="94db6960-132c-444f-a4d9-23ae1565c350" providerId="ADAL" clId="{5F9B4557-3AA2-DC47-A29D-878D9025D0A5}" dt="2025-05-25T16:03:09.512" v="750" actId="1076"/>
        <pc:sldMkLst>
          <pc:docMk/>
          <pc:sldMk cId="617686201" sldId="448"/>
        </pc:sldMkLst>
        <pc:spChg chg="del mod">
          <ac:chgData name="MASITAH BINTI GHAZALI" userId="94db6960-132c-444f-a4d9-23ae1565c350" providerId="ADAL" clId="{5F9B4557-3AA2-DC47-A29D-878D9025D0A5}" dt="2025-05-25T16:02:48.572" v="743" actId="478"/>
          <ac:spMkLst>
            <pc:docMk/>
            <pc:sldMk cId="617686201" sldId="448"/>
            <ac:spMk id="11" creationId="{EEFDDE13-0080-AA68-F225-783B2ACE03B7}"/>
          </ac:spMkLst>
        </pc:spChg>
        <pc:spChg chg="mod">
          <ac:chgData name="MASITAH BINTI GHAZALI" userId="94db6960-132c-444f-a4d9-23ae1565c350" providerId="ADAL" clId="{5F9B4557-3AA2-DC47-A29D-878D9025D0A5}" dt="2025-05-25T16:03:02.744" v="749" actId="5793"/>
          <ac:spMkLst>
            <pc:docMk/>
            <pc:sldMk cId="617686201" sldId="448"/>
            <ac:spMk id="24" creationId="{412DF868-EAB4-C48E-A151-B5D7D77C27A2}"/>
          </ac:spMkLst>
        </pc:spChg>
        <pc:picChg chg="add mod">
          <ac:chgData name="MASITAH BINTI GHAZALI" userId="94db6960-132c-444f-a4d9-23ae1565c350" providerId="ADAL" clId="{5F9B4557-3AA2-DC47-A29D-878D9025D0A5}" dt="2025-05-25T16:03:09.512" v="750" actId="1076"/>
          <ac:picMkLst>
            <pc:docMk/>
            <pc:sldMk cId="617686201" sldId="448"/>
            <ac:picMk id="2" creationId="{5D4E780B-4E27-A2CC-B386-45A1370F23CD}"/>
          </ac:picMkLst>
        </pc:picChg>
      </pc:sldChg>
      <pc:sldChg chg="del">
        <pc:chgData name="MASITAH BINTI GHAZALI" userId="94db6960-132c-444f-a4d9-23ae1565c350" providerId="ADAL" clId="{5F9B4557-3AA2-DC47-A29D-878D9025D0A5}" dt="2025-05-25T16:01:14.781" v="689" actId="2696"/>
        <pc:sldMkLst>
          <pc:docMk/>
          <pc:sldMk cId="1658775598" sldId="449"/>
        </pc:sldMkLst>
      </pc:sldChg>
      <pc:sldChg chg="del">
        <pc:chgData name="MASITAH BINTI GHAZALI" userId="94db6960-132c-444f-a4d9-23ae1565c350" providerId="ADAL" clId="{5F9B4557-3AA2-DC47-A29D-878D9025D0A5}" dt="2025-05-25T16:01:14.793" v="690" actId="2696"/>
        <pc:sldMkLst>
          <pc:docMk/>
          <pc:sldMk cId="2056377831" sldId="450"/>
        </pc:sldMkLst>
      </pc:sldChg>
      <pc:sldChg chg="del">
        <pc:chgData name="MASITAH BINTI GHAZALI" userId="94db6960-132c-444f-a4d9-23ae1565c350" providerId="ADAL" clId="{5F9B4557-3AA2-DC47-A29D-878D9025D0A5}" dt="2025-05-25T16:01:14.841" v="691" actId="2696"/>
        <pc:sldMkLst>
          <pc:docMk/>
          <pc:sldMk cId="3819929136" sldId="451"/>
        </pc:sldMkLst>
      </pc:sldChg>
      <pc:sldChg chg="del">
        <pc:chgData name="MASITAH BINTI GHAZALI" userId="94db6960-132c-444f-a4d9-23ae1565c350" providerId="ADAL" clId="{5F9B4557-3AA2-DC47-A29D-878D9025D0A5}" dt="2025-05-25T16:01:14.853" v="692" actId="2696"/>
        <pc:sldMkLst>
          <pc:docMk/>
          <pc:sldMk cId="1606153625" sldId="452"/>
        </pc:sldMkLst>
      </pc:sldChg>
      <pc:sldChg chg="del">
        <pc:chgData name="MASITAH BINTI GHAZALI" userId="94db6960-132c-444f-a4d9-23ae1565c350" providerId="ADAL" clId="{5F9B4557-3AA2-DC47-A29D-878D9025D0A5}" dt="2025-05-25T16:01:14.770" v="688" actId="2696"/>
        <pc:sldMkLst>
          <pc:docMk/>
          <pc:sldMk cId="1723519107" sldId="453"/>
        </pc:sldMkLst>
      </pc:sldChg>
      <pc:sldChg chg="del">
        <pc:chgData name="MASITAH BINTI GHAZALI" userId="94db6960-132c-444f-a4d9-23ae1565c350" providerId="ADAL" clId="{5F9B4557-3AA2-DC47-A29D-878D9025D0A5}" dt="2025-05-25T16:01:14.866" v="693" actId="2696"/>
        <pc:sldMkLst>
          <pc:docMk/>
          <pc:sldMk cId="1842698298" sldId="454"/>
        </pc:sldMkLst>
      </pc:sldChg>
      <pc:sldChg chg="del">
        <pc:chgData name="MASITAH BINTI GHAZALI" userId="94db6960-132c-444f-a4d9-23ae1565c350" providerId="ADAL" clId="{5F9B4557-3AA2-DC47-A29D-878D9025D0A5}" dt="2025-05-25T16:01:14.876" v="694" actId="2696"/>
        <pc:sldMkLst>
          <pc:docMk/>
          <pc:sldMk cId="2452242563" sldId="455"/>
        </pc:sldMkLst>
      </pc:sldChg>
      <pc:sldChg chg="del">
        <pc:chgData name="MASITAH BINTI GHAZALI" userId="94db6960-132c-444f-a4d9-23ae1565c350" providerId="ADAL" clId="{5F9B4557-3AA2-DC47-A29D-878D9025D0A5}" dt="2025-05-25T16:01:17.963" v="696" actId="2696"/>
        <pc:sldMkLst>
          <pc:docMk/>
          <pc:sldMk cId="1638355943" sldId="456"/>
        </pc:sldMkLst>
      </pc:sldChg>
      <pc:sldChg chg="del">
        <pc:chgData name="MASITAH BINTI GHAZALI" userId="94db6960-132c-444f-a4d9-23ae1565c350" providerId="ADAL" clId="{5F9B4557-3AA2-DC47-A29D-878D9025D0A5}" dt="2025-05-25T16:01:17.977" v="697" actId="2696"/>
        <pc:sldMkLst>
          <pc:docMk/>
          <pc:sldMk cId="2457610653" sldId="457"/>
        </pc:sldMkLst>
      </pc:sldChg>
      <pc:sldChg chg="del">
        <pc:chgData name="MASITAH BINTI GHAZALI" userId="94db6960-132c-444f-a4d9-23ae1565c350" providerId="ADAL" clId="{5F9B4557-3AA2-DC47-A29D-878D9025D0A5}" dt="2025-05-25T16:01:17.994" v="698" actId="2696"/>
        <pc:sldMkLst>
          <pc:docMk/>
          <pc:sldMk cId="3244984848" sldId="458"/>
        </pc:sldMkLst>
      </pc:sldChg>
      <pc:sldChg chg="del">
        <pc:chgData name="MASITAH BINTI GHAZALI" userId="94db6960-132c-444f-a4d9-23ae1565c350" providerId="ADAL" clId="{5F9B4557-3AA2-DC47-A29D-878D9025D0A5}" dt="2025-05-25T16:01:18.011" v="699" actId="2696"/>
        <pc:sldMkLst>
          <pc:docMk/>
          <pc:sldMk cId="2353299512" sldId="459"/>
        </pc:sldMkLst>
      </pc:sldChg>
      <pc:sldChg chg="del">
        <pc:chgData name="MASITAH BINTI GHAZALI" userId="94db6960-132c-444f-a4d9-23ae1565c350" providerId="ADAL" clId="{5F9B4557-3AA2-DC47-A29D-878D9025D0A5}" dt="2025-05-25T16:01:18.184" v="700" actId="2696"/>
        <pc:sldMkLst>
          <pc:docMk/>
          <pc:sldMk cId="2660788343" sldId="460"/>
        </pc:sldMkLst>
      </pc:sldChg>
      <pc:sldChg chg="del">
        <pc:chgData name="MASITAH BINTI GHAZALI" userId="94db6960-132c-444f-a4d9-23ae1565c350" providerId="ADAL" clId="{5F9B4557-3AA2-DC47-A29D-878D9025D0A5}" dt="2025-05-25T16:01:18.263" v="701" actId="2696"/>
        <pc:sldMkLst>
          <pc:docMk/>
          <pc:sldMk cId="1622845642" sldId="461"/>
        </pc:sldMkLst>
      </pc:sldChg>
      <pc:sldChg chg="del">
        <pc:chgData name="MASITAH BINTI GHAZALI" userId="94db6960-132c-444f-a4d9-23ae1565c350" providerId="ADAL" clId="{5F9B4557-3AA2-DC47-A29D-878D9025D0A5}" dt="2025-05-25T16:01:18.364" v="702" actId="2696"/>
        <pc:sldMkLst>
          <pc:docMk/>
          <pc:sldMk cId="379096116" sldId="462"/>
        </pc:sldMkLst>
      </pc:sldChg>
      <pc:sldChg chg="modSp add mod">
        <pc:chgData name="MASITAH BINTI GHAZALI" userId="94db6960-132c-444f-a4d9-23ae1565c350" providerId="ADAL" clId="{5F9B4557-3AA2-DC47-A29D-878D9025D0A5}" dt="2025-05-25T15:45:33.301" v="178" actId="403"/>
        <pc:sldMkLst>
          <pc:docMk/>
          <pc:sldMk cId="2389008148" sldId="463"/>
        </pc:sldMkLst>
        <pc:spChg chg="mod">
          <ac:chgData name="MASITAH BINTI GHAZALI" userId="94db6960-132c-444f-a4d9-23ae1565c350" providerId="ADAL" clId="{5F9B4557-3AA2-DC47-A29D-878D9025D0A5}" dt="2025-05-25T15:45:33.301" v="178" actId="403"/>
          <ac:spMkLst>
            <pc:docMk/>
            <pc:sldMk cId="2389008148" sldId="463"/>
            <ac:spMk id="6" creationId="{C51CDEF5-04F5-AB48-8AD4-9CB8FCAD9CD9}"/>
          </ac:spMkLst>
        </pc:spChg>
      </pc:sldChg>
      <pc:sldChg chg="modSp add mod">
        <pc:chgData name="MASITAH BINTI GHAZALI" userId="94db6960-132c-444f-a4d9-23ae1565c350" providerId="ADAL" clId="{5F9B4557-3AA2-DC47-A29D-878D9025D0A5}" dt="2025-05-25T15:48:57.124" v="280" actId="404"/>
        <pc:sldMkLst>
          <pc:docMk/>
          <pc:sldMk cId="3861334487" sldId="464"/>
        </pc:sldMkLst>
        <pc:spChg chg="mod">
          <ac:chgData name="MASITAH BINTI GHAZALI" userId="94db6960-132c-444f-a4d9-23ae1565c350" providerId="ADAL" clId="{5F9B4557-3AA2-DC47-A29D-878D9025D0A5}" dt="2025-05-25T15:48:57.124" v="280" actId="404"/>
          <ac:spMkLst>
            <pc:docMk/>
            <pc:sldMk cId="3861334487" sldId="464"/>
            <ac:spMk id="6" creationId="{F74A2B3F-85B1-8945-E4EB-854EA1B123F9}"/>
          </ac:spMkLst>
        </pc:spChg>
      </pc:sldChg>
      <pc:sldChg chg="addSp delSp modSp add mod">
        <pc:chgData name="MASITAH BINTI GHAZALI" userId="94db6960-132c-444f-a4d9-23ae1565c350" providerId="ADAL" clId="{5F9B4557-3AA2-DC47-A29D-878D9025D0A5}" dt="2025-05-25T15:49:31.041" v="289" actId="1036"/>
        <pc:sldMkLst>
          <pc:docMk/>
          <pc:sldMk cId="3087694332" sldId="465"/>
        </pc:sldMkLst>
        <pc:spChg chg="mod">
          <ac:chgData name="MASITAH BINTI GHAZALI" userId="94db6960-132c-444f-a4d9-23ae1565c350" providerId="ADAL" clId="{5F9B4557-3AA2-DC47-A29D-878D9025D0A5}" dt="2025-05-25T15:49:31.041" v="289" actId="1036"/>
          <ac:spMkLst>
            <pc:docMk/>
            <pc:sldMk cId="3087694332" sldId="465"/>
            <ac:spMk id="4" creationId="{090D0AC4-0804-9586-8C7B-F117A0065F6B}"/>
          </ac:spMkLst>
        </pc:spChg>
        <pc:picChg chg="add mod">
          <ac:chgData name="MASITAH BINTI GHAZALI" userId="94db6960-132c-444f-a4d9-23ae1565c350" providerId="ADAL" clId="{5F9B4557-3AA2-DC47-A29D-878D9025D0A5}" dt="2025-05-25T15:49:22.401" v="284" actId="1076"/>
          <ac:picMkLst>
            <pc:docMk/>
            <pc:sldMk cId="3087694332" sldId="465"/>
            <ac:picMk id="2" creationId="{10094A7F-504D-13B1-3547-C1072E2860D8}"/>
          </ac:picMkLst>
        </pc:picChg>
        <pc:picChg chg="del">
          <ac:chgData name="MASITAH BINTI GHAZALI" userId="94db6960-132c-444f-a4d9-23ae1565c350" providerId="ADAL" clId="{5F9B4557-3AA2-DC47-A29D-878D9025D0A5}" dt="2025-05-25T15:49:15.342" v="282" actId="478"/>
          <ac:picMkLst>
            <pc:docMk/>
            <pc:sldMk cId="3087694332" sldId="465"/>
            <ac:picMk id="5" creationId="{47732DDF-5212-517E-1059-8EB8E543FE8F}"/>
          </ac:picMkLst>
        </pc:picChg>
      </pc:sldChg>
      <pc:sldChg chg="modSp add mod">
        <pc:chgData name="MASITAH BINTI GHAZALI" userId="94db6960-132c-444f-a4d9-23ae1565c350" providerId="ADAL" clId="{5F9B4557-3AA2-DC47-A29D-878D9025D0A5}" dt="2025-05-25T15:51:15.841" v="344" actId="20577"/>
        <pc:sldMkLst>
          <pc:docMk/>
          <pc:sldMk cId="2735189414" sldId="466"/>
        </pc:sldMkLst>
        <pc:spChg chg="mod">
          <ac:chgData name="MASITAH BINTI GHAZALI" userId="94db6960-132c-444f-a4d9-23ae1565c350" providerId="ADAL" clId="{5F9B4557-3AA2-DC47-A29D-878D9025D0A5}" dt="2025-05-25T15:51:15.841" v="344" actId="20577"/>
          <ac:spMkLst>
            <pc:docMk/>
            <pc:sldMk cId="2735189414" sldId="466"/>
            <ac:spMk id="11" creationId="{197A9E21-AFBF-7D9F-3C80-360B3BD8AF71}"/>
          </ac:spMkLst>
        </pc:spChg>
        <pc:spChg chg="mod">
          <ac:chgData name="MASITAH BINTI GHAZALI" userId="94db6960-132c-444f-a4d9-23ae1565c350" providerId="ADAL" clId="{5F9B4557-3AA2-DC47-A29D-878D9025D0A5}" dt="2025-05-25T15:51:08.519" v="331" actId="113"/>
          <ac:spMkLst>
            <pc:docMk/>
            <pc:sldMk cId="2735189414" sldId="466"/>
            <ac:spMk id="24" creationId="{2DCC927E-F3E7-0077-7C55-3B010D94CA9F}"/>
          </ac:spMkLst>
        </pc:spChg>
      </pc:sldChg>
      <pc:sldChg chg="modSp add mod">
        <pc:chgData name="MASITAH BINTI GHAZALI" userId="94db6960-132c-444f-a4d9-23ae1565c350" providerId="ADAL" clId="{5F9B4557-3AA2-DC47-A29D-878D9025D0A5}" dt="2025-05-25T15:53:54.820" v="401" actId="1076"/>
        <pc:sldMkLst>
          <pc:docMk/>
          <pc:sldMk cId="340760531" sldId="467"/>
        </pc:sldMkLst>
        <pc:spChg chg="mod">
          <ac:chgData name="MASITAH BINTI GHAZALI" userId="94db6960-132c-444f-a4d9-23ae1565c350" providerId="ADAL" clId="{5F9B4557-3AA2-DC47-A29D-878D9025D0A5}" dt="2025-05-25T15:53:49.700" v="400" actId="1076"/>
          <ac:spMkLst>
            <pc:docMk/>
            <pc:sldMk cId="340760531" sldId="467"/>
            <ac:spMk id="11" creationId="{ABE0C0D5-8A85-96F4-DCF8-0969194B672B}"/>
          </ac:spMkLst>
        </pc:spChg>
        <pc:spChg chg="mod">
          <ac:chgData name="MASITAH BINTI GHAZALI" userId="94db6960-132c-444f-a4d9-23ae1565c350" providerId="ADAL" clId="{5F9B4557-3AA2-DC47-A29D-878D9025D0A5}" dt="2025-05-25T15:53:54.820" v="401" actId="1076"/>
          <ac:spMkLst>
            <pc:docMk/>
            <pc:sldMk cId="340760531" sldId="467"/>
            <ac:spMk id="24" creationId="{B1002637-FFDD-DF40-70C7-9C1C097B9DB3}"/>
          </ac:spMkLst>
        </pc:spChg>
      </pc:sldChg>
      <pc:sldChg chg="modSp add mod">
        <pc:chgData name="MASITAH BINTI GHAZALI" userId="94db6960-132c-444f-a4d9-23ae1565c350" providerId="ADAL" clId="{5F9B4557-3AA2-DC47-A29D-878D9025D0A5}" dt="2025-05-25T15:53:46.141" v="399" actId="1076"/>
        <pc:sldMkLst>
          <pc:docMk/>
          <pc:sldMk cId="1134482137" sldId="468"/>
        </pc:sldMkLst>
        <pc:spChg chg="mod">
          <ac:chgData name="MASITAH BINTI GHAZALI" userId="94db6960-132c-444f-a4d9-23ae1565c350" providerId="ADAL" clId="{5F9B4557-3AA2-DC47-A29D-878D9025D0A5}" dt="2025-05-25T15:53:46.141" v="399" actId="1076"/>
          <ac:spMkLst>
            <pc:docMk/>
            <pc:sldMk cId="1134482137" sldId="468"/>
            <ac:spMk id="11" creationId="{B2DB8DF7-6F0E-95B8-0685-198EBCD4C6B0}"/>
          </ac:spMkLst>
        </pc:spChg>
        <pc:spChg chg="mod">
          <ac:chgData name="MASITAH BINTI GHAZALI" userId="94db6960-132c-444f-a4d9-23ae1565c350" providerId="ADAL" clId="{5F9B4557-3AA2-DC47-A29D-878D9025D0A5}" dt="2025-05-25T15:52:55.823" v="398" actId="1076"/>
          <ac:spMkLst>
            <pc:docMk/>
            <pc:sldMk cId="1134482137" sldId="468"/>
            <ac:spMk id="24" creationId="{BFC7B1C6-5D76-6CBD-67AB-BF32097011B7}"/>
          </ac:spMkLst>
        </pc:spChg>
      </pc:sldChg>
      <pc:sldChg chg="modSp add mod">
        <pc:chgData name="MASITAH BINTI GHAZALI" userId="94db6960-132c-444f-a4d9-23ae1565c350" providerId="ADAL" clId="{5F9B4557-3AA2-DC47-A29D-878D9025D0A5}" dt="2025-05-25T15:54:47.712" v="441" actId="1076"/>
        <pc:sldMkLst>
          <pc:docMk/>
          <pc:sldMk cId="3621359960" sldId="469"/>
        </pc:sldMkLst>
        <pc:spChg chg="mod">
          <ac:chgData name="MASITAH BINTI GHAZALI" userId="94db6960-132c-444f-a4d9-23ae1565c350" providerId="ADAL" clId="{5F9B4557-3AA2-DC47-A29D-878D9025D0A5}" dt="2025-05-25T15:54:19.912" v="427" actId="20577"/>
          <ac:spMkLst>
            <pc:docMk/>
            <pc:sldMk cId="3621359960" sldId="469"/>
            <ac:spMk id="11" creationId="{E7F6B7D3-90F1-D684-C9A1-674CABD2DE6B}"/>
          </ac:spMkLst>
        </pc:spChg>
        <pc:spChg chg="mod">
          <ac:chgData name="MASITAH BINTI GHAZALI" userId="94db6960-132c-444f-a4d9-23ae1565c350" providerId="ADAL" clId="{5F9B4557-3AA2-DC47-A29D-878D9025D0A5}" dt="2025-05-25T15:54:47.712" v="441" actId="1076"/>
          <ac:spMkLst>
            <pc:docMk/>
            <pc:sldMk cId="3621359960" sldId="469"/>
            <ac:spMk id="24" creationId="{8AEF235A-45CA-F723-B373-73744B320534}"/>
          </ac:spMkLst>
        </pc:spChg>
      </pc:sldChg>
      <pc:sldChg chg="modSp add mod">
        <pc:chgData name="MASITAH BINTI GHAZALI" userId="94db6960-132c-444f-a4d9-23ae1565c350" providerId="ADAL" clId="{5F9B4557-3AA2-DC47-A29D-878D9025D0A5}" dt="2025-05-25T15:56:54.321" v="530" actId="1076"/>
        <pc:sldMkLst>
          <pc:docMk/>
          <pc:sldMk cId="4059231046" sldId="470"/>
        </pc:sldMkLst>
        <pc:spChg chg="mod">
          <ac:chgData name="MASITAH BINTI GHAZALI" userId="94db6960-132c-444f-a4d9-23ae1565c350" providerId="ADAL" clId="{5F9B4557-3AA2-DC47-A29D-878D9025D0A5}" dt="2025-05-25T15:56:54.321" v="530" actId="1076"/>
          <ac:spMkLst>
            <pc:docMk/>
            <pc:sldMk cId="4059231046" sldId="470"/>
            <ac:spMk id="11" creationId="{85218AA1-EBB0-84B0-6387-96B0B84504DC}"/>
          </ac:spMkLst>
        </pc:spChg>
        <pc:spChg chg="mod">
          <ac:chgData name="MASITAH BINTI GHAZALI" userId="94db6960-132c-444f-a4d9-23ae1565c350" providerId="ADAL" clId="{5F9B4557-3AA2-DC47-A29D-878D9025D0A5}" dt="2025-05-25T15:56:09.707" v="492" actId="1076"/>
          <ac:spMkLst>
            <pc:docMk/>
            <pc:sldMk cId="4059231046" sldId="470"/>
            <ac:spMk id="24" creationId="{52A46907-7874-492A-37B8-E06FCFBBA746}"/>
          </ac:spMkLst>
        </pc:spChg>
      </pc:sldChg>
      <pc:sldChg chg="modSp add mod">
        <pc:chgData name="MASITAH BINTI GHAZALI" userId="94db6960-132c-444f-a4d9-23ae1565c350" providerId="ADAL" clId="{5F9B4557-3AA2-DC47-A29D-878D9025D0A5}" dt="2025-05-25T15:58:24.831" v="579" actId="404"/>
        <pc:sldMkLst>
          <pc:docMk/>
          <pc:sldMk cId="134923673" sldId="471"/>
        </pc:sldMkLst>
        <pc:spChg chg="mod">
          <ac:chgData name="MASITAH BINTI GHAZALI" userId="94db6960-132c-444f-a4d9-23ae1565c350" providerId="ADAL" clId="{5F9B4557-3AA2-DC47-A29D-878D9025D0A5}" dt="2025-05-25T15:56:45.049" v="529" actId="1076"/>
          <ac:spMkLst>
            <pc:docMk/>
            <pc:sldMk cId="134923673" sldId="471"/>
            <ac:spMk id="11" creationId="{E712E241-B212-1316-E6E6-B8019EDF0985}"/>
          </ac:spMkLst>
        </pc:spChg>
        <pc:spChg chg="mod">
          <ac:chgData name="MASITAH BINTI GHAZALI" userId="94db6960-132c-444f-a4d9-23ae1565c350" providerId="ADAL" clId="{5F9B4557-3AA2-DC47-A29D-878D9025D0A5}" dt="2025-05-25T15:58:24.831" v="579" actId="404"/>
          <ac:spMkLst>
            <pc:docMk/>
            <pc:sldMk cId="134923673" sldId="471"/>
            <ac:spMk id="24" creationId="{FE8D5F0A-F969-1B08-C0C4-A9F30D82701E}"/>
          </ac:spMkLst>
        </pc:spChg>
      </pc:sldChg>
      <pc:sldChg chg="modSp add mod">
        <pc:chgData name="MASITAH BINTI GHAZALI" userId="94db6960-132c-444f-a4d9-23ae1565c350" providerId="ADAL" clId="{5F9B4557-3AA2-DC47-A29D-878D9025D0A5}" dt="2025-05-25T15:59:13.795" v="614" actId="1076"/>
        <pc:sldMkLst>
          <pc:docMk/>
          <pc:sldMk cId="1523888502" sldId="472"/>
        </pc:sldMkLst>
        <pc:spChg chg="mod">
          <ac:chgData name="MASITAH BINTI GHAZALI" userId="94db6960-132c-444f-a4d9-23ae1565c350" providerId="ADAL" clId="{5F9B4557-3AA2-DC47-A29D-878D9025D0A5}" dt="2025-05-25T15:58:44.427" v="604" actId="20577"/>
          <ac:spMkLst>
            <pc:docMk/>
            <pc:sldMk cId="1523888502" sldId="472"/>
            <ac:spMk id="11" creationId="{E9EECAD2-A2EF-13CD-214F-9E64FBF8D179}"/>
          </ac:spMkLst>
        </pc:spChg>
        <pc:spChg chg="mod">
          <ac:chgData name="MASITAH BINTI GHAZALI" userId="94db6960-132c-444f-a4d9-23ae1565c350" providerId="ADAL" clId="{5F9B4557-3AA2-DC47-A29D-878D9025D0A5}" dt="2025-05-25T15:59:13.795" v="614" actId="1076"/>
          <ac:spMkLst>
            <pc:docMk/>
            <pc:sldMk cId="1523888502" sldId="472"/>
            <ac:spMk id="24" creationId="{45814BC2-E138-33B9-3513-C83E6FD04780}"/>
          </ac:spMkLst>
        </pc:spChg>
      </pc:sldChg>
      <pc:sldChg chg="modSp add mod">
        <pc:chgData name="MASITAH BINTI GHAZALI" userId="94db6960-132c-444f-a4d9-23ae1565c350" providerId="ADAL" clId="{5F9B4557-3AA2-DC47-A29D-878D9025D0A5}" dt="2025-05-25T15:59:56.521" v="649" actId="1076"/>
        <pc:sldMkLst>
          <pc:docMk/>
          <pc:sldMk cId="64670123" sldId="473"/>
        </pc:sldMkLst>
        <pc:spChg chg="mod">
          <ac:chgData name="MASITAH BINTI GHAZALI" userId="94db6960-132c-444f-a4d9-23ae1565c350" providerId="ADAL" clId="{5F9B4557-3AA2-DC47-A29D-878D9025D0A5}" dt="2025-05-25T15:59:27.153" v="628" actId="20577"/>
          <ac:spMkLst>
            <pc:docMk/>
            <pc:sldMk cId="64670123" sldId="473"/>
            <ac:spMk id="11" creationId="{8E4C0CAA-E0E9-4C1F-D3D4-9201EE25A7A0}"/>
          </ac:spMkLst>
        </pc:spChg>
        <pc:spChg chg="mod">
          <ac:chgData name="MASITAH BINTI GHAZALI" userId="94db6960-132c-444f-a4d9-23ae1565c350" providerId="ADAL" clId="{5F9B4557-3AA2-DC47-A29D-878D9025D0A5}" dt="2025-05-25T15:59:56.521" v="649" actId="1076"/>
          <ac:spMkLst>
            <pc:docMk/>
            <pc:sldMk cId="64670123" sldId="473"/>
            <ac:spMk id="24" creationId="{E44BDD23-82B2-D340-633E-D83E95D36805}"/>
          </ac:spMkLst>
        </pc:spChg>
      </pc:sldChg>
      <pc:sldChg chg="addSp delSp modSp add mod">
        <pc:chgData name="MASITAH BINTI GHAZALI" userId="94db6960-132c-444f-a4d9-23ae1565c350" providerId="ADAL" clId="{5F9B4557-3AA2-DC47-A29D-878D9025D0A5}" dt="2025-05-25T16:03:56.801" v="768" actId="1076"/>
        <pc:sldMkLst>
          <pc:docMk/>
          <pc:sldMk cId="1185913181" sldId="474"/>
        </pc:sldMkLst>
        <pc:spChg chg="mod">
          <ac:chgData name="MASITAH BINTI GHAZALI" userId="94db6960-132c-444f-a4d9-23ae1565c350" providerId="ADAL" clId="{5F9B4557-3AA2-DC47-A29D-878D9025D0A5}" dt="2025-05-25T16:03:56.801" v="768" actId="1076"/>
          <ac:spMkLst>
            <pc:docMk/>
            <pc:sldMk cId="1185913181" sldId="474"/>
            <ac:spMk id="24" creationId="{1AB05467-C4B3-A6AD-C451-12BC6986FB67}"/>
          </ac:spMkLst>
        </pc:spChg>
        <pc:picChg chg="del">
          <ac:chgData name="MASITAH BINTI GHAZALI" userId="94db6960-132c-444f-a4d9-23ae1565c350" providerId="ADAL" clId="{5F9B4557-3AA2-DC47-A29D-878D9025D0A5}" dt="2025-05-25T16:03:49.903" v="765" actId="478"/>
          <ac:picMkLst>
            <pc:docMk/>
            <pc:sldMk cId="1185913181" sldId="474"/>
            <ac:picMk id="2" creationId="{3004C668-EB18-5ADD-A144-CC321831C392}"/>
          </ac:picMkLst>
        </pc:picChg>
        <pc:picChg chg="add mod">
          <ac:chgData name="MASITAH BINTI GHAZALI" userId="94db6960-132c-444f-a4d9-23ae1565c350" providerId="ADAL" clId="{5F9B4557-3AA2-DC47-A29D-878D9025D0A5}" dt="2025-05-25T16:03:53.509" v="767" actId="1076"/>
          <ac:picMkLst>
            <pc:docMk/>
            <pc:sldMk cId="1185913181" sldId="474"/>
            <ac:picMk id="3" creationId="{190A9161-6303-6635-B09E-A5F448777422}"/>
          </ac:picMkLst>
        </pc:picChg>
      </pc:sldChg>
      <pc:sldChg chg="addSp delSp modSp add mod">
        <pc:chgData name="MASITAH BINTI GHAZALI" userId="94db6960-132c-444f-a4d9-23ae1565c350" providerId="ADAL" clId="{5F9B4557-3AA2-DC47-A29D-878D9025D0A5}" dt="2025-05-25T16:04:42.880" v="779"/>
        <pc:sldMkLst>
          <pc:docMk/>
          <pc:sldMk cId="1975334965" sldId="475"/>
        </pc:sldMkLst>
        <pc:spChg chg="del">
          <ac:chgData name="MASITAH BINTI GHAZALI" userId="94db6960-132c-444f-a4d9-23ae1565c350" providerId="ADAL" clId="{5F9B4557-3AA2-DC47-A29D-878D9025D0A5}" dt="2025-05-25T16:04:25.823" v="773" actId="478"/>
          <ac:spMkLst>
            <pc:docMk/>
            <pc:sldMk cId="1975334965" sldId="475"/>
            <ac:spMk id="24" creationId="{B0DA713D-31EA-FB80-0191-D165A43828EC}"/>
          </ac:spMkLst>
        </pc:spChg>
        <pc:picChg chg="add mod">
          <ac:chgData name="MASITAH BINTI GHAZALI" userId="94db6960-132c-444f-a4d9-23ae1565c350" providerId="ADAL" clId="{5F9B4557-3AA2-DC47-A29D-878D9025D0A5}" dt="2025-05-25T16:04:38.281" v="778" actId="1076"/>
          <ac:picMkLst>
            <pc:docMk/>
            <pc:sldMk cId="1975334965" sldId="475"/>
            <ac:picMk id="2" creationId="{D4DD200B-E4A7-03BF-4E04-BD879D714A18}"/>
          </ac:picMkLst>
        </pc:picChg>
        <pc:picChg chg="del">
          <ac:chgData name="MASITAH BINTI GHAZALI" userId="94db6960-132c-444f-a4d9-23ae1565c350" providerId="ADAL" clId="{5F9B4557-3AA2-DC47-A29D-878D9025D0A5}" dt="2025-05-25T16:04:15.909" v="770" actId="478"/>
          <ac:picMkLst>
            <pc:docMk/>
            <pc:sldMk cId="1975334965" sldId="475"/>
            <ac:picMk id="3" creationId="{F9C7DB1C-0D88-907A-028D-2C397207F384}"/>
          </ac:picMkLst>
        </pc:picChg>
        <pc:picChg chg="add mod">
          <ac:chgData name="MASITAH BINTI GHAZALI" userId="94db6960-132c-444f-a4d9-23ae1565c350" providerId="ADAL" clId="{5F9B4557-3AA2-DC47-A29D-878D9025D0A5}" dt="2025-05-25T16:04:42.880" v="779"/>
          <ac:picMkLst>
            <pc:docMk/>
            <pc:sldMk cId="1975334965" sldId="475"/>
            <ac:picMk id="5" creationId="{55EEEAD7-2F7E-ED5D-A203-34F91F194B12}"/>
          </ac:picMkLst>
        </pc:picChg>
      </pc:sldChg>
      <pc:sldChg chg="add">
        <pc:chgData name="MASITAH BINTI GHAZALI" userId="94db6960-132c-444f-a4d9-23ae1565c350" providerId="ADAL" clId="{5F9B4557-3AA2-DC47-A29D-878D9025D0A5}" dt="2025-05-25T16:05:41.226" v="788"/>
        <pc:sldMkLst>
          <pc:docMk/>
          <pc:sldMk cId="45280844" sldId="476"/>
        </pc:sldMkLst>
      </pc:sldChg>
      <pc:sldChg chg="addSp delSp modSp add del mod">
        <pc:chgData name="MASITAH BINTI GHAZALI" userId="94db6960-132c-444f-a4d9-23ae1565c350" providerId="ADAL" clId="{5F9B4557-3AA2-DC47-A29D-878D9025D0A5}" dt="2025-05-25T16:05:34.217" v="787" actId="2696"/>
        <pc:sldMkLst>
          <pc:docMk/>
          <pc:sldMk cId="2679095252" sldId="476"/>
        </pc:sldMkLst>
        <pc:picChg chg="del">
          <ac:chgData name="MASITAH BINTI GHAZALI" userId="94db6960-132c-444f-a4d9-23ae1565c350" providerId="ADAL" clId="{5F9B4557-3AA2-DC47-A29D-878D9025D0A5}" dt="2025-05-25T16:05:05.483" v="782" actId="478"/>
          <ac:picMkLst>
            <pc:docMk/>
            <pc:sldMk cId="2679095252" sldId="476"/>
            <ac:picMk id="2" creationId="{5C1E031D-BF2A-EEBB-2E9D-9C729ADA890B}"/>
          </ac:picMkLst>
        </pc:picChg>
        <pc:picChg chg="add mod">
          <ac:chgData name="MASITAH BINTI GHAZALI" userId="94db6960-132c-444f-a4d9-23ae1565c350" providerId="ADAL" clId="{5F9B4557-3AA2-DC47-A29D-878D9025D0A5}" dt="2025-05-25T16:05:02.017" v="781"/>
          <ac:picMkLst>
            <pc:docMk/>
            <pc:sldMk cId="2679095252" sldId="476"/>
            <ac:picMk id="3" creationId="{0D231563-AE00-B868-C55D-3789F4FEC0E4}"/>
          </ac:picMkLst>
        </pc:picChg>
        <pc:picChg chg="add mod">
          <ac:chgData name="MASITAH BINTI GHAZALI" userId="94db6960-132c-444f-a4d9-23ae1565c350" providerId="ADAL" clId="{5F9B4557-3AA2-DC47-A29D-878D9025D0A5}" dt="2025-05-25T16:05:15.805" v="786" actId="1076"/>
          <ac:picMkLst>
            <pc:docMk/>
            <pc:sldMk cId="2679095252" sldId="476"/>
            <ac:picMk id="5" creationId="{5906C4DF-6558-015F-4F9E-0D8098E6F1EF}"/>
          </ac:picMkLst>
        </pc:picChg>
      </pc:sldChg>
    </pc:docChg>
  </pc:docChgLst>
  <pc:docChgLst>
    <pc:chgData name="MASITAH BINTI GHAZALI" userId="94db6960-132c-444f-a4d9-23ae1565c350" providerId="ADAL" clId="{76C7954F-DE11-8546-8FEC-D4E62FD96BB2}"/>
    <pc:docChg chg="undo custSel addSld delSld modSld addSection modSection">
      <pc:chgData name="MASITAH BINTI GHAZALI" userId="94db6960-132c-444f-a4d9-23ae1565c350" providerId="ADAL" clId="{76C7954F-DE11-8546-8FEC-D4E62FD96BB2}" dt="2025-05-25T15:38:41.417" v="2112" actId="20577"/>
      <pc:docMkLst>
        <pc:docMk/>
      </pc:docMkLst>
      <pc:sldChg chg="addSp modSp mod modAnim">
        <pc:chgData name="MASITAH BINTI GHAZALI" userId="94db6960-132c-444f-a4d9-23ae1565c350" providerId="ADAL" clId="{76C7954F-DE11-8546-8FEC-D4E62FD96BB2}" dt="2025-05-25T14:20:37.706" v="158" actId="1036"/>
        <pc:sldMkLst>
          <pc:docMk/>
          <pc:sldMk cId="2612194120" sldId="297"/>
        </pc:sldMkLst>
        <pc:spChg chg="mod">
          <ac:chgData name="MASITAH BINTI GHAZALI" userId="94db6960-132c-444f-a4d9-23ae1565c350" providerId="ADAL" clId="{76C7954F-DE11-8546-8FEC-D4E62FD96BB2}" dt="2025-05-25T14:20:34.153" v="157" actId="1036"/>
          <ac:spMkLst>
            <pc:docMk/>
            <pc:sldMk cId="2612194120" sldId="297"/>
            <ac:spMk id="2" creationId="{ECF91112-E67B-52E0-5CE0-84E598D5ACC2}"/>
          </ac:spMkLst>
        </pc:spChg>
        <pc:spChg chg="mod">
          <ac:chgData name="MASITAH BINTI GHAZALI" userId="94db6960-132c-444f-a4d9-23ae1565c350" providerId="ADAL" clId="{76C7954F-DE11-8546-8FEC-D4E62FD96BB2}" dt="2025-05-25T14:20:34.153" v="157" actId="1036"/>
          <ac:spMkLst>
            <pc:docMk/>
            <pc:sldMk cId="2612194120" sldId="297"/>
            <ac:spMk id="3" creationId="{0BC73770-F834-B3F6-8C54-7A5C1249A7AA}"/>
          </ac:spMkLst>
        </pc:spChg>
        <pc:spChg chg="mod">
          <ac:chgData name="MASITAH BINTI GHAZALI" userId="94db6960-132c-444f-a4d9-23ae1565c350" providerId="ADAL" clId="{76C7954F-DE11-8546-8FEC-D4E62FD96BB2}" dt="2025-05-25T14:20:37.706" v="158" actId="1036"/>
          <ac:spMkLst>
            <pc:docMk/>
            <pc:sldMk cId="2612194120" sldId="297"/>
            <ac:spMk id="4" creationId="{BAF8E65B-A985-5225-3DBE-AE4CF54409A9}"/>
          </ac:spMkLst>
        </pc:spChg>
        <pc:spChg chg="add mod">
          <ac:chgData name="MASITAH BINTI GHAZALI" userId="94db6960-132c-444f-a4d9-23ae1565c350" providerId="ADAL" clId="{76C7954F-DE11-8546-8FEC-D4E62FD96BB2}" dt="2025-05-25T14:20:34.153" v="157" actId="1036"/>
          <ac:spMkLst>
            <pc:docMk/>
            <pc:sldMk cId="2612194120" sldId="297"/>
            <ac:spMk id="5" creationId="{BB3ABCD5-EC3A-8200-2F10-6C742189F3BE}"/>
          </ac:spMkLst>
        </pc:spChg>
        <pc:spChg chg="mod">
          <ac:chgData name="MASITAH BINTI GHAZALI" userId="94db6960-132c-444f-a4d9-23ae1565c350" providerId="ADAL" clId="{76C7954F-DE11-8546-8FEC-D4E62FD96BB2}" dt="2025-05-25T14:20:34.153" v="157" actId="1036"/>
          <ac:spMkLst>
            <pc:docMk/>
            <pc:sldMk cId="2612194120" sldId="297"/>
            <ac:spMk id="6" creationId="{2A3CD455-E96D-A90F-3D91-16AFB50725EE}"/>
          </ac:spMkLst>
        </pc:spChg>
        <pc:spChg chg="add mod">
          <ac:chgData name="MASITAH BINTI GHAZALI" userId="94db6960-132c-444f-a4d9-23ae1565c350" providerId="ADAL" clId="{76C7954F-DE11-8546-8FEC-D4E62FD96BB2}" dt="2025-05-25T14:20:34.153" v="157" actId="1036"/>
          <ac:spMkLst>
            <pc:docMk/>
            <pc:sldMk cId="2612194120" sldId="297"/>
            <ac:spMk id="7" creationId="{2019E727-D0AC-972A-F7E3-F9C6DF9AFB33}"/>
          </ac:spMkLst>
        </pc:spChg>
        <pc:spChg chg="mod">
          <ac:chgData name="MASITAH BINTI GHAZALI" userId="94db6960-132c-444f-a4d9-23ae1565c350" providerId="ADAL" clId="{76C7954F-DE11-8546-8FEC-D4E62FD96BB2}" dt="2025-05-25T14:20:37.706" v="158" actId="1036"/>
          <ac:spMkLst>
            <pc:docMk/>
            <pc:sldMk cId="2612194120" sldId="297"/>
            <ac:spMk id="15" creationId="{7EC946D2-7E11-A49F-CFDD-1AC8AF53C957}"/>
          </ac:spMkLst>
        </pc:spChg>
        <pc:spChg chg="mod">
          <ac:chgData name="MASITAH BINTI GHAZALI" userId="94db6960-132c-444f-a4d9-23ae1565c350" providerId="ADAL" clId="{76C7954F-DE11-8546-8FEC-D4E62FD96BB2}" dt="2025-05-25T14:20:34.153" v="157" actId="1036"/>
          <ac:spMkLst>
            <pc:docMk/>
            <pc:sldMk cId="2612194120" sldId="297"/>
            <ac:spMk id="16" creationId="{A535CD31-F92E-8B2C-2DA9-5474A8A188F5}"/>
          </ac:spMkLst>
        </pc:spChg>
        <pc:spChg chg="mod">
          <ac:chgData name="MASITAH BINTI GHAZALI" userId="94db6960-132c-444f-a4d9-23ae1565c350" providerId="ADAL" clId="{76C7954F-DE11-8546-8FEC-D4E62FD96BB2}" dt="2025-05-25T14:20:34.153" v="157" actId="1036"/>
          <ac:spMkLst>
            <pc:docMk/>
            <pc:sldMk cId="2612194120" sldId="297"/>
            <ac:spMk id="17" creationId="{8EFC1AA5-6F7F-F747-4320-0EA3318DBD97}"/>
          </ac:spMkLst>
        </pc:spChg>
        <pc:spChg chg="mod">
          <ac:chgData name="MASITAH BINTI GHAZALI" userId="94db6960-132c-444f-a4d9-23ae1565c350" providerId="ADAL" clId="{76C7954F-DE11-8546-8FEC-D4E62FD96BB2}" dt="2025-05-25T14:20:34.153" v="157" actId="1036"/>
          <ac:spMkLst>
            <pc:docMk/>
            <pc:sldMk cId="2612194120" sldId="297"/>
            <ac:spMk id="26" creationId="{DC4E9F6C-91FE-5CC8-7FA1-70BB68B23BFA}"/>
          </ac:spMkLst>
        </pc:spChg>
      </pc:sldChg>
      <pc:sldChg chg="modSp mod">
        <pc:chgData name="MASITAH BINTI GHAZALI" userId="94db6960-132c-444f-a4d9-23ae1565c350" providerId="ADAL" clId="{76C7954F-DE11-8546-8FEC-D4E62FD96BB2}" dt="2025-05-25T15:38:41.417" v="2112" actId="20577"/>
        <pc:sldMkLst>
          <pc:docMk/>
          <pc:sldMk cId="839588170" sldId="350"/>
        </pc:sldMkLst>
        <pc:spChg chg="mod">
          <ac:chgData name="MASITAH BINTI GHAZALI" userId="94db6960-132c-444f-a4d9-23ae1565c350" providerId="ADAL" clId="{76C7954F-DE11-8546-8FEC-D4E62FD96BB2}" dt="2025-05-25T15:38:41.417" v="2112" actId="20577"/>
          <ac:spMkLst>
            <pc:docMk/>
            <pc:sldMk cId="839588170" sldId="350"/>
            <ac:spMk id="5" creationId="{49181100-FF79-92DD-2D59-F8730F46A416}"/>
          </ac:spMkLst>
        </pc:spChg>
      </pc:sldChg>
      <pc:sldChg chg="modSp mod">
        <pc:chgData name="MASITAH BINTI GHAZALI" userId="94db6960-132c-444f-a4d9-23ae1565c350" providerId="ADAL" clId="{76C7954F-DE11-8546-8FEC-D4E62FD96BB2}" dt="2025-05-25T15:00:39.242" v="1028" actId="20577"/>
        <pc:sldMkLst>
          <pc:docMk/>
          <pc:sldMk cId="1386602692" sldId="351"/>
        </pc:sldMkLst>
        <pc:spChg chg="mod">
          <ac:chgData name="MASITAH BINTI GHAZALI" userId="94db6960-132c-444f-a4d9-23ae1565c350" providerId="ADAL" clId="{76C7954F-DE11-8546-8FEC-D4E62FD96BB2}" dt="2025-05-25T15:00:39.242" v="1028" actId="20577"/>
          <ac:spMkLst>
            <pc:docMk/>
            <pc:sldMk cId="1386602692" sldId="351"/>
            <ac:spMk id="6" creationId="{A653D112-937F-C422-88F7-4A329C5BA2C3}"/>
          </ac:spMkLst>
        </pc:spChg>
      </pc:sldChg>
      <pc:sldChg chg="addSp delSp modSp mod">
        <pc:chgData name="MASITAH BINTI GHAZALI" userId="94db6960-132c-444f-a4d9-23ae1565c350" providerId="ADAL" clId="{76C7954F-DE11-8546-8FEC-D4E62FD96BB2}" dt="2025-05-25T14:33:31.279" v="362" actId="207"/>
        <pc:sldMkLst>
          <pc:docMk/>
          <pc:sldMk cId="330938952" sldId="360"/>
        </pc:sldMkLst>
        <pc:spChg chg="add del mod">
          <ac:chgData name="MASITAH BINTI GHAZALI" userId="94db6960-132c-444f-a4d9-23ae1565c350" providerId="ADAL" clId="{76C7954F-DE11-8546-8FEC-D4E62FD96BB2}" dt="2025-05-25T14:33:12.090" v="360"/>
          <ac:spMkLst>
            <pc:docMk/>
            <pc:sldMk cId="330938952" sldId="360"/>
            <ac:spMk id="2" creationId="{315ACE63-8BEA-362A-EE39-BD89F039E77F}"/>
          </ac:spMkLst>
        </pc:spChg>
        <pc:spChg chg="add mod">
          <ac:chgData name="MASITAH BINTI GHAZALI" userId="94db6960-132c-444f-a4d9-23ae1565c350" providerId="ADAL" clId="{76C7954F-DE11-8546-8FEC-D4E62FD96BB2}" dt="2025-05-25T14:33:31.279" v="362" actId="207"/>
          <ac:spMkLst>
            <pc:docMk/>
            <pc:sldMk cId="330938952" sldId="360"/>
            <ac:spMk id="4" creationId="{1E9D6317-FE36-08BE-7171-311C2955B40C}"/>
          </ac:spMkLst>
        </pc:spChg>
        <pc:spChg chg="mod">
          <ac:chgData name="MASITAH BINTI GHAZALI" userId="94db6960-132c-444f-a4d9-23ae1565c350" providerId="ADAL" clId="{76C7954F-DE11-8546-8FEC-D4E62FD96BB2}" dt="2025-05-25T14:31:37.098" v="349" actId="20577"/>
          <ac:spMkLst>
            <pc:docMk/>
            <pc:sldMk cId="330938952" sldId="360"/>
            <ac:spMk id="6" creationId="{DA5982DD-5229-0A3C-FAC7-EA278FD929CD}"/>
          </ac:spMkLst>
        </pc:spChg>
        <pc:picChg chg="add mod">
          <ac:chgData name="MASITAH BINTI GHAZALI" userId="94db6960-132c-444f-a4d9-23ae1565c350" providerId="ADAL" clId="{76C7954F-DE11-8546-8FEC-D4E62FD96BB2}" dt="2025-05-25T14:31:56.113" v="354" actId="1076"/>
          <ac:picMkLst>
            <pc:docMk/>
            <pc:sldMk cId="330938952" sldId="360"/>
            <ac:picMk id="3" creationId="{FFF402AB-BDAB-8AD1-3FB2-A3201C4A6FB9}"/>
          </ac:picMkLst>
        </pc:picChg>
      </pc:sldChg>
      <pc:sldChg chg="modSp mod">
        <pc:chgData name="MASITAH BINTI GHAZALI" userId="94db6960-132c-444f-a4d9-23ae1565c350" providerId="ADAL" clId="{76C7954F-DE11-8546-8FEC-D4E62FD96BB2}" dt="2025-05-25T14:28:56.353" v="278" actId="1076"/>
        <pc:sldMkLst>
          <pc:docMk/>
          <pc:sldMk cId="4097058015" sldId="361"/>
        </pc:sldMkLst>
        <pc:spChg chg="mod">
          <ac:chgData name="MASITAH BINTI GHAZALI" userId="94db6960-132c-444f-a4d9-23ae1565c350" providerId="ADAL" clId="{76C7954F-DE11-8546-8FEC-D4E62FD96BB2}" dt="2025-05-25T14:28:12.908" v="255" actId="20577"/>
          <ac:spMkLst>
            <pc:docMk/>
            <pc:sldMk cId="4097058015" sldId="361"/>
            <ac:spMk id="11" creationId="{5F8ABBDF-3747-8705-1924-07418AF13822}"/>
          </ac:spMkLst>
        </pc:spChg>
        <pc:spChg chg="mod">
          <ac:chgData name="MASITAH BINTI GHAZALI" userId="94db6960-132c-444f-a4d9-23ae1565c350" providerId="ADAL" clId="{76C7954F-DE11-8546-8FEC-D4E62FD96BB2}" dt="2025-05-25T14:28:56.353" v="278" actId="1076"/>
          <ac:spMkLst>
            <pc:docMk/>
            <pc:sldMk cId="4097058015" sldId="361"/>
            <ac:spMk id="24" creationId="{F661811A-DEE6-3FF2-146E-A7FF2A655DF1}"/>
          </ac:spMkLst>
        </pc:spChg>
      </pc:sldChg>
      <pc:sldChg chg="modSp mod">
        <pc:chgData name="MASITAH BINTI GHAZALI" userId="94db6960-132c-444f-a4d9-23ae1565c350" providerId="ADAL" clId="{76C7954F-DE11-8546-8FEC-D4E62FD96BB2}" dt="2025-05-25T15:38:27.983" v="2102" actId="1076"/>
        <pc:sldMkLst>
          <pc:docMk/>
          <pc:sldMk cId="3942346286" sldId="369"/>
        </pc:sldMkLst>
        <pc:spChg chg="mod">
          <ac:chgData name="MASITAH BINTI GHAZALI" userId="94db6960-132c-444f-a4d9-23ae1565c350" providerId="ADAL" clId="{76C7954F-DE11-8546-8FEC-D4E62FD96BB2}" dt="2025-05-25T15:38:27.983" v="2102" actId="1076"/>
          <ac:spMkLst>
            <pc:docMk/>
            <pc:sldMk cId="3942346286" sldId="369"/>
            <ac:spMk id="2" creationId="{FB0B7238-08F6-4B9C-BAE5-F5A97F9A07A2}"/>
          </ac:spMkLst>
        </pc:spChg>
        <pc:spChg chg="mod">
          <ac:chgData name="MASITAH BINTI GHAZALI" userId="94db6960-132c-444f-a4d9-23ae1565c350" providerId="ADAL" clId="{76C7954F-DE11-8546-8FEC-D4E62FD96BB2}" dt="2025-05-25T15:38:19.991" v="2100" actId="1076"/>
          <ac:spMkLst>
            <pc:docMk/>
            <pc:sldMk cId="3942346286" sldId="369"/>
            <ac:spMk id="3" creationId="{D9A191AA-14C3-3603-0A0D-3F6A582A020A}"/>
          </ac:spMkLst>
        </pc:spChg>
        <pc:spChg chg="mod">
          <ac:chgData name="MASITAH BINTI GHAZALI" userId="94db6960-132c-444f-a4d9-23ae1565c350" providerId="ADAL" clId="{76C7954F-DE11-8546-8FEC-D4E62FD96BB2}" dt="2025-05-25T15:38:22.468" v="2101" actId="1076"/>
          <ac:spMkLst>
            <pc:docMk/>
            <pc:sldMk cId="3942346286" sldId="369"/>
            <ac:spMk id="24" creationId="{97C03751-8B35-1831-DC70-3346370C18B0}"/>
          </ac:spMkLst>
        </pc:spChg>
      </pc:sldChg>
      <pc:sldChg chg="del">
        <pc:chgData name="MASITAH BINTI GHAZALI" userId="94db6960-132c-444f-a4d9-23ae1565c350" providerId="ADAL" clId="{76C7954F-DE11-8546-8FEC-D4E62FD96BB2}" dt="2025-05-25T15:38:30.455" v="2103" actId="2696"/>
        <pc:sldMkLst>
          <pc:docMk/>
          <pc:sldMk cId="1147029104" sldId="421"/>
        </pc:sldMkLst>
      </pc:sldChg>
      <pc:sldChg chg="modSp add mod">
        <pc:chgData name="MASITAH BINTI GHAZALI" userId="94db6960-132c-444f-a4d9-23ae1565c350" providerId="ADAL" clId="{76C7954F-DE11-8546-8FEC-D4E62FD96BB2}" dt="2025-05-25T14:27:29.735" v="238" actId="1076"/>
        <pc:sldMkLst>
          <pc:docMk/>
          <pc:sldMk cId="1811899032" sldId="422"/>
        </pc:sldMkLst>
        <pc:spChg chg="mod">
          <ac:chgData name="MASITAH BINTI GHAZALI" userId="94db6960-132c-444f-a4d9-23ae1565c350" providerId="ADAL" clId="{76C7954F-DE11-8546-8FEC-D4E62FD96BB2}" dt="2025-05-25T14:26:12.917" v="209" actId="1076"/>
          <ac:spMkLst>
            <pc:docMk/>
            <pc:sldMk cId="1811899032" sldId="422"/>
            <ac:spMk id="11" creationId="{4E0C5255-A51C-B853-4011-17F9F4EDE27F}"/>
          </ac:spMkLst>
        </pc:spChg>
        <pc:spChg chg="mod">
          <ac:chgData name="MASITAH BINTI GHAZALI" userId="94db6960-132c-444f-a4d9-23ae1565c350" providerId="ADAL" clId="{76C7954F-DE11-8546-8FEC-D4E62FD96BB2}" dt="2025-05-25T14:27:29.735" v="238" actId="1076"/>
          <ac:spMkLst>
            <pc:docMk/>
            <pc:sldMk cId="1811899032" sldId="422"/>
            <ac:spMk id="24" creationId="{1339D912-D041-CEE4-64FF-A232AF7F20D6}"/>
          </ac:spMkLst>
        </pc:spChg>
      </pc:sldChg>
      <pc:sldChg chg="addSp modSp add mod">
        <pc:chgData name="MASITAH BINTI GHAZALI" userId="94db6960-132c-444f-a4d9-23ae1565c350" providerId="ADAL" clId="{76C7954F-DE11-8546-8FEC-D4E62FD96BB2}" dt="2025-05-25T14:33:37.351" v="363" actId="207"/>
        <pc:sldMkLst>
          <pc:docMk/>
          <pc:sldMk cId="3922235942" sldId="423"/>
        </pc:sldMkLst>
        <pc:spChg chg="add mod">
          <ac:chgData name="MASITAH BINTI GHAZALI" userId="94db6960-132c-444f-a4d9-23ae1565c350" providerId="ADAL" clId="{76C7954F-DE11-8546-8FEC-D4E62FD96BB2}" dt="2025-05-25T14:33:37.351" v="363" actId="207"/>
          <ac:spMkLst>
            <pc:docMk/>
            <pc:sldMk cId="3922235942" sldId="423"/>
            <ac:spMk id="3" creationId="{C0C025B8-BEB3-42E8-E40A-71B5EEE8252A}"/>
          </ac:spMkLst>
        </pc:spChg>
        <pc:spChg chg="mod">
          <ac:chgData name="MASITAH BINTI GHAZALI" userId="94db6960-132c-444f-a4d9-23ae1565c350" providerId="ADAL" clId="{76C7954F-DE11-8546-8FEC-D4E62FD96BB2}" dt="2025-05-25T14:29:33.648" v="294" actId="20577"/>
          <ac:spMkLst>
            <pc:docMk/>
            <pc:sldMk cId="3922235942" sldId="423"/>
            <ac:spMk id="11" creationId="{FA77A690-A249-9DE9-2BD2-2C3710E78C91}"/>
          </ac:spMkLst>
        </pc:spChg>
        <pc:spChg chg="mod">
          <ac:chgData name="MASITAH BINTI GHAZALI" userId="94db6960-132c-444f-a4d9-23ae1565c350" providerId="ADAL" clId="{76C7954F-DE11-8546-8FEC-D4E62FD96BB2}" dt="2025-05-25T14:30:00.686" v="306" actId="20577"/>
          <ac:spMkLst>
            <pc:docMk/>
            <pc:sldMk cId="3922235942" sldId="423"/>
            <ac:spMk id="24" creationId="{D147951F-EDE0-A70F-9700-0D4B36E91C8E}"/>
          </ac:spMkLst>
        </pc:spChg>
        <pc:picChg chg="add mod">
          <ac:chgData name="MASITAH BINTI GHAZALI" userId="94db6960-132c-444f-a4d9-23ae1565c350" providerId="ADAL" clId="{76C7954F-DE11-8546-8FEC-D4E62FD96BB2}" dt="2025-05-25T14:31:18.305" v="317" actId="1076"/>
          <ac:picMkLst>
            <pc:docMk/>
            <pc:sldMk cId="3922235942" sldId="423"/>
            <ac:picMk id="2" creationId="{F332857D-A340-3AEB-B982-9502809ADD6B}"/>
          </ac:picMkLst>
        </pc:picChg>
      </pc:sldChg>
      <pc:sldChg chg="modSp add mod">
        <pc:chgData name="MASITAH BINTI GHAZALI" userId="94db6960-132c-444f-a4d9-23ae1565c350" providerId="ADAL" clId="{76C7954F-DE11-8546-8FEC-D4E62FD96BB2}" dt="2025-05-25T14:36:58.182" v="476" actId="20577"/>
        <pc:sldMkLst>
          <pc:docMk/>
          <pc:sldMk cId="971065268" sldId="424"/>
        </pc:sldMkLst>
        <pc:spChg chg="mod">
          <ac:chgData name="MASITAH BINTI GHAZALI" userId="94db6960-132c-444f-a4d9-23ae1565c350" providerId="ADAL" clId="{76C7954F-DE11-8546-8FEC-D4E62FD96BB2}" dt="2025-05-25T14:36:58.182" v="476" actId="20577"/>
          <ac:spMkLst>
            <pc:docMk/>
            <pc:sldMk cId="971065268" sldId="424"/>
            <ac:spMk id="11" creationId="{F825B047-36AB-CE9D-C4E2-03BD569F90B2}"/>
          </ac:spMkLst>
        </pc:spChg>
        <pc:spChg chg="mod">
          <ac:chgData name="MASITAH BINTI GHAZALI" userId="94db6960-132c-444f-a4d9-23ae1565c350" providerId="ADAL" clId="{76C7954F-DE11-8546-8FEC-D4E62FD96BB2}" dt="2025-05-25T14:35:17.228" v="430" actId="1076"/>
          <ac:spMkLst>
            <pc:docMk/>
            <pc:sldMk cId="971065268" sldId="424"/>
            <ac:spMk id="24" creationId="{9EF89835-42C1-2234-4027-384E3C85A3B2}"/>
          </ac:spMkLst>
        </pc:spChg>
      </pc:sldChg>
      <pc:sldChg chg="addSp delSp modSp add mod">
        <pc:chgData name="MASITAH BINTI GHAZALI" userId="94db6960-132c-444f-a4d9-23ae1565c350" providerId="ADAL" clId="{76C7954F-DE11-8546-8FEC-D4E62FD96BB2}" dt="2025-05-25T14:37:31.359" v="484" actId="14100"/>
        <pc:sldMkLst>
          <pc:docMk/>
          <pc:sldMk cId="3763466415" sldId="425"/>
        </pc:sldMkLst>
        <pc:spChg chg="del">
          <ac:chgData name="MASITAH BINTI GHAZALI" userId="94db6960-132c-444f-a4d9-23ae1565c350" providerId="ADAL" clId="{76C7954F-DE11-8546-8FEC-D4E62FD96BB2}" dt="2025-05-25T14:36:36.080" v="468" actId="478"/>
          <ac:spMkLst>
            <pc:docMk/>
            <pc:sldMk cId="3763466415" sldId="425"/>
            <ac:spMk id="4" creationId="{AB44F997-C105-3DE6-F771-10CFBB8A350D}"/>
          </ac:spMkLst>
        </pc:spChg>
        <pc:spChg chg="mod">
          <ac:chgData name="MASITAH BINTI GHAZALI" userId="94db6960-132c-444f-a4d9-23ae1565c350" providerId="ADAL" clId="{76C7954F-DE11-8546-8FEC-D4E62FD96BB2}" dt="2025-05-25T14:37:03.165" v="479" actId="20577"/>
          <ac:spMkLst>
            <pc:docMk/>
            <pc:sldMk cId="3763466415" sldId="425"/>
            <ac:spMk id="6" creationId="{FC8D9DFF-455C-1F19-0A33-5B0D3EA6B51E}"/>
          </ac:spMkLst>
        </pc:spChg>
        <pc:spChg chg="add mod">
          <ac:chgData name="MASITAH BINTI GHAZALI" userId="94db6960-132c-444f-a4d9-23ae1565c350" providerId="ADAL" clId="{76C7954F-DE11-8546-8FEC-D4E62FD96BB2}" dt="2025-05-25T14:37:31.359" v="484" actId="14100"/>
          <ac:spMkLst>
            <pc:docMk/>
            <pc:sldMk cId="3763466415" sldId="425"/>
            <ac:spMk id="7" creationId="{542F48A1-7624-188A-BAF3-B6BD789DAA1A}"/>
          </ac:spMkLst>
        </pc:spChg>
        <pc:picChg chg="add mod">
          <ac:chgData name="MASITAH BINTI GHAZALI" userId="94db6960-132c-444f-a4d9-23ae1565c350" providerId="ADAL" clId="{76C7954F-DE11-8546-8FEC-D4E62FD96BB2}" dt="2025-05-25T14:36:49.630" v="471" actId="1076"/>
          <ac:picMkLst>
            <pc:docMk/>
            <pc:sldMk cId="3763466415" sldId="425"/>
            <ac:picMk id="2" creationId="{A140D53C-E5E5-793B-1301-771F97933E60}"/>
          </ac:picMkLst>
        </pc:picChg>
        <pc:picChg chg="del">
          <ac:chgData name="MASITAH BINTI GHAZALI" userId="94db6960-132c-444f-a4d9-23ae1565c350" providerId="ADAL" clId="{76C7954F-DE11-8546-8FEC-D4E62FD96BB2}" dt="2025-05-25T14:36:37.236" v="469" actId="478"/>
          <ac:picMkLst>
            <pc:docMk/>
            <pc:sldMk cId="3763466415" sldId="425"/>
            <ac:picMk id="3" creationId="{8BF6AFBD-A780-A883-0CA8-8F2B2ED781D8}"/>
          </ac:picMkLst>
        </pc:picChg>
      </pc:sldChg>
      <pc:sldChg chg="modSp add mod">
        <pc:chgData name="MASITAH BINTI GHAZALI" userId="94db6960-132c-444f-a4d9-23ae1565c350" providerId="ADAL" clId="{76C7954F-DE11-8546-8FEC-D4E62FD96BB2}" dt="2025-05-25T14:38:42.313" v="513" actId="1076"/>
        <pc:sldMkLst>
          <pc:docMk/>
          <pc:sldMk cId="3494923293" sldId="426"/>
        </pc:sldMkLst>
        <pc:spChg chg="mod">
          <ac:chgData name="MASITAH BINTI GHAZALI" userId="94db6960-132c-444f-a4d9-23ae1565c350" providerId="ADAL" clId="{76C7954F-DE11-8546-8FEC-D4E62FD96BB2}" dt="2025-05-25T14:38:18.310" v="498" actId="20577"/>
          <ac:spMkLst>
            <pc:docMk/>
            <pc:sldMk cId="3494923293" sldId="426"/>
            <ac:spMk id="11" creationId="{6B7B8303-D1A2-AAFE-6D2F-1BCF2FA3079A}"/>
          </ac:spMkLst>
        </pc:spChg>
        <pc:spChg chg="mod">
          <ac:chgData name="MASITAH BINTI GHAZALI" userId="94db6960-132c-444f-a4d9-23ae1565c350" providerId="ADAL" clId="{76C7954F-DE11-8546-8FEC-D4E62FD96BB2}" dt="2025-05-25T14:38:42.313" v="513" actId="1076"/>
          <ac:spMkLst>
            <pc:docMk/>
            <pc:sldMk cId="3494923293" sldId="426"/>
            <ac:spMk id="24" creationId="{CC7A7347-4D79-CEC6-B8F2-DF85F00B57EB}"/>
          </ac:spMkLst>
        </pc:spChg>
      </pc:sldChg>
      <pc:sldChg chg="modSp add mod">
        <pc:chgData name="MASITAH BINTI GHAZALI" userId="94db6960-132c-444f-a4d9-23ae1565c350" providerId="ADAL" clId="{76C7954F-DE11-8546-8FEC-D4E62FD96BB2}" dt="2025-05-25T14:39:23.244" v="533" actId="20577"/>
        <pc:sldMkLst>
          <pc:docMk/>
          <pc:sldMk cId="2011318257" sldId="427"/>
        </pc:sldMkLst>
        <pc:spChg chg="mod">
          <ac:chgData name="MASITAH BINTI GHAZALI" userId="94db6960-132c-444f-a4d9-23ae1565c350" providerId="ADAL" clId="{76C7954F-DE11-8546-8FEC-D4E62FD96BB2}" dt="2025-05-25T14:38:51.537" v="520" actId="20577"/>
          <ac:spMkLst>
            <pc:docMk/>
            <pc:sldMk cId="2011318257" sldId="427"/>
            <ac:spMk id="11" creationId="{A8EE9BBD-27AD-0058-DEA1-EE11AD7AD2AF}"/>
          </ac:spMkLst>
        </pc:spChg>
        <pc:spChg chg="mod">
          <ac:chgData name="MASITAH BINTI GHAZALI" userId="94db6960-132c-444f-a4d9-23ae1565c350" providerId="ADAL" clId="{76C7954F-DE11-8546-8FEC-D4E62FD96BB2}" dt="2025-05-25T14:39:23.244" v="533" actId="20577"/>
          <ac:spMkLst>
            <pc:docMk/>
            <pc:sldMk cId="2011318257" sldId="427"/>
            <ac:spMk id="24" creationId="{C3FCAB7C-2275-C899-C2C1-AA754D2D8883}"/>
          </ac:spMkLst>
        </pc:spChg>
      </pc:sldChg>
      <pc:sldChg chg="modSp add mod">
        <pc:chgData name="MASITAH BINTI GHAZALI" userId="94db6960-132c-444f-a4d9-23ae1565c350" providerId="ADAL" clId="{76C7954F-DE11-8546-8FEC-D4E62FD96BB2}" dt="2025-05-25T14:40:18.411" v="567" actId="20577"/>
        <pc:sldMkLst>
          <pc:docMk/>
          <pc:sldMk cId="1633744722" sldId="428"/>
        </pc:sldMkLst>
        <pc:spChg chg="mod">
          <ac:chgData name="MASITAH BINTI GHAZALI" userId="94db6960-132c-444f-a4d9-23ae1565c350" providerId="ADAL" clId="{76C7954F-DE11-8546-8FEC-D4E62FD96BB2}" dt="2025-05-25T14:39:50.523" v="551" actId="20577"/>
          <ac:spMkLst>
            <pc:docMk/>
            <pc:sldMk cId="1633744722" sldId="428"/>
            <ac:spMk id="11" creationId="{40563A8E-34D5-5E10-42A2-1609505D2CC6}"/>
          </ac:spMkLst>
        </pc:spChg>
        <pc:spChg chg="mod">
          <ac:chgData name="MASITAH BINTI GHAZALI" userId="94db6960-132c-444f-a4d9-23ae1565c350" providerId="ADAL" clId="{76C7954F-DE11-8546-8FEC-D4E62FD96BB2}" dt="2025-05-25T14:40:18.411" v="567" actId="20577"/>
          <ac:spMkLst>
            <pc:docMk/>
            <pc:sldMk cId="1633744722" sldId="428"/>
            <ac:spMk id="24" creationId="{2C693917-CE20-6F81-04D5-8A7138A40CEE}"/>
          </ac:spMkLst>
        </pc:spChg>
      </pc:sldChg>
      <pc:sldChg chg="addSp modSp add mod">
        <pc:chgData name="MASITAH BINTI GHAZALI" userId="94db6960-132c-444f-a4d9-23ae1565c350" providerId="ADAL" clId="{76C7954F-DE11-8546-8FEC-D4E62FD96BB2}" dt="2025-05-25T14:42:54.281" v="619" actId="1076"/>
        <pc:sldMkLst>
          <pc:docMk/>
          <pc:sldMk cId="117453629" sldId="429"/>
        </pc:sldMkLst>
        <pc:spChg chg="mod">
          <ac:chgData name="MASITAH BINTI GHAZALI" userId="94db6960-132c-444f-a4d9-23ae1565c350" providerId="ADAL" clId="{76C7954F-DE11-8546-8FEC-D4E62FD96BB2}" dt="2025-05-25T14:41:23.905" v="595" actId="20577"/>
          <ac:spMkLst>
            <pc:docMk/>
            <pc:sldMk cId="117453629" sldId="429"/>
            <ac:spMk id="11" creationId="{7FFACAC4-5777-BB7E-31F0-C37A1D60C53C}"/>
          </ac:spMkLst>
        </pc:spChg>
        <pc:spChg chg="mod">
          <ac:chgData name="MASITAH BINTI GHAZALI" userId="94db6960-132c-444f-a4d9-23ae1565c350" providerId="ADAL" clId="{76C7954F-DE11-8546-8FEC-D4E62FD96BB2}" dt="2025-05-25T14:42:54.281" v="619" actId="1076"/>
          <ac:spMkLst>
            <pc:docMk/>
            <pc:sldMk cId="117453629" sldId="429"/>
            <ac:spMk id="24" creationId="{E0545E40-C611-2A8A-A265-8AF930E53F12}"/>
          </ac:spMkLst>
        </pc:spChg>
        <pc:picChg chg="add mod">
          <ac:chgData name="MASITAH BINTI GHAZALI" userId="94db6960-132c-444f-a4d9-23ae1565c350" providerId="ADAL" clId="{76C7954F-DE11-8546-8FEC-D4E62FD96BB2}" dt="2025-05-25T14:42:29.281" v="616" actId="1036"/>
          <ac:picMkLst>
            <pc:docMk/>
            <pc:sldMk cId="117453629" sldId="429"/>
            <ac:picMk id="2" creationId="{72017BDC-3397-9A60-84C2-1FF7824DDA16}"/>
          </ac:picMkLst>
        </pc:picChg>
      </pc:sldChg>
      <pc:sldChg chg="addSp delSp modSp add mod">
        <pc:chgData name="MASITAH BINTI GHAZALI" userId="94db6960-132c-444f-a4d9-23ae1565c350" providerId="ADAL" clId="{76C7954F-DE11-8546-8FEC-D4E62FD96BB2}" dt="2025-05-25T14:43:48.430" v="641" actId="14100"/>
        <pc:sldMkLst>
          <pc:docMk/>
          <pc:sldMk cId="4098433990" sldId="430"/>
        </pc:sldMkLst>
        <pc:spChg chg="mod">
          <ac:chgData name="MASITAH BINTI GHAZALI" userId="94db6960-132c-444f-a4d9-23ae1565c350" providerId="ADAL" clId="{76C7954F-DE11-8546-8FEC-D4E62FD96BB2}" dt="2025-05-25T14:43:02.313" v="630" actId="20577"/>
          <ac:spMkLst>
            <pc:docMk/>
            <pc:sldMk cId="4098433990" sldId="430"/>
            <ac:spMk id="11" creationId="{5346AE02-F61E-26DC-9D0F-24D9C1C30365}"/>
          </ac:spMkLst>
        </pc:spChg>
        <pc:spChg chg="mod">
          <ac:chgData name="MASITAH BINTI GHAZALI" userId="94db6960-132c-444f-a4d9-23ae1565c350" providerId="ADAL" clId="{76C7954F-DE11-8546-8FEC-D4E62FD96BB2}" dt="2025-05-25T14:43:18.970" v="633" actId="20577"/>
          <ac:spMkLst>
            <pc:docMk/>
            <pc:sldMk cId="4098433990" sldId="430"/>
            <ac:spMk id="24" creationId="{137F0E26-6AAE-BD87-90E4-986B1CA4FEA0}"/>
          </ac:spMkLst>
        </pc:spChg>
        <pc:picChg chg="del">
          <ac:chgData name="MASITAH BINTI GHAZALI" userId="94db6960-132c-444f-a4d9-23ae1565c350" providerId="ADAL" clId="{76C7954F-DE11-8546-8FEC-D4E62FD96BB2}" dt="2025-05-25T14:43:24.630" v="634" actId="478"/>
          <ac:picMkLst>
            <pc:docMk/>
            <pc:sldMk cId="4098433990" sldId="430"/>
            <ac:picMk id="2" creationId="{65E1746E-F7A1-18B6-232E-7323CD7084B3}"/>
          </ac:picMkLst>
        </pc:picChg>
        <pc:picChg chg="add mod">
          <ac:chgData name="MASITAH BINTI GHAZALI" userId="94db6960-132c-444f-a4d9-23ae1565c350" providerId="ADAL" clId="{76C7954F-DE11-8546-8FEC-D4E62FD96BB2}" dt="2025-05-25T14:43:48.430" v="641" actId="14100"/>
          <ac:picMkLst>
            <pc:docMk/>
            <pc:sldMk cId="4098433990" sldId="430"/>
            <ac:picMk id="3" creationId="{B39A2C45-0EF6-FBC8-33D7-C72CC80FAC9E}"/>
          </ac:picMkLst>
        </pc:picChg>
      </pc:sldChg>
      <pc:sldChg chg="addSp delSp modSp add mod">
        <pc:chgData name="MASITAH BINTI GHAZALI" userId="94db6960-132c-444f-a4d9-23ae1565c350" providerId="ADAL" clId="{76C7954F-DE11-8546-8FEC-D4E62FD96BB2}" dt="2025-05-25T14:45:16.293" v="675" actId="1076"/>
        <pc:sldMkLst>
          <pc:docMk/>
          <pc:sldMk cId="4241541351" sldId="431"/>
        </pc:sldMkLst>
        <pc:spChg chg="mod">
          <ac:chgData name="MASITAH BINTI GHAZALI" userId="94db6960-132c-444f-a4d9-23ae1565c350" providerId="ADAL" clId="{76C7954F-DE11-8546-8FEC-D4E62FD96BB2}" dt="2025-05-25T14:44:42.221" v="667" actId="20577"/>
          <ac:spMkLst>
            <pc:docMk/>
            <pc:sldMk cId="4241541351" sldId="431"/>
            <ac:spMk id="11" creationId="{AE5108EB-6F0E-FD6C-DCD7-66867AF2008B}"/>
          </ac:spMkLst>
        </pc:spChg>
        <pc:spChg chg="mod">
          <ac:chgData name="MASITAH BINTI GHAZALI" userId="94db6960-132c-444f-a4d9-23ae1565c350" providerId="ADAL" clId="{76C7954F-DE11-8546-8FEC-D4E62FD96BB2}" dt="2025-05-25T14:45:16.293" v="675" actId="1076"/>
          <ac:spMkLst>
            <pc:docMk/>
            <pc:sldMk cId="4241541351" sldId="431"/>
            <ac:spMk id="24" creationId="{6BD6CE52-9EE8-56F7-3397-9D8B8DD8C9BA}"/>
          </ac:spMkLst>
        </pc:spChg>
        <pc:picChg chg="add mod">
          <ac:chgData name="MASITAH BINTI GHAZALI" userId="94db6960-132c-444f-a4d9-23ae1565c350" providerId="ADAL" clId="{76C7954F-DE11-8546-8FEC-D4E62FD96BB2}" dt="2025-05-25T14:45:09.514" v="673" actId="1076"/>
          <ac:picMkLst>
            <pc:docMk/>
            <pc:sldMk cId="4241541351" sldId="431"/>
            <ac:picMk id="2" creationId="{5C1515CF-2409-479F-2C9E-4CA5A592665A}"/>
          </ac:picMkLst>
        </pc:picChg>
        <pc:picChg chg="del">
          <ac:chgData name="MASITAH BINTI GHAZALI" userId="94db6960-132c-444f-a4d9-23ae1565c350" providerId="ADAL" clId="{76C7954F-DE11-8546-8FEC-D4E62FD96BB2}" dt="2025-05-25T14:45:02.686" v="671" actId="478"/>
          <ac:picMkLst>
            <pc:docMk/>
            <pc:sldMk cId="4241541351" sldId="431"/>
            <ac:picMk id="3" creationId="{23B7B792-8E08-98CF-DFF8-C51ECA8DFBD6}"/>
          </ac:picMkLst>
        </pc:picChg>
      </pc:sldChg>
      <pc:sldChg chg="addSp delSp modSp add mod">
        <pc:chgData name="MASITAH BINTI GHAZALI" userId="94db6960-132c-444f-a4d9-23ae1565c350" providerId="ADAL" clId="{76C7954F-DE11-8546-8FEC-D4E62FD96BB2}" dt="2025-05-25T14:47:14.983" v="717" actId="404"/>
        <pc:sldMkLst>
          <pc:docMk/>
          <pc:sldMk cId="2196264720" sldId="432"/>
        </pc:sldMkLst>
        <pc:spChg chg="mod">
          <ac:chgData name="MASITAH BINTI GHAZALI" userId="94db6960-132c-444f-a4d9-23ae1565c350" providerId="ADAL" clId="{76C7954F-DE11-8546-8FEC-D4E62FD96BB2}" dt="2025-05-25T14:45:49.708" v="691" actId="20577"/>
          <ac:spMkLst>
            <pc:docMk/>
            <pc:sldMk cId="2196264720" sldId="432"/>
            <ac:spMk id="11" creationId="{3011035A-28D9-014D-8435-61916AFFE50A}"/>
          </ac:spMkLst>
        </pc:spChg>
        <pc:spChg chg="mod">
          <ac:chgData name="MASITAH BINTI GHAZALI" userId="94db6960-132c-444f-a4d9-23ae1565c350" providerId="ADAL" clId="{76C7954F-DE11-8546-8FEC-D4E62FD96BB2}" dt="2025-05-25T14:47:14.983" v="717" actId="404"/>
          <ac:spMkLst>
            <pc:docMk/>
            <pc:sldMk cId="2196264720" sldId="432"/>
            <ac:spMk id="24" creationId="{8DE23B32-B5E9-AFFD-7C73-71D691F86D88}"/>
          </ac:spMkLst>
        </pc:spChg>
        <pc:picChg chg="add mod">
          <ac:chgData name="MASITAH BINTI GHAZALI" userId="94db6960-132c-444f-a4d9-23ae1565c350" providerId="ADAL" clId="{76C7954F-DE11-8546-8FEC-D4E62FD96BB2}" dt="2025-05-25T14:46:27.112" v="694" actId="1076"/>
          <ac:picMkLst>
            <pc:docMk/>
            <pc:sldMk cId="2196264720" sldId="432"/>
            <ac:picMk id="2" creationId="{5A26F7CA-5C7D-1725-6CC9-75B267B3C5AB}"/>
          </ac:picMkLst>
        </pc:picChg>
        <pc:picChg chg="del">
          <ac:chgData name="MASITAH BINTI GHAZALI" userId="94db6960-132c-444f-a4d9-23ae1565c350" providerId="ADAL" clId="{76C7954F-DE11-8546-8FEC-D4E62FD96BB2}" dt="2025-05-25T14:46:22.629" v="692" actId="478"/>
          <ac:picMkLst>
            <pc:docMk/>
            <pc:sldMk cId="2196264720" sldId="432"/>
            <ac:picMk id="3" creationId="{6D51D72E-79E7-8FC7-D56F-ED3F34897720}"/>
          </ac:picMkLst>
        </pc:picChg>
      </pc:sldChg>
      <pc:sldChg chg="addSp delSp modSp add mod">
        <pc:chgData name="MASITAH BINTI GHAZALI" userId="94db6960-132c-444f-a4d9-23ae1565c350" providerId="ADAL" clId="{76C7954F-DE11-8546-8FEC-D4E62FD96BB2}" dt="2025-05-25T14:50:35.637" v="804" actId="20577"/>
        <pc:sldMkLst>
          <pc:docMk/>
          <pc:sldMk cId="2655106299" sldId="433"/>
        </pc:sldMkLst>
        <pc:spChg chg="mod">
          <ac:chgData name="MASITAH BINTI GHAZALI" userId="94db6960-132c-444f-a4d9-23ae1565c350" providerId="ADAL" clId="{76C7954F-DE11-8546-8FEC-D4E62FD96BB2}" dt="2025-05-25T14:50:35.637" v="804" actId="20577"/>
          <ac:spMkLst>
            <pc:docMk/>
            <pc:sldMk cId="2655106299" sldId="433"/>
            <ac:spMk id="11" creationId="{3C777AA4-85A3-3C94-6BBC-9B67D457165E}"/>
          </ac:spMkLst>
        </pc:spChg>
        <pc:spChg chg="mod">
          <ac:chgData name="MASITAH BINTI GHAZALI" userId="94db6960-132c-444f-a4d9-23ae1565c350" providerId="ADAL" clId="{76C7954F-DE11-8546-8FEC-D4E62FD96BB2}" dt="2025-05-25T14:48:53.557" v="752" actId="5793"/>
          <ac:spMkLst>
            <pc:docMk/>
            <pc:sldMk cId="2655106299" sldId="433"/>
            <ac:spMk id="24" creationId="{DF56D0BA-61B7-92F1-1B5B-8267A8EF83EB}"/>
          </ac:spMkLst>
        </pc:spChg>
        <pc:picChg chg="add mod">
          <ac:chgData name="MASITAH BINTI GHAZALI" userId="94db6960-132c-444f-a4d9-23ae1565c350" providerId="ADAL" clId="{76C7954F-DE11-8546-8FEC-D4E62FD96BB2}" dt="2025-05-25T14:48:50.188" v="750" actId="1076"/>
          <ac:picMkLst>
            <pc:docMk/>
            <pc:sldMk cId="2655106299" sldId="433"/>
            <ac:picMk id="2" creationId="{1856D53D-1E72-BC03-46F8-C65925427E3A}"/>
          </ac:picMkLst>
        </pc:picChg>
        <pc:picChg chg="del">
          <ac:chgData name="MASITAH BINTI GHAZALI" userId="94db6960-132c-444f-a4d9-23ae1565c350" providerId="ADAL" clId="{76C7954F-DE11-8546-8FEC-D4E62FD96BB2}" dt="2025-05-25T14:48:30.234" v="744" actId="478"/>
          <ac:picMkLst>
            <pc:docMk/>
            <pc:sldMk cId="2655106299" sldId="433"/>
            <ac:picMk id="3" creationId="{D8FA94CF-1EF9-B0FC-CC0F-72B5CDCAA5DE}"/>
          </ac:picMkLst>
        </pc:picChg>
      </pc:sldChg>
      <pc:sldChg chg="addSp delSp modSp add mod">
        <pc:chgData name="MASITAH BINTI GHAZALI" userId="94db6960-132c-444f-a4d9-23ae1565c350" providerId="ADAL" clId="{76C7954F-DE11-8546-8FEC-D4E62FD96BB2}" dt="2025-05-25T14:50:26.767" v="802" actId="20577"/>
        <pc:sldMkLst>
          <pc:docMk/>
          <pc:sldMk cId="1953031449" sldId="434"/>
        </pc:sldMkLst>
        <pc:spChg chg="mod">
          <ac:chgData name="MASITAH BINTI GHAZALI" userId="94db6960-132c-444f-a4d9-23ae1565c350" providerId="ADAL" clId="{76C7954F-DE11-8546-8FEC-D4E62FD96BB2}" dt="2025-05-25T14:49:28.818" v="784" actId="1076"/>
          <ac:spMkLst>
            <pc:docMk/>
            <pc:sldMk cId="1953031449" sldId="434"/>
            <ac:spMk id="11" creationId="{BAF78CA9-0AE9-791B-B3E0-493C95E20792}"/>
          </ac:spMkLst>
        </pc:spChg>
        <pc:spChg chg="mod">
          <ac:chgData name="MASITAH BINTI GHAZALI" userId="94db6960-132c-444f-a4d9-23ae1565c350" providerId="ADAL" clId="{76C7954F-DE11-8546-8FEC-D4E62FD96BB2}" dt="2025-05-25T14:50:26.767" v="802" actId="20577"/>
          <ac:spMkLst>
            <pc:docMk/>
            <pc:sldMk cId="1953031449" sldId="434"/>
            <ac:spMk id="24" creationId="{BB8EFFA0-A948-1683-8BE9-AD2A95740F80}"/>
          </ac:spMkLst>
        </pc:spChg>
        <pc:picChg chg="del">
          <ac:chgData name="MASITAH BINTI GHAZALI" userId="94db6960-132c-444f-a4d9-23ae1565c350" providerId="ADAL" clId="{76C7954F-DE11-8546-8FEC-D4E62FD96BB2}" dt="2025-05-25T14:49:36.660" v="785" actId="478"/>
          <ac:picMkLst>
            <pc:docMk/>
            <pc:sldMk cId="1953031449" sldId="434"/>
            <ac:picMk id="2" creationId="{BE11B0EF-54EE-A5AD-D2B0-A33AF53D570E}"/>
          </ac:picMkLst>
        </pc:picChg>
        <pc:picChg chg="add mod">
          <ac:chgData name="MASITAH BINTI GHAZALI" userId="94db6960-132c-444f-a4d9-23ae1565c350" providerId="ADAL" clId="{76C7954F-DE11-8546-8FEC-D4E62FD96BB2}" dt="2025-05-25T14:49:43.343" v="787" actId="1076"/>
          <ac:picMkLst>
            <pc:docMk/>
            <pc:sldMk cId="1953031449" sldId="434"/>
            <ac:picMk id="3" creationId="{17C7A791-86E5-C117-15BC-0FFE437EF3D8}"/>
          </ac:picMkLst>
        </pc:picChg>
      </pc:sldChg>
      <pc:sldChg chg="modSp add mod">
        <pc:chgData name="MASITAH BINTI GHAZALI" userId="94db6960-132c-444f-a4d9-23ae1565c350" providerId="ADAL" clId="{76C7954F-DE11-8546-8FEC-D4E62FD96BB2}" dt="2025-05-25T14:51:27.610" v="816" actId="20577"/>
        <pc:sldMkLst>
          <pc:docMk/>
          <pc:sldMk cId="1451778104" sldId="435"/>
        </pc:sldMkLst>
        <pc:spChg chg="mod">
          <ac:chgData name="MASITAH BINTI GHAZALI" userId="94db6960-132c-444f-a4d9-23ae1565c350" providerId="ADAL" clId="{76C7954F-DE11-8546-8FEC-D4E62FD96BB2}" dt="2025-05-25T14:51:12.667" v="812" actId="20577"/>
          <ac:spMkLst>
            <pc:docMk/>
            <pc:sldMk cId="1451778104" sldId="435"/>
            <ac:spMk id="11" creationId="{8C2276F4-88C4-48DF-ACAE-ED89F81FD540}"/>
          </ac:spMkLst>
        </pc:spChg>
        <pc:spChg chg="mod">
          <ac:chgData name="MASITAH BINTI GHAZALI" userId="94db6960-132c-444f-a4d9-23ae1565c350" providerId="ADAL" clId="{76C7954F-DE11-8546-8FEC-D4E62FD96BB2}" dt="2025-05-25T14:51:27.610" v="816" actId="20577"/>
          <ac:spMkLst>
            <pc:docMk/>
            <pc:sldMk cId="1451778104" sldId="435"/>
            <ac:spMk id="24" creationId="{7947B44C-C254-6A14-5132-0CAEDC81D188}"/>
          </ac:spMkLst>
        </pc:spChg>
      </pc:sldChg>
      <pc:sldChg chg="addSp delSp modSp add mod">
        <pc:chgData name="MASITAH BINTI GHAZALI" userId="94db6960-132c-444f-a4d9-23ae1565c350" providerId="ADAL" clId="{76C7954F-DE11-8546-8FEC-D4E62FD96BB2}" dt="2025-05-25T14:53:52.393" v="862" actId="1076"/>
        <pc:sldMkLst>
          <pc:docMk/>
          <pc:sldMk cId="2961429697" sldId="436"/>
        </pc:sldMkLst>
        <pc:spChg chg="add mod">
          <ac:chgData name="MASITAH BINTI GHAZALI" userId="94db6960-132c-444f-a4d9-23ae1565c350" providerId="ADAL" clId="{76C7954F-DE11-8546-8FEC-D4E62FD96BB2}" dt="2025-05-25T14:53:52.393" v="862" actId="1076"/>
          <ac:spMkLst>
            <pc:docMk/>
            <pc:sldMk cId="2961429697" sldId="436"/>
            <ac:spMk id="6" creationId="{E5AA7EAB-7B93-727E-F336-76C2219A42CB}"/>
          </ac:spMkLst>
        </pc:spChg>
        <pc:spChg chg="mod">
          <ac:chgData name="MASITAH BINTI GHAZALI" userId="94db6960-132c-444f-a4d9-23ae1565c350" providerId="ADAL" clId="{76C7954F-DE11-8546-8FEC-D4E62FD96BB2}" dt="2025-05-25T14:51:55.143" v="835" actId="20577"/>
          <ac:spMkLst>
            <pc:docMk/>
            <pc:sldMk cId="2961429697" sldId="436"/>
            <ac:spMk id="11" creationId="{3501E693-D595-4858-9240-FD5D9CCC5DCF}"/>
          </ac:spMkLst>
        </pc:spChg>
        <pc:spChg chg="mod">
          <ac:chgData name="MASITAH BINTI GHAZALI" userId="94db6960-132c-444f-a4d9-23ae1565c350" providerId="ADAL" clId="{76C7954F-DE11-8546-8FEC-D4E62FD96BB2}" dt="2025-05-25T14:53:46.535" v="861" actId="404"/>
          <ac:spMkLst>
            <pc:docMk/>
            <pc:sldMk cId="2961429697" sldId="436"/>
            <ac:spMk id="24" creationId="{D862DB04-A2EA-5E92-D3FC-2D80ED86C67F}"/>
          </ac:spMkLst>
        </pc:spChg>
        <pc:picChg chg="del">
          <ac:chgData name="MASITAH BINTI GHAZALI" userId="94db6960-132c-444f-a4d9-23ae1565c350" providerId="ADAL" clId="{76C7954F-DE11-8546-8FEC-D4E62FD96BB2}" dt="2025-05-25T14:52:01.672" v="836" actId="478"/>
          <ac:picMkLst>
            <pc:docMk/>
            <pc:sldMk cId="2961429697" sldId="436"/>
            <ac:picMk id="2" creationId="{693B42C5-0BF2-1B8E-5F07-6A5B2AD358B9}"/>
          </ac:picMkLst>
        </pc:picChg>
        <pc:picChg chg="add mod">
          <ac:chgData name="MASITAH BINTI GHAZALI" userId="94db6960-132c-444f-a4d9-23ae1565c350" providerId="ADAL" clId="{76C7954F-DE11-8546-8FEC-D4E62FD96BB2}" dt="2025-05-25T14:52:48.478" v="849" actId="1076"/>
          <ac:picMkLst>
            <pc:docMk/>
            <pc:sldMk cId="2961429697" sldId="436"/>
            <ac:picMk id="3" creationId="{6B7D3549-F4D1-4275-03BD-89DA2163D3CF}"/>
          </ac:picMkLst>
        </pc:picChg>
      </pc:sldChg>
      <pc:sldChg chg="addSp delSp modSp add mod">
        <pc:chgData name="MASITAH BINTI GHAZALI" userId="94db6960-132c-444f-a4d9-23ae1565c350" providerId="ADAL" clId="{76C7954F-DE11-8546-8FEC-D4E62FD96BB2}" dt="2025-05-25T14:55:57.257" v="911" actId="1076"/>
        <pc:sldMkLst>
          <pc:docMk/>
          <pc:sldMk cId="1496166103" sldId="437"/>
        </pc:sldMkLst>
        <pc:spChg chg="add mod">
          <ac:chgData name="MASITAH BINTI GHAZALI" userId="94db6960-132c-444f-a4d9-23ae1565c350" providerId="ADAL" clId="{76C7954F-DE11-8546-8FEC-D4E62FD96BB2}" dt="2025-05-25T14:55:51.464" v="910" actId="14100"/>
          <ac:spMkLst>
            <pc:docMk/>
            <pc:sldMk cId="1496166103" sldId="437"/>
            <ac:spMk id="5" creationId="{04075215-D9C0-E3BF-A765-7816DEB3C214}"/>
          </ac:spMkLst>
        </pc:spChg>
        <pc:spChg chg="mod">
          <ac:chgData name="MASITAH BINTI GHAZALI" userId="94db6960-132c-444f-a4d9-23ae1565c350" providerId="ADAL" clId="{76C7954F-DE11-8546-8FEC-D4E62FD96BB2}" dt="2025-05-25T14:55:57.257" v="911" actId="1076"/>
          <ac:spMkLst>
            <pc:docMk/>
            <pc:sldMk cId="1496166103" sldId="437"/>
            <ac:spMk id="6" creationId="{7A475B73-7DD0-565F-BDA9-7064436926D7}"/>
          </ac:spMkLst>
        </pc:spChg>
        <pc:spChg chg="mod">
          <ac:chgData name="MASITAH BINTI GHAZALI" userId="94db6960-132c-444f-a4d9-23ae1565c350" providerId="ADAL" clId="{76C7954F-DE11-8546-8FEC-D4E62FD96BB2}" dt="2025-05-25T14:54:10.055" v="886" actId="20577"/>
          <ac:spMkLst>
            <pc:docMk/>
            <pc:sldMk cId="1496166103" sldId="437"/>
            <ac:spMk id="11" creationId="{6ED570B6-583A-56FF-0931-087C9125799E}"/>
          </ac:spMkLst>
        </pc:spChg>
        <pc:spChg chg="del">
          <ac:chgData name="MASITAH BINTI GHAZALI" userId="94db6960-132c-444f-a4d9-23ae1565c350" providerId="ADAL" clId="{76C7954F-DE11-8546-8FEC-D4E62FD96BB2}" dt="2025-05-25T14:54:27.787" v="890" actId="478"/>
          <ac:spMkLst>
            <pc:docMk/>
            <pc:sldMk cId="1496166103" sldId="437"/>
            <ac:spMk id="24" creationId="{F344DC1C-3126-850D-49CA-A6093A9725A0}"/>
          </ac:spMkLst>
        </pc:spChg>
        <pc:picChg chg="add mod">
          <ac:chgData name="MASITAH BINTI GHAZALI" userId="94db6960-132c-444f-a4d9-23ae1565c350" providerId="ADAL" clId="{76C7954F-DE11-8546-8FEC-D4E62FD96BB2}" dt="2025-05-25T14:55:12.327" v="903" actId="1076"/>
          <ac:picMkLst>
            <pc:docMk/>
            <pc:sldMk cId="1496166103" sldId="437"/>
            <ac:picMk id="2" creationId="{CE6310F9-905A-4CCF-CF47-5A32C5EC1F2F}"/>
          </ac:picMkLst>
        </pc:picChg>
        <pc:picChg chg="del">
          <ac:chgData name="MASITAH BINTI GHAZALI" userId="94db6960-132c-444f-a4d9-23ae1565c350" providerId="ADAL" clId="{76C7954F-DE11-8546-8FEC-D4E62FD96BB2}" dt="2025-05-25T14:54:16.534" v="887" actId="478"/>
          <ac:picMkLst>
            <pc:docMk/>
            <pc:sldMk cId="1496166103" sldId="437"/>
            <ac:picMk id="3" creationId="{F237B5F2-5696-5A46-BE67-88452D36793B}"/>
          </ac:picMkLst>
        </pc:picChg>
      </pc:sldChg>
      <pc:sldChg chg="addSp delSp modSp add mod">
        <pc:chgData name="MASITAH BINTI GHAZALI" userId="94db6960-132c-444f-a4d9-23ae1565c350" providerId="ADAL" clId="{76C7954F-DE11-8546-8FEC-D4E62FD96BB2}" dt="2025-05-25T14:56:40.462" v="948" actId="1076"/>
        <pc:sldMkLst>
          <pc:docMk/>
          <pc:sldMk cId="3353629921" sldId="438"/>
        </pc:sldMkLst>
        <pc:spChg chg="del">
          <ac:chgData name="MASITAH BINTI GHAZALI" userId="94db6960-132c-444f-a4d9-23ae1565c350" providerId="ADAL" clId="{76C7954F-DE11-8546-8FEC-D4E62FD96BB2}" dt="2025-05-25T14:56:37.878" v="946" actId="478"/>
          <ac:spMkLst>
            <pc:docMk/>
            <pc:sldMk cId="3353629921" sldId="438"/>
            <ac:spMk id="6" creationId="{18D9D62B-3F79-7919-8629-B5F9560063A6}"/>
          </ac:spMkLst>
        </pc:spChg>
        <pc:spChg chg="mod">
          <ac:chgData name="MASITAH BINTI GHAZALI" userId="94db6960-132c-444f-a4d9-23ae1565c350" providerId="ADAL" clId="{76C7954F-DE11-8546-8FEC-D4E62FD96BB2}" dt="2025-05-25T14:56:28.426" v="943" actId="1076"/>
          <ac:spMkLst>
            <pc:docMk/>
            <pc:sldMk cId="3353629921" sldId="438"/>
            <ac:spMk id="11" creationId="{0220EB72-B0F2-61D1-63E7-895134DCB5C4}"/>
          </ac:spMkLst>
        </pc:spChg>
        <pc:spChg chg="del">
          <ac:chgData name="MASITAH BINTI GHAZALI" userId="94db6960-132c-444f-a4d9-23ae1565c350" providerId="ADAL" clId="{76C7954F-DE11-8546-8FEC-D4E62FD96BB2}" dt="2025-05-25T14:56:35.613" v="945" actId="478"/>
          <ac:spMkLst>
            <pc:docMk/>
            <pc:sldMk cId="3353629921" sldId="438"/>
            <ac:spMk id="24" creationId="{6717D6BD-4C25-12E8-F216-45BF369BB90F}"/>
          </ac:spMkLst>
        </pc:spChg>
        <pc:picChg chg="add mod">
          <ac:chgData name="MASITAH BINTI GHAZALI" userId="94db6960-132c-444f-a4d9-23ae1565c350" providerId="ADAL" clId="{76C7954F-DE11-8546-8FEC-D4E62FD96BB2}" dt="2025-05-25T14:56:40.462" v="948" actId="1076"/>
          <ac:picMkLst>
            <pc:docMk/>
            <pc:sldMk cId="3353629921" sldId="438"/>
            <ac:picMk id="2" creationId="{EBDC69AD-BD21-DE40-E94E-65DBFE3DD4C6}"/>
          </ac:picMkLst>
        </pc:picChg>
        <pc:picChg chg="del">
          <ac:chgData name="MASITAH BINTI GHAZALI" userId="94db6960-132c-444f-a4d9-23ae1565c350" providerId="ADAL" clId="{76C7954F-DE11-8546-8FEC-D4E62FD96BB2}" dt="2025-05-25T14:56:29.745" v="944" actId="478"/>
          <ac:picMkLst>
            <pc:docMk/>
            <pc:sldMk cId="3353629921" sldId="438"/>
            <ac:picMk id="3" creationId="{D61D5910-913D-3AFE-96F3-E82A79A0B94B}"/>
          </ac:picMkLst>
        </pc:picChg>
      </pc:sldChg>
      <pc:sldChg chg="addSp modSp add mod">
        <pc:chgData name="MASITAH BINTI GHAZALI" userId="94db6960-132c-444f-a4d9-23ae1565c350" providerId="ADAL" clId="{76C7954F-DE11-8546-8FEC-D4E62FD96BB2}" dt="2025-05-25T14:59:46.985" v="1010" actId="14100"/>
        <pc:sldMkLst>
          <pc:docMk/>
          <pc:sldMk cId="349411046" sldId="439"/>
        </pc:sldMkLst>
        <pc:spChg chg="add mod">
          <ac:chgData name="MASITAH BINTI GHAZALI" userId="94db6960-132c-444f-a4d9-23ae1565c350" providerId="ADAL" clId="{76C7954F-DE11-8546-8FEC-D4E62FD96BB2}" dt="2025-05-25T14:59:46.985" v="1010" actId="14100"/>
          <ac:spMkLst>
            <pc:docMk/>
            <pc:sldMk cId="349411046" sldId="439"/>
            <ac:spMk id="2" creationId="{BAFD739F-DBF7-A6EF-DD78-50D7BD76774A}"/>
          </ac:spMkLst>
        </pc:spChg>
        <pc:spChg chg="mod">
          <ac:chgData name="MASITAH BINTI GHAZALI" userId="94db6960-132c-444f-a4d9-23ae1565c350" providerId="ADAL" clId="{76C7954F-DE11-8546-8FEC-D4E62FD96BB2}" dt="2025-05-25T14:57:59.560" v="965" actId="1076"/>
          <ac:spMkLst>
            <pc:docMk/>
            <pc:sldMk cId="349411046" sldId="439"/>
            <ac:spMk id="11" creationId="{29BB8CD5-1871-090D-7088-5A7401A789CE}"/>
          </ac:spMkLst>
        </pc:spChg>
        <pc:spChg chg="mod">
          <ac:chgData name="MASITAH BINTI GHAZALI" userId="94db6960-132c-444f-a4d9-23ae1565c350" providerId="ADAL" clId="{76C7954F-DE11-8546-8FEC-D4E62FD96BB2}" dt="2025-05-25T14:58:42.050" v="986" actId="1076"/>
          <ac:spMkLst>
            <pc:docMk/>
            <pc:sldMk cId="349411046" sldId="439"/>
            <ac:spMk id="24" creationId="{C45B0B4E-AD63-2A9C-7728-5777A581B3CC}"/>
          </ac:spMkLst>
        </pc:spChg>
      </pc:sldChg>
      <pc:sldChg chg="modSp add mod">
        <pc:chgData name="MASITAH BINTI GHAZALI" userId="94db6960-132c-444f-a4d9-23ae1565c350" providerId="ADAL" clId="{76C7954F-DE11-8546-8FEC-D4E62FD96BB2}" dt="2025-05-25T15:01:04.733" v="1048" actId="404"/>
        <pc:sldMkLst>
          <pc:docMk/>
          <pc:sldMk cId="2813365625" sldId="440"/>
        </pc:sldMkLst>
        <pc:spChg chg="mod">
          <ac:chgData name="MASITAH BINTI GHAZALI" userId="94db6960-132c-444f-a4d9-23ae1565c350" providerId="ADAL" clId="{76C7954F-DE11-8546-8FEC-D4E62FD96BB2}" dt="2025-05-25T15:01:04.733" v="1048" actId="404"/>
          <ac:spMkLst>
            <pc:docMk/>
            <pc:sldMk cId="2813365625" sldId="440"/>
            <ac:spMk id="6" creationId="{D97BCAEE-4779-51FE-4EDE-618D7CCC2FD4}"/>
          </ac:spMkLst>
        </pc:spChg>
      </pc:sldChg>
      <pc:sldChg chg="delSp modSp add mod">
        <pc:chgData name="MASITAH BINTI GHAZALI" userId="94db6960-132c-444f-a4d9-23ae1565c350" providerId="ADAL" clId="{76C7954F-DE11-8546-8FEC-D4E62FD96BB2}" dt="2025-05-25T15:02:49.410" v="1081" actId="1076"/>
        <pc:sldMkLst>
          <pc:docMk/>
          <pc:sldMk cId="2355736283" sldId="441"/>
        </pc:sldMkLst>
        <pc:spChg chg="del">
          <ac:chgData name="MASITAH BINTI GHAZALI" userId="94db6960-132c-444f-a4d9-23ae1565c350" providerId="ADAL" clId="{76C7954F-DE11-8546-8FEC-D4E62FD96BB2}" dt="2025-05-25T15:02:29.147" v="1067" actId="478"/>
          <ac:spMkLst>
            <pc:docMk/>
            <pc:sldMk cId="2355736283" sldId="441"/>
            <ac:spMk id="2" creationId="{D7942D62-A2E2-686F-63F9-306EC804E22E}"/>
          </ac:spMkLst>
        </pc:spChg>
        <pc:spChg chg="mod">
          <ac:chgData name="MASITAH BINTI GHAZALI" userId="94db6960-132c-444f-a4d9-23ae1565c350" providerId="ADAL" clId="{76C7954F-DE11-8546-8FEC-D4E62FD96BB2}" dt="2025-05-25T15:01:35.521" v="1066" actId="20577"/>
          <ac:spMkLst>
            <pc:docMk/>
            <pc:sldMk cId="2355736283" sldId="441"/>
            <ac:spMk id="11" creationId="{01A5AC8C-0280-00F0-7382-DBF6E1079E23}"/>
          </ac:spMkLst>
        </pc:spChg>
        <pc:spChg chg="mod">
          <ac:chgData name="MASITAH BINTI GHAZALI" userId="94db6960-132c-444f-a4d9-23ae1565c350" providerId="ADAL" clId="{76C7954F-DE11-8546-8FEC-D4E62FD96BB2}" dt="2025-05-25T15:02:49.410" v="1081" actId="1076"/>
          <ac:spMkLst>
            <pc:docMk/>
            <pc:sldMk cId="2355736283" sldId="441"/>
            <ac:spMk id="24" creationId="{141E6887-6E57-BD51-1443-9EE161E3C19C}"/>
          </ac:spMkLst>
        </pc:spChg>
      </pc:sldChg>
      <pc:sldChg chg="addSp delSp modSp add mod">
        <pc:chgData name="MASITAH BINTI GHAZALI" userId="94db6960-132c-444f-a4d9-23ae1565c350" providerId="ADAL" clId="{76C7954F-DE11-8546-8FEC-D4E62FD96BB2}" dt="2025-05-25T15:09:01.678" v="1130"/>
        <pc:sldMkLst>
          <pc:docMk/>
          <pc:sldMk cId="4230544325" sldId="442"/>
        </pc:sldMkLst>
        <pc:spChg chg="mod">
          <ac:chgData name="MASITAH BINTI GHAZALI" userId="94db6960-132c-444f-a4d9-23ae1565c350" providerId="ADAL" clId="{76C7954F-DE11-8546-8FEC-D4E62FD96BB2}" dt="2025-05-25T15:08:30.479" v="1124" actId="20577"/>
          <ac:spMkLst>
            <pc:docMk/>
            <pc:sldMk cId="4230544325" sldId="442"/>
            <ac:spMk id="11" creationId="{77901F82-8514-192D-8FA2-F3232DDA9661}"/>
          </ac:spMkLst>
        </pc:spChg>
        <pc:picChg chg="del">
          <ac:chgData name="MASITAH BINTI GHAZALI" userId="94db6960-132c-444f-a4d9-23ae1565c350" providerId="ADAL" clId="{76C7954F-DE11-8546-8FEC-D4E62FD96BB2}" dt="2025-05-25T15:08:32.059" v="1125" actId="478"/>
          <ac:picMkLst>
            <pc:docMk/>
            <pc:sldMk cId="4230544325" sldId="442"/>
            <ac:picMk id="2" creationId="{B3E052FC-1DAE-31F6-0933-AD63E62B3011}"/>
          </ac:picMkLst>
        </pc:picChg>
        <pc:picChg chg="add mod">
          <ac:chgData name="MASITAH BINTI GHAZALI" userId="94db6960-132c-444f-a4d9-23ae1565c350" providerId="ADAL" clId="{76C7954F-DE11-8546-8FEC-D4E62FD96BB2}" dt="2025-05-25T15:08:48.313" v="1129" actId="1076"/>
          <ac:picMkLst>
            <pc:docMk/>
            <pc:sldMk cId="4230544325" sldId="442"/>
            <ac:picMk id="3" creationId="{D7C95158-0B13-3669-EA2B-77E51ECE63C7}"/>
          </ac:picMkLst>
        </pc:picChg>
        <pc:picChg chg="add mod">
          <ac:chgData name="MASITAH BINTI GHAZALI" userId="94db6960-132c-444f-a4d9-23ae1565c350" providerId="ADAL" clId="{76C7954F-DE11-8546-8FEC-D4E62FD96BB2}" dt="2025-05-25T15:09:01.678" v="1130"/>
          <ac:picMkLst>
            <pc:docMk/>
            <pc:sldMk cId="4230544325" sldId="442"/>
            <ac:picMk id="5" creationId="{0E7425ED-0586-CC98-0064-E267EB3E61F9}"/>
          </ac:picMkLst>
        </pc:picChg>
      </pc:sldChg>
      <pc:sldChg chg="addSp delSp modSp add mod">
        <pc:chgData name="MASITAH BINTI GHAZALI" userId="94db6960-132c-444f-a4d9-23ae1565c350" providerId="ADAL" clId="{76C7954F-DE11-8546-8FEC-D4E62FD96BB2}" dt="2025-05-25T15:10:32.385" v="1194" actId="207"/>
        <pc:sldMkLst>
          <pc:docMk/>
          <pc:sldMk cId="208871792" sldId="443"/>
        </pc:sldMkLst>
        <pc:spChg chg="add mod">
          <ac:chgData name="MASITAH BINTI GHAZALI" userId="94db6960-132c-444f-a4d9-23ae1565c350" providerId="ADAL" clId="{76C7954F-DE11-8546-8FEC-D4E62FD96BB2}" dt="2025-05-25T15:10:32.385" v="1194" actId="207"/>
          <ac:spMkLst>
            <pc:docMk/>
            <pc:sldMk cId="208871792" sldId="443"/>
            <ac:spMk id="5" creationId="{7DA1315F-2211-1CF1-D7C6-5FF6A002D91A}"/>
          </ac:spMkLst>
        </pc:spChg>
        <pc:spChg chg="mod">
          <ac:chgData name="MASITAH BINTI GHAZALI" userId="94db6960-132c-444f-a4d9-23ae1565c350" providerId="ADAL" clId="{76C7954F-DE11-8546-8FEC-D4E62FD96BB2}" dt="2025-05-25T15:10:14.767" v="1188" actId="20577"/>
          <ac:spMkLst>
            <pc:docMk/>
            <pc:sldMk cId="208871792" sldId="443"/>
            <ac:spMk id="11" creationId="{39CA27AA-9D9E-7DF7-B325-C421FA74F695}"/>
          </ac:spMkLst>
        </pc:spChg>
        <pc:picChg chg="add mod">
          <ac:chgData name="MASITAH BINTI GHAZALI" userId="94db6960-132c-444f-a4d9-23ae1565c350" providerId="ADAL" clId="{76C7954F-DE11-8546-8FEC-D4E62FD96BB2}" dt="2025-05-25T15:10:01.371" v="1182" actId="1076"/>
          <ac:picMkLst>
            <pc:docMk/>
            <pc:sldMk cId="208871792" sldId="443"/>
            <ac:picMk id="2" creationId="{ACC09CA7-DD5F-B72B-BA55-7D8E15B70723}"/>
          </ac:picMkLst>
        </pc:picChg>
        <pc:picChg chg="del">
          <ac:chgData name="MASITAH BINTI GHAZALI" userId="94db6960-132c-444f-a4d9-23ae1565c350" providerId="ADAL" clId="{76C7954F-DE11-8546-8FEC-D4E62FD96BB2}" dt="2025-05-25T15:09:24.263" v="1156" actId="478"/>
          <ac:picMkLst>
            <pc:docMk/>
            <pc:sldMk cId="208871792" sldId="443"/>
            <ac:picMk id="3" creationId="{A5613CA8-F5A9-F3A7-3D7C-20822139DA54}"/>
          </ac:picMkLst>
        </pc:picChg>
      </pc:sldChg>
      <pc:sldChg chg="modSp add mod">
        <pc:chgData name="MASITAH BINTI GHAZALI" userId="94db6960-132c-444f-a4d9-23ae1565c350" providerId="ADAL" clId="{76C7954F-DE11-8546-8FEC-D4E62FD96BB2}" dt="2025-05-25T15:12:19.345" v="1270" actId="1076"/>
        <pc:sldMkLst>
          <pc:docMk/>
          <pc:sldMk cId="2366866352" sldId="444"/>
        </pc:sldMkLst>
        <pc:spChg chg="mod">
          <ac:chgData name="MASITAH BINTI GHAZALI" userId="94db6960-132c-444f-a4d9-23ae1565c350" providerId="ADAL" clId="{76C7954F-DE11-8546-8FEC-D4E62FD96BB2}" dt="2025-05-25T15:11:06.393" v="1231" actId="1076"/>
          <ac:spMkLst>
            <pc:docMk/>
            <pc:sldMk cId="2366866352" sldId="444"/>
            <ac:spMk id="11" creationId="{8BC21E66-FA88-C7E7-D270-06E6B5764E14}"/>
          </ac:spMkLst>
        </pc:spChg>
        <pc:spChg chg="mod">
          <ac:chgData name="MASITAH BINTI GHAZALI" userId="94db6960-132c-444f-a4d9-23ae1565c350" providerId="ADAL" clId="{76C7954F-DE11-8546-8FEC-D4E62FD96BB2}" dt="2025-05-25T15:12:19.345" v="1270" actId="1076"/>
          <ac:spMkLst>
            <pc:docMk/>
            <pc:sldMk cId="2366866352" sldId="444"/>
            <ac:spMk id="24" creationId="{94AA77D4-4D99-AFAE-4B32-86206EAADB9D}"/>
          </ac:spMkLst>
        </pc:spChg>
      </pc:sldChg>
      <pc:sldChg chg="modSp add mod">
        <pc:chgData name="MASITAH BINTI GHAZALI" userId="94db6960-132c-444f-a4d9-23ae1565c350" providerId="ADAL" clId="{76C7954F-DE11-8546-8FEC-D4E62FD96BB2}" dt="2025-05-25T15:13:17.374" v="1328" actId="1076"/>
        <pc:sldMkLst>
          <pc:docMk/>
          <pc:sldMk cId="3698829967" sldId="445"/>
        </pc:sldMkLst>
        <pc:spChg chg="mod">
          <ac:chgData name="MASITAH BINTI GHAZALI" userId="94db6960-132c-444f-a4d9-23ae1565c350" providerId="ADAL" clId="{76C7954F-DE11-8546-8FEC-D4E62FD96BB2}" dt="2025-05-25T15:12:42.422" v="1318" actId="20577"/>
          <ac:spMkLst>
            <pc:docMk/>
            <pc:sldMk cId="3698829967" sldId="445"/>
            <ac:spMk id="11" creationId="{73D09AED-5DB2-C59B-7140-C1C4BA2A6025}"/>
          </ac:spMkLst>
        </pc:spChg>
        <pc:spChg chg="mod">
          <ac:chgData name="MASITAH BINTI GHAZALI" userId="94db6960-132c-444f-a4d9-23ae1565c350" providerId="ADAL" clId="{76C7954F-DE11-8546-8FEC-D4E62FD96BB2}" dt="2025-05-25T15:13:17.374" v="1328" actId="1076"/>
          <ac:spMkLst>
            <pc:docMk/>
            <pc:sldMk cId="3698829967" sldId="445"/>
            <ac:spMk id="24" creationId="{4931E5FC-30FA-C593-7587-53A233BF126E}"/>
          </ac:spMkLst>
        </pc:spChg>
      </pc:sldChg>
      <pc:sldChg chg="modSp add mod">
        <pc:chgData name="MASITAH BINTI GHAZALI" userId="94db6960-132c-444f-a4d9-23ae1565c350" providerId="ADAL" clId="{76C7954F-DE11-8546-8FEC-D4E62FD96BB2}" dt="2025-05-25T15:14:50.066" v="1398" actId="20577"/>
        <pc:sldMkLst>
          <pc:docMk/>
          <pc:sldMk cId="3707763377" sldId="446"/>
        </pc:sldMkLst>
        <pc:spChg chg="mod">
          <ac:chgData name="MASITAH BINTI GHAZALI" userId="94db6960-132c-444f-a4d9-23ae1565c350" providerId="ADAL" clId="{76C7954F-DE11-8546-8FEC-D4E62FD96BB2}" dt="2025-05-25T15:14:50.066" v="1398" actId="20577"/>
          <ac:spMkLst>
            <pc:docMk/>
            <pc:sldMk cId="3707763377" sldId="446"/>
            <ac:spMk id="11" creationId="{659F12C1-1A4C-8241-58C9-0C6CD9F1D172}"/>
          </ac:spMkLst>
        </pc:spChg>
        <pc:spChg chg="mod">
          <ac:chgData name="MASITAH BINTI GHAZALI" userId="94db6960-132c-444f-a4d9-23ae1565c350" providerId="ADAL" clId="{76C7954F-DE11-8546-8FEC-D4E62FD96BB2}" dt="2025-05-25T15:14:29.918" v="1391" actId="1076"/>
          <ac:spMkLst>
            <pc:docMk/>
            <pc:sldMk cId="3707763377" sldId="446"/>
            <ac:spMk id="24" creationId="{7465182F-C76E-0F82-9EB2-287368A3E74F}"/>
          </ac:spMkLst>
        </pc:spChg>
      </pc:sldChg>
      <pc:sldChg chg="modSp add mod">
        <pc:chgData name="MASITAH BINTI GHAZALI" userId="94db6960-132c-444f-a4d9-23ae1565c350" providerId="ADAL" clId="{76C7954F-DE11-8546-8FEC-D4E62FD96BB2}" dt="2025-05-25T15:21:55.867" v="1555" actId="403"/>
        <pc:sldMkLst>
          <pc:docMk/>
          <pc:sldMk cId="2468678839" sldId="447"/>
        </pc:sldMkLst>
        <pc:spChg chg="mod">
          <ac:chgData name="MASITAH BINTI GHAZALI" userId="94db6960-132c-444f-a4d9-23ae1565c350" providerId="ADAL" clId="{76C7954F-DE11-8546-8FEC-D4E62FD96BB2}" dt="2025-05-25T15:21:55.867" v="1555" actId="403"/>
          <ac:spMkLst>
            <pc:docMk/>
            <pc:sldMk cId="2468678839" sldId="447"/>
            <ac:spMk id="6" creationId="{9BA2DF94-743A-E30B-6542-AB3987675FC7}"/>
          </ac:spMkLst>
        </pc:spChg>
      </pc:sldChg>
      <pc:sldChg chg="modSp add mod">
        <pc:chgData name="MASITAH BINTI GHAZALI" userId="94db6960-132c-444f-a4d9-23ae1565c350" providerId="ADAL" clId="{76C7954F-DE11-8546-8FEC-D4E62FD96BB2}" dt="2025-05-25T15:22:22.003" v="1558" actId="20577"/>
        <pc:sldMkLst>
          <pc:docMk/>
          <pc:sldMk cId="617686201" sldId="448"/>
        </pc:sldMkLst>
        <pc:spChg chg="mod">
          <ac:chgData name="MASITAH BINTI GHAZALI" userId="94db6960-132c-444f-a4d9-23ae1565c350" providerId="ADAL" clId="{76C7954F-DE11-8546-8FEC-D4E62FD96BB2}" dt="2025-05-25T15:15:36.532" v="1417" actId="20577"/>
          <ac:spMkLst>
            <pc:docMk/>
            <pc:sldMk cId="617686201" sldId="448"/>
            <ac:spMk id="11" creationId="{EEFDDE13-0080-AA68-F225-783B2ACE03B7}"/>
          </ac:spMkLst>
        </pc:spChg>
        <pc:spChg chg="mod">
          <ac:chgData name="MASITAH BINTI GHAZALI" userId="94db6960-132c-444f-a4d9-23ae1565c350" providerId="ADAL" clId="{76C7954F-DE11-8546-8FEC-D4E62FD96BB2}" dt="2025-05-25T15:22:22.003" v="1558" actId="20577"/>
          <ac:spMkLst>
            <pc:docMk/>
            <pc:sldMk cId="617686201" sldId="448"/>
            <ac:spMk id="24" creationId="{412DF868-EAB4-C48E-A151-B5D7D77C27A2}"/>
          </ac:spMkLst>
        </pc:spChg>
      </pc:sldChg>
      <pc:sldChg chg="modSp add mod">
        <pc:chgData name="MASITAH BINTI GHAZALI" userId="94db6960-132c-444f-a4d9-23ae1565c350" providerId="ADAL" clId="{76C7954F-DE11-8546-8FEC-D4E62FD96BB2}" dt="2025-05-25T15:18:50.388" v="1494" actId="1076"/>
        <pc:sldMkLst>
          <pc:docMk/>
          <pc:sldMk cId="1658775598" sldId="449"/>
        </pc:sldMkLst>
        <pc:spChg chg="mod">
          <ac:chgData name="MASITAH BINTI GHAZALI" userId="94db6960-132c-444f-a4d9-23ae1565c350" providerId="ADAL" clId="{76C7954F-DE11-8546-8FEC-D4E62FD96BB2}" dt="2025-05-25T15:18:15.955" v="1476" actId="20577"/>
          <ac:spMkLst>
            <pc:docMk/>
            <pc:sldMk cId="1658775598" sldId="449"/>
            <ac:spMk id="11" creationId="{AE187635-C3F3-285B-B60C-A31605BC82AE}"/>
          </ac:spMkLst>
        </pc:spChg>
        <pc:spChg chg="mod">
          <ac:chgData name="MASITAH BINTI GHAZALI" userId="94db6960-132c-444f-a4d9-23ae1565c350" providerId="ADAL" clId="{76C7954F-DE11-8546-8FEC-D4E62FD96BB2}" dt="2025-05-25T15:18:50.388" v="1494" actId="1076"/>
          <ac:spMkLst>
            <pc:docMk/>
            <pc:sldMk cId="1658775598" sldId="449"/>
            <ac:spMk id="24" creationId="{9ACC6FCA-C5F8-C834-39C3-A75A6A5B246F}"/>
          </ac:spMkLst>
        </pc:spChg>
      </pc:sldChg>
      <pc:sldChg chg="addSp delSp modSp add mod">
        <pc:chgData name="MASITAH BINTI GHAZALI" userId="94db6960-132c-444f-a4d9-23ae1565c350" providerId="ADAL" clId="{76C7954F-DE11-8546-8FEC-D4E62FD96BB2}" dt="2025-05-25T15:19:45.406" v="1519" actId="1076"/>
        <pc:sldMkLst>
          <pc:docMk/>
          <pc:sldMk cId="2056377831" sldId="450"/>
        </pc:sldMkLst>
        <pc:spChg chg="mod">
          <ac:chgData name="MASITAH BINTI GHAZALI" userId="94db6960-132c-444f-a4d9-23ae1565c350" providerId="ADAL" clId="{76C7954F-DE11-8546-8FEC-D4E62FD96BB2}" dt="2025-05-25T15:19:34.890" v="1516" actId="20577"/>
          <ac:spMkLst>
            <pc:docMk/>
            <pc:sldMk cId="2056377831" sldId="450"/>
            <ac:spMk id="11" creationId="{E49957CA-F7ED-7781-635C-6617A95F73C3}"/>
          </ac:spMkLst>
        </pc:spChg>
        <pc:picChg chg="add mod">
          <ac:chgData name="MASITAH BINTI GHAZALI" userId="94db6960-132c-444f-a4d9-23ae1565c350" providerId="ADAL" clId="{76C7954F-DE11-8546-8FEC-D4E62FD96BB2}" dt="2025-05-25T15:19:45.406" v="1519" actId="1076"/>
          <ac:picMkLst>
            <pc:docMk/>
            <pc:sldMk cId="2056377831" sldId="450"/>
            <ac:picMk id="2" creationId="{BA9A7119-E8B0-76F3-E2D7-84784E89D34E}"/>
          </ac:picMkLst>
        </pc:picChg>
        <pc:picChg chg="del">
          <ac:chgData name="MASITAH BINTI GHAZALI" userId="94db6960-132c-444f-a4d9-23ae1565c350" providerId="ADAL" clId="{76C7954F-DE11-8546-8FEC-D4E62FD96BB2}" dt="2025-05-25T15:19:42.515" v="1517" actId="478"/>
          <ac:picMkLst>
            <pc:docMk/>
            <pc:sldMk cId="2056377831" sldId="450"/>
            <ac:picMk id="3" creationId="{CD9F526E-BF57-9470-B4C8-4C6FB1FBA826}"/>
          </ac:picMkLst>
        </pc:picChg>
      </pc:sldChg>
      <pc:sldChg chg="addSp delSp modSp add mod">
        <pc:chgData name="MASITAH BINTI GHAZALI" userId="94db6960-132c-444f-a4d9-23ae1565c350" providerId="ADAL" clId="{76C7954F-DE11-8546-8FEC-D4E62FD96BB2}" dt="2025-05-25T15:20:34.672" v="1545" actId="1076"/>
        <pc:sldMkLst>
          <pc:docMk/>
          <pc:sldMk cId="3819929136" sldId="451"/>
        </pc:sldMkLst>
        <pc:spChg chg="mod">
          <ac:chgData name="MASITAH BINTI GHAZALI" userId="94db6960-132c-444f-a4d9-23ae1565c350" providerId="ADAL" clId="{76C7954F-DE11-8546-8FEC-D4E62FD96BB2}" dt="2025-05-25T15:20:21.553" v="1542" actId="1076"/>
          <ac:spMkLst>
            <pc:docMk/>
            <pc:sldMk cId="3819929136" sldId="451"/>
            <ac:spMk id="11" creationId="{B50521A3-FA6E-BD3B-8801-12AA0D4B99C1}"/>
          </ac:spMkLst>
        </pc:spChg>
        <pc:picChg chg="del">
          <ac:chgData name="MASITAH BINTI GHAZALI" userId="94db6960-132c-444f-a4d9-23ae1565c350" providerId="ADAL" clId="{76C7954F-DE11-8546-8FEC-D4E62FD96BB2}" dt="2025-05-25T15:20:22.869" v="1543" actId="478"/>
          <ac:picMkLst>
            <pc:docMk/>
            <pc:sldMk cId="3819929136" sldId="451"/>
            <ac:picMk id="2" creationId="{28F34F19-511C-8F71-36AB-CF57BBBCC275}"/>
          </ac:picMkLst>
        </pc:picChg>
        <pc:picChg chg="add mod">
          <ac:chgData name="MASITAH BINTI GHAZALI" userId="94db6960-132c-444f-a4d9-23ae1565c350" providerId="ADAL" clId="{76C7954F-DE11-8546-8FEC-D4E62FD96BB2}" dt="2025-05-25T15:20:34.672" v="1545" actId="1076"/>
          <ac:picMkLst>
            <pc:docMk/>
            <pc:sldMk cId="3819929136" sldId="451"/>
            <ac:picMk id="3" creationId="{1A07DF73-A575-0A42-F6D0-A3152DB39D1F}"/>
          </ac:picMkLst>
        </pc:picChg>
        <pc:picChg chg="add mod">
          <ac:chgData name="MASITAH BINTI GHAZALI" userId="94db6960-132c-444f-a4d9-23ae1565c350" providerId="ADAL" clId="{76C7954F-DE11-8546-8FEC-D4E62FD96BB2}" dt="2025-05-25T15:20:34.672" v="1545" actId="1076"/>
          <ac:picMkLst>
            <pc:docMk/>
            <pc:sldMk cId="3819929136" sldId="451"/>
            <ac:picMk id="5" creationId="{73E3AC51-6882-0300-48F9-AD484499FD41}"/>
          </ac:picMkLst>
        </pc:picChg>
      </pc:sldChg>
      <pc:sldChg chg="modSp add mod">
        <pc:chgData name="MASITAH BINTI GHAZALI" userId="94db6960-132c-444f-a4d9-23ae1565c350" providerId="ADAL" clId="{76C7954F-DE11-8546-8FEC-D4E62FD96BB2}" dt="2025-05-25T15:24:19.433" v="1654" actId="404"/>
        <pc:sldMkLst>
          <pc:docMk/>
          <pc:sldMk cId="1606153625" sldId="452"/>
        </pc:sldMkLst>
        <pc:spChg chg="mod">
          <ac:chgData name="MASITAH BINTI GHAZALI" userId="94db6960-132c-444f-a4d9-23ae1565c350" providerId="ADAL" clId="{76C7954F-DE11-8546-8FEC-D4E62FD96BB2}" dt="2025-05-25T15:23:28.374" v="1615" actId="20577"/>
          <ac:spMkLst>
            <pc:docMk/>
            <pc:sldMk cId="1606153625" sldId="452"/>
            <ac:spMk id="11" creationId="{A165E184-FAAE-747D-291C-EFBCD8772CD8}"/>
          </ac:spMkLst>
        </pc:spChg>
        <pc:spChg chg="mod">
          <ac:chgData name="MASITAH BINTI GHAZALI" userId="94db6960-132c-444f-a4d9-23ae1565c350" providerId="ADAL" clId="{76C7954F-DE11-8546-8FEC-D4E62FD96BB2}" dt="2025-05-25T15:24:19.433" v="1654" actId="404"/>
          <ac:spMkLst>
            <pc:docMk/>
            <pc:sldMk cId="1606153625" sldId="452"/>
            <ac:spMk id="24" creationId="{3CE597E5-F727-A9A7-0A3D-8564E86C68E8}"/>
          </ac:spMkLst>
        </pc:spChg>
      </pc:sldChg>
      <pc:sldChg chg="modSp add mod">
        <pc:chgData name="MASITAH BINTI GHAZALI" userId="94db6960-132c-444f-a4d9-23ae1565c350" providerId="ADAL" clId="{76C7954F-DE11-8546-8FEC-D4E62FD96BB2}" dt="2025-05-25T15:23:04.659" v="1582" actId="404"/>
        <pc:sldMkLst>
          <pc:docMk/>
          <pc:sldMk cId="1723519107" sldId="453"/>
        </pc:sldMkLst>
        <pc:spChg chg="mod">
          <ac:chgData name="MASITAH BINTI GHAZALI" userId="94db6960-132c-444f-a4d9-23ae1565c350" providerId="ADAL" clId="{76C7954F-DE11-8546-8FEC-D4E62FD96BB2}" dt="2025-05-25T15:23:04.659" v="1582" actId="404"/>
          <ac:spMkLst>
            <pc:docMk/>
            <pc:sldMk cId="1723519107" sldId="453"/>
            <ac:spMk id="6" creationId="{3FD69105-0C0B-9BBF-6979-0A6657FC913B}"/>
          </ac:spMkLst>
        </pc:spChg>
      </pc:sldChg>
      <pc:sldChg chg="addSp delSp modSp add mod">
        <pc:chgData name="MASITAH BINTI GHAZALI" userId="94db6960-132c-444f-a4d9-23ae1565c350" providerId="ADAL" clId="{76C7954F-DE11-8546-8FEC-D4E62FD96BB2}" dt="2025-05-25T15:27:11.675" v="1773" actId="20577"/>
        <pc:sldMkLst>
          <pc:docMk/>
          <pc:sldMk cId="1842698298" sldId="454"/>
        </pc:sldMkLst>
        <pc:spChg chg="add mod">
          <ac:chgData name="MASITAH BINTI GHAZALI" userId="94db6960-132c-444f-a4d9-23ae1565c350" providerId="ADAL" clId="{76C7954F-DE11-8546-8FEC-D4E62FD96BB2}" dt="2025-05-25T15:26:29.703" v="1755" actId="1076"/>
          <ac:spMkLst>
            <pc:docMk/>
            <pc:sldMk cId="1842698298" sldId="454"/>
            <ac:spMk id="6" creationId="{F170B515-118F-9780-4BBC-8478241A1691}"/>
          </ac:spMkLst>
        </pc:spChg>
        <pc:spChg chg="mod">
          <ac:chgData name="MASITAH BINTI GHAZALI" userId="94db6960-132c-444f-a4d9-23ae1565c350" providerId="ADAL" clId="{76C7954F-DE11-8546-8FEC-D4E62FD96BB2}" dt="2025-05-25T15:27:11.675" v="1773" actId="20577"/>
          <ac:spMkLst>
            <pc:docMk/>
            <pc:sldMk cId="1842698298" sldId="454"/>
            <ac:spMk id="11" creationId="{34540F14-F676-4718-B665-B3C838C90609}"/>
          </ac:spMkLst>
        </pc:spChg>
        <pc:picChg chg="add mod">
          <ac:chgData name="MASITAH BINTI GHAZALI" userId="94db6960-132c-444f-a4d9-23ae1565c350" providerId="ADAL" clId="{76C7954F-DE11-8546-8FEC-D4E62FD96BB2}" dt="2025-05-25T15:26:22.876" v="1754" actId="1076"/>
          <ac:picMkLst>
            <pc:docMk/>
            <pc:sldMk cId="1842698298" sldId="454"/>
            <ac:picMk id="2" creationId="{7CEA1131-1380-0849-1F9C-BADFC4454AB3}"/>
          </ac:picMkLst>
        </pc:picChg>
        <pc:picChg chg="del">
          <ac:chgData name="MASITAH BINTI GHAZALI" userId="94db6960-132c-444f-a4d9-23ae1565c350" providerId="ADAL" clId="{76C7954F-DE11-8546-8FEC-D4E62FD96BB2}" dt="2025-05-25T15:25:06.454" v="1736" actId="478"/>
          <ac:picMkLst>
            <pc:docMk/>
            <pc:sldMk cId="1842698298" sldId="454"/>
            <ac:picMk id="3" creationId="{61EB26CE-6DAC-F713-639F-06FC23C04004}"/>
          </ac:picMkLst>
        </pc:picChg>
        <pc:picChg chg="del">
          <ac:chgData name="MASITAH BINTI GHAZALI" userId="94db6960-132c-444f-a4d9-23ae1565c350" providerId="ADAL" clId="{76C7954F-DE11-8546-8FEC-D4E62FD96BB2}" dt="2025-05-25T15:25:07.648" v="1737" actId="478"/>
          <ac:picMkLst>
            <pc:docMk/>
            <pc:sldMk cId="1842698298" sldId="454"/>
            <ac:picMk id="5" creationId="{2F13DF0B-7B3D-2503-8845-A76365971F28}"/>
          </ac:picMkLst>
        </pc:picChg>
      </pc:sldChg>
      <pc:sldChg chg="addSp delSp modSp add mod">
        <pc:chgData name="MASITAH BINTI GHAZALI" userId="94db6960-132c-444f-a4d9-23ae1565c350" providerId="ADAL" clId="{76C7954F-DE11-8546-8FEC-D4E62FD96BB2}" dt="2025-05-25T15:27:58.279" v="1786" actId="1076"/>
        <pc:sldMkLst>
          <pc:docMk/>
          <pc:sldMk cId="2452242563" sldId="455"/>
        </pc:sldMkLst>
        <pc:spChg chg="add mod">
          <ac:chgData name="MASITAH BINTI GHAZALI" userId="94db6960-132c-444f-a4d9-23ae1565c350" providerId="ADAL" clId="{76C7954F-DE11-8546-8FEC-D4E62FD96BB2}" dt="2025-05-25T15:27:55.868" v="1785" actId="1076"/>
          <ac:spMkLst>
            <pc:docMk/>
            <pc:sldMk cId="2452242563" sldId="455"/>
            <ac:spMk id="5" creationId="{E6EEBE50-B210-BAE2-CD9B-5B334DC1F87F}"/>
          </ac:spMkLst>
        </pc:spChg>
        <pc:spChg chg="del">
          <ac:chgData name="MASITAH BINTI GHAZALI" userId="94db6960-132c-444f-a4d9-23ae1565c350" providerId="ADAL" clId="{76C7954F-DE11-8546-8FEC-D4E62FD96BB2}" dt="2025-05-25T15:27:45.077" v="1778" actId="478"/>
          <ac:spMkLst>
            <pc:docMk/>
            <pc:sldMk cId="2452242563" sldId="455"/>
            <ac:spMk id="6" creationId="{DE8C9122-F385-F2B7-9AAA-91704587D943}"/>
          </ac:spMkLst>
        </pc:spChg>
        <pc:spChg chg="mod">
          <ac:chgData name="MASITAH BINTI GHAZALI" userId="94db6960-132c-444f-a4d9-23ae1565c350" providerId="ADAL" clId="{76C7954F-DE11-8546-8FEC-D4E62FD96BB2}" dt="2025-05-25T15:27:08.726" v="1771" actId="1076"/>
          <ac:spMkLst>
            <pc:docMk/>
            <pc:sldMk cId="2452242563" sldId="455"/>
            <ac:spMk id="11" creationId="{A216F77D-207F-4907-9534-6A776505AB4E}"/>
          </ac:spMkLst>
        </pc:spChg>
        <pc:picChg chg="del">
          <ac:chgData name="MASITAH BINTI GHAZALI" userId="94db6960-132c-444f-a4d9-23ae1565c350" providerId="ADAL" clId="{76C7954F-DE11-8546-8FEC-D4E62FD96BB2}" dt="2025-05-25T15:27:15.163" v="1774" actId="478"/>
          <ac:picMkLst>
            <pc:docMk/>
            <pc:sldMk cId="2452242563" sldId="455"/>
            <ac:picMk id="2" creationId="{477976BB-651E-7BC9-692C-33FFE0F7DABC}"/>
          </ac:picMkLst>
        </pc:picChg>
        <pc:picChg chg="add mod">
          <ac:chgData name="MASITAH BINTI GHAZALI" userId="94db6960-132c-444f-a4d9-23ae1565c350" providerId="ADAL" clId="{76C7954F-DE11-8546-8FEC-D4E62FD96BB2}" dt="2025-05-25T15:27:58.279" v="1786" actId="1076"/>
          <ac:picMkLst>
            <pc:docMk/>
            <pc:sldMk cId="2452242563" sldId="455"/>
            <ac:picMk id="3" creationId="{71157F46-0C82-9EF0-4CEC-CA18A83C56DA}"/>
          </ac:picMkLst>
        </pc:picChg>
      </pc:sldChg>
      <pc:sldChg chg="modSp add mod">
        <pc:chgData name="MASITAH BINTI GHAZALI" userId="94db6960-132c-444f-a4d9-23ae1565c350" providerId="ADAL" clId="{76C7954F-DE11-8546-8FEC-D4E62FD96BB2}" dt="2025-05-25T15:28:43.072" v="1804" actId="404"/>
        <pc:sldMkLst>
          <pc:docMk/>
          <pc:sldMk cId="1638355943" sldId="456"/>
        </pc:sldMkLst>
        <pc:spChg chg="mod">
          <ac:chgData name="MASITAH BINTI GHAZALI" userId="94db6960-132c-444f-a4d9-23ae1565c350" providerId="ADAL" clId="{76C7954F-DE11-8546-8FEC-D4E62FD96BB2}" dt="2025-05-25T15:28:43.072" v="1804" actId="404"/>
          <ac:spMkLst>
            <pc:docMk/>
            <pc:sldMk cId="1638355943" sldId="456"/>
            <ac:spMk id="6" creationId="{C4BA61D2-7996-62CE-6B10-6C2E53CC15E1}"/>
          </ac:spMkLst>
        </pc:spChg>
      </pc:sldChg>
      <pc:sldChg chg="modSp add mod">
        <pc:chgData name="MASITAH BINTI GHAZALI" userId="94db6960-132c-444f-a4d9-23ae1565c350" providerId="ADAL" clId="{76C7954F-DE11-8546-8FEC-D4E62FD96BB2}" dt="2025-05-25T15:29:54.511" v="1870" actId="1076"/>
        <pc:sldMkLst>
          <pc:docMk/>
          <pc:sldMk cId="2457610653" sldId="457"/>
        </pc:sldMkLst>
        <pc:spChg chg="mod">
          <ac:chgData name="MASITAH BINTI GHAZALI" userId="94db6960-132c-444f-a4d9-23ae1565c350" providerId="ADAL" clId="{76C7954F-DE11-8546-8FEC-D4E62FD96BB2}" dt="2025-05-25T15:29:20.092" v="1851" actId="1076"/>
          <ac:spMkLst>
            <pc:docMk/>
            <pc:sldMk cId="2457610653" sldId="457"/>
            <ac:spMk id="11" creationId="{0C803A40-45CF-0C31-9B37-CD35F4BAD791}"/>
          </ac:spMkLst>
        </pc:spChg>
        <pc:spChg chg="mod">
          <ac:chgData name="MASITAH BINTI GHAZALI" userId="94db6960-132c-444f-a4d9-23ae1565c350" providerId="ADAL" clId="{76C7954F-DE11-8546-8FEC-D4E62FD96BB2}" dt="2025-05-25T15:29:54.511" v="1870" actId="1076"/>
          <ac:spMkLst>
            <pc:docMk/>
            <pc:sldMk cId="2457610653" sldId="457"/>
            <ac:spMk id="24" creationId="{A716B0E1-2860-84CD-5FD4-39F0B886B83D}"/>
          </ac:spMkLst>
        </pc:spChg>
      </pc:sldChg>
      <pc:sldChg chg="addSp delSp modSp add mod">
        <pc:chgData name="MASITAH BINTI GHAZALI" userId="94db6960-132c-444f-a4d9-23ae1565c350" providerId="ADAL" clId="{76C7954F-DE11-8546-8FEC-D4E62FD96BB2}" dt="2025-05-25T15:31:09.158" v="1933" actId="1076"/>
        <pc:sldMkLst>
          <pc:docMk/>
          <pc:sldMk cId="3244984848" sldId="458"/>
        </pc:sldMkLst>
        <pc:spChg chg="mod">
          <ac:chgData name="MASITAH BINTI GHAZALI" userId="94db6960-132c-444f-a4d9-23ae1565c350" providerId="ADAL" clId="{76C7954F-DE11-8546-8FEC-D4E62FD96BB2}" dt="2025-05-25T15:31:09.158" v="1933" actId="1076"/>
          <ac:spMkLst>
            <pc:docMk/>
            <pc:sldMk cId="3244984848" sldId="458"/>
            <ac:spMk id="5" creationId="{987EFDFB-A52E-1337-F38F-86B0E564C79A}"/>
          </ac:spMkLst>
        </pc:spChg>
        <pc:spChg chg="mod">
          <ac:chgData name="MASITAH BINTI GHAZALI" userId="94db6960-132c-444f-a4d9-23ae1565c350" providerId="ADAL" clId="{76C7954F-DE11-8546-8FEC-D4E62FD96BB2}" dt="2025-05-25T15:30:41.469" v="1921" actId="20577"/>
          <ac:spMkLst>
            <pc:docMk/>
            <pc:sldMk cId="3244984848" sldId="458"/>
            <ac:spMk id="11" creationId="{3169519F-0476-0CD3-07F9-88CE260E6094}"/>
          </ac:spMkLst>
        </pc:spChg>
        <pc:picChg chg="add mod">
          <ac:chgData name="MASITAH BINTI GHAZALI" userId="94db6960-132c-444f-a4d9-23ae1565c350" providerId="ADAL" clId="{76C7954F-DE11-8546-8FEC-D4E62FD96BB2}" dt="2025-05-25T15:30:29.755" v="1898" actId="1076"/>
          <ac:picMkLst>
            <pc:docMk/>
            <pc:sldMk cId="3244984848" sldId="458"/>
            <ac:picMk id="2" creationId="{D592DF5A-500D-92A5-E9CD-46703809E799}"/>
          </ac:picMkLst>
        </pc:picChg>
        <pc:picChg chg="del">
          <ac:chgData name="MASITAH BINTI GHAZALI" userId="94db6960-132c-444f-a4d9-23ae1565c350" providerId="ADAL" clId="{76C7954F-DE11-8546-8FEC-D4E62FD96BB2}" dt="2025-05-25T15:30:20.077" v="1895" actId="478"/>
          <ac:picMkLst>
            <pc:docMk/>
            <pc:sldMk cId="3244984848" sldId="458"/>
            <ac:picMk id="3" creationId="{47DD47A4-84D6-798D-3D24-739A96275F3E}"/>
          </ac:picMkLst>
        </pc:picChg>
      </pc:sldChg>
      <pc:sldChg chg="addSp delSp modSp add mod">
        <pc:chgData name="MASITAH BINTI GHAZALI" userId="94db6960-132c-444f-a4d9-23ae1565c350" providerId="ADAL" clId="{76C7954F-DE11-8546-8FEC-D4E62FD96BB2}" dt="2025-05-25T15:32:26.942" v="1957" actId="1076"/>
        <pc:sldMkLst>
          <pc:docMk/>
          <pc:sldMk cId="2353299512" sldId="459"/>
        </pc:sldMkLst>
        <pc:spChg chg="del">
          <ac:chgData name="MASITAH BINTI GHAZALI" userId="94db6960-132c-444f-a4d9-23ae1565c350" providerId="ADAL" clId="{76C7954F-DE11-8546-8FEC-D4E62FD96BB2}" dt="2025-05-25T15:32:11.068" v="1947" actId="478"/>
          <ac:spMkLst>
            <pc:docMk/>
            <pc:sldMk cId="2353299512" sldId="459"/>
            <ac:spMk id="5" creationId="{3ABB55C9-D609-71B1-07FE-AE74EED20AC1}"/>
          </ac:spMkLst>
        </pc:spChg>
        <pc:spChg chg="add mod">
          <ac:chgData name="MASITAH BINTI GHAZALI" userId="94db6960-132c-444f-a4d9-23ae1565c350" providerId="ADAL" clId="{76C7954F-DE11-8546-8FEC-D4E62FD96BB2}" dt="2025-05-25T15:32:23.450" v="1955" actId="1076"/>
          <ac:spMkLst>
            <pc:docMk/>
            <pc:sldMk cId="2353299512" sldId="459"/>
            <ac:spMk id="6" creationId="{576626B2-B22B-8E6A-06E7-AF312A276DA8}"/>
          </ac:spMkLst>
        </pc:spChg>
        <pc:spChg chg="mod">
          <ac:chgData name="MASITAH BINTI GHAZALI" userId="94db6960-132c-444f-a4d9-23ae1565c350" providerId="ADAL" clId="{76C7954F-DE11-8546-8FEC-D4E62FD96BB2}" dt="2025-05-25T15:31:47.228" v="1943" actId="20577"/>
          <ac:spMkLst>
            <pc:docMk/>
            <pc:sldMk cId="2353299512" sldId="459"/>
            <ac:spMk id="11" creationId="{40AA6EC5-C169-4697-83EE-2D7646E86C50}"/>
          </ac:spMkLst>
        </pc:spChg>
        <pc:picChg chg="del">
          <ac:chgData name="MASITAH BINTI GHAZALI" userId="94db6960-132c-444f-a4d9-23ae1565c350" providerId="ADAL" clId="{76C7954F-DE11-8546-8FEC-D4E62FD96BB2}" dt="2025-05-25T15:31:59.674" v="1944" actId="478"/>
          <ac:picMkLst>
            <pc:docMk/>
            <pc:sldMk cId="2353299512" sldId="459"/>
            <ac:picMk id="2" creationId="{EED14FB8-E77F-D57F-8E0B-1E136054FEFF}"/>
          </ac:picMkLst>
        </pc:picChg>
        <pc:picChg chg="add mod">
          <ac:chgData name="MASITAH BINTI GHAZALI" userId="94db6960-132c-444f-a4d9-23ae1565c350" providerId="ADAL" clId="{76C7954F-DE11-8546-8FEC-D4E62FD96BB2}" dt="2025-05-25T15:32:26.942" v="1957" actId="1076"/>
          <ac:picMkLst>
            <pc:docMk/>
            <pc:sldMk cId="2353299512" sldId="459"/>
            <ac:picMk id="3" creationId="{5815239C-A1CB-2FDD-0DF7-8118557F0F84}"/>
          </ac:picMkLst>
        </pc:picChg>
      </pc:sldChg>
      <pc:sldChg chg="addSp delSp modSp add mod">
        <pc:chgData name="MASITAH BINTI GHAZALI" userId="94db6960-132c-444f-a4d9-23ae1565c350" providerId="ADAL" clId="{76C7954F-DE11-8546-8FEC-D4E62FD96BB2}" dt="2025-05-25T15:33:57.891" v="1994" actId="1076"/>
        <pc:sldMkLst>
          <pc:docMk/>
          <pc:sldMk cId="2660788343" sldId="460"/>
        </pc:sldMkLst>
        <pc:spChg chg="add mod">
          <ac:chgData name="MASITAH BINTI GHAZALI" userId="94db6960-132c-444f-a4d9-23ae1565c350" providerId="ADAL" clId="{76C7954F-DE11-8546-8FEC-D4E62FD96BB2}" dt="2025-05-25T15:33:57.891" v="1994" actId="1076"/>
          <ac:spMkLst>
            <pc:docMk/>
            <pc:sldMk cId="2660788343" sldId="460"/>
            <ac:spMk id="5" creationId="{41418857-182A-BD7F-242B-AB2A9F3CA530}"/>
          </ac:spMkLst>
        </pc:spChg>
        <pc:spChg chg="del">
          <ac:chgData name="MASITAH BINTI GHAZALI" userId="94db6960-132c-444f-a4d9-23ae1565c350" providerId="ADAL" clId="{76C7954F-DE11-8546-8FEC-D4E62FD96BB2}" dt="2025-05-25T15:33:39.371" v="1983" actId="478"/>
          <ac:spMkLst>
            <pc:docMk/>
            <pc:sldMk cId="2660788343" sldId="460"/>
            <ac:spMk id="6" creationId="{5583F3DA-EA85-5F42-CC8B-B1CA87222BA1}"/>
          </ac:spMkLst>
        </pc:spChg>
        <pc:spChg chg="mod">
          <ac:chgData name="MASITAH BINTI GHAZALI" userId="94db6960-132c-444f-a4d9-23ae1565c350" providerId="ADAL" clId="{76C7954F-DE11-8546-8FEC-D4E62FD96BB2}" dt="2025-05-25T15:33:29.550" v="1982" actId="20577"/>
          <ac:spMkLst>
            <pc:docMk/>
            <pc:sldMk cId="2660788343" sldId="460"/>
            <ac:spMk id="11" creationId="{623C8FBE-B46F-5F81-0605-F7C9C67C95CD}"/>
          </ac:spMkLst>
        </pc:spChg>
        <pc:picChg chg="add mod">
          <ac:chgData name="MASITAH BINTI GHAZALI" userId="94db6960-132c-444f-a4d9-23ae1565c350" providerId="ADAL" clId="{76C7954F-DE11-8546-8FEC-D4E62FD96BB2}" dt="2025-05-25T15:33:53.892" v="1993" actId="1076"/>
          <ac:picMkLst>
            <pc:docMk/>
            <pc:sldMk cId="2660788343" sldId="460"/>
            <ac:picMk id="2" creationId="{69B0AFD4-5F90-BE88-9A4F-B0D7B5ECAA13}"/>
          </ac:picMkLst>
        </pc:picChg>
        <pc:picChg chg="del">
          <ac:chgData name="MASITAH BINTI GHAZALI" userId="94db6960-132c-444f-a4d9-23ae1565c350" providerId="ADAL" clId="{76C7954F-DE11-8546-8FEC-D4E62FD96BB2}" dt="2025-05-25T15:33:02.516" v="1959" actId="478"/>
          <ac:picMkLst>
            <pc:docMk/>
            <pc:sldMk cId="2660788343" sldId="460"/>
            <ac:picMk id="3" creationId="{B536A87C-3856-7A36-B3CB-8782391BE90B}"/>
          </ac:picMkLst>
        </pc:picChg>
      </pc:sldChg>
      <pc:sldChg chg="addSp delSp modSp add mod">
        <pc:chgData name="MASITAH BINTI GHAZALI" userId="94db6960-132c-444f-a4d9-23ae1565c350" providerId="ADAL" clId="{76C7954F-DE11-8546-8FEC-D4E62FD96BB2}" dt="2025-05-25T15:35:04.573" v="2017" actId="1076"/>
        <pc:sldMkLst>
          <pc:docMk/>
          <pc:sldMk cId="1622845642" sldId="461"/>
        </pc:sldMkLst>
        <pc:spChg chg="del">
          <ac:chgData name="MASITAH BINTI GHAZALI" userId="94db6960-132c-444f-a4d9-23ae1565c350" providerId="ADAL" clId="{76C7954F-DE11-8546-8FEC-D4E62FD96BB2}" dt="2025-05-25T15:34:59.821" v="2015" actId="478"/>
          <ac:spMkLst>
            <pc:docMk/>
            <pc:sldMk cId="1622845642" sldId="461"/>
            <ac:spMk id="5" creationId="{29E9974D-4E7F-AE25-6797-56B09D123EC9}"/>
          </ac:spMkLst>
        </pc:spChg>
        <pc:spChg chg="mod">
          <ac:chgData name="MASITAH BINTI GHAZALI" userId="94db6960-132c-444f-a4d9-23ae1565c350" providerId="ADAL" clId="{76C7954F-DE11-8546-8FEC-D4E62FD96BB2}" dt="2025-05-25T15:34:29.996" v="2006" actId="20577"/>
          <ac:spMkLst>
            <pc:docMk/>
            <pc:sldMk cId="1622845642" sldId="461"/>
            <ac:spMk id="11" creationId="{6566A438-9C9A-9F63-1A14-B052FA74023D}"/>
          </ac:spMkLst>
        </pc:spChg>
        <pc:picChg chg="del">
          <ac:chgData name="MASITAH BINTI GHAZALI" userId="94db6960-132c-444f-a4d9-23ae1565c350" providerId="ADAL" clId="{76C7954F-DE11-8546-8FEC-D4E62FD96BB2}" dt="2025-05-25T15:34:32.783" v="2007" actId="478"/>
          <ac:picMkLst>
            <pc:docMk/>
            <pc:sldMk cId="1622845642" sldId="461"/>
            <ac:picMk id="2" creationId="{B83D8635-05AD-3206-5408-780E4639A114}"/>
          </ac:picMkLst>
        </pc:picChg>
        <pc:picChg chg="add mod">
          <ac:chgData name="MASITAH BINTI GHAZALI" userId="94db6960-132c-444f-a4d9-23ae1565c350" providerId="ADAL" clId="{76C7954F-DE11-8546-8FEC-D4E62FD96BB2}" dt="2025-05-25T15:35:01.948" v="2016" actId="1076"/>
          <ac:picMkLst>
            <pc:docMk/>
            <pc:sldMk cId="1622845642" sldId="461"/>
            <ac:picMk id="3" creationId="{C7DD7865-179D-2996-0980-63674AFAAD92}"/>
          </ac:picMkLst>
        </pc:picChg>
        <pc:picChg chg="add mod">
          <ac:chgData name="MASITAH BINTI GHAZALI" userId="94db6960-132c-444f-a4d9-23ae1565c350" providerId="ADAL" clId="{76C7954F-DE11-8546-8FEC-D4E62FD96BB2}" dt="2025-05-25T15:35:04.573" v="2017" actId="1076"/>
          <ac:picMkLst>
            <pc:docMk/>
            <pc:sldMk cId="1622845642" sldId="461"/>
            <ac:picMk id="6" creationId="{D02BD9C4-A5AD-5FFB-60A5-7BE74D17231F}"/>
          </ac:picMkLst>
        </pc:picChg>
      </pc:sldChg>
      <pc:sldChg chg="modSp add mod">
        <pc:chgData name="MASITAH BINTI GHAZALI" userId="94db6960-132c-444f-a4d9-23ae1565c350" providerId="ADAL" clId="{76C7954F-DE11-8546-8FEC-D4E62FD96BB2}" dt="2025-05-25T15:35:57.585" v="2040" actId="20577"/>
        <pc:sldMkLst>
          <pc:docMk/>
          <pc:sldMk cId="379096116" sldId="462"/>
        </pc:sldMkLst>
        <pc:spChg chg="mod">
          <ac:chgData name="MASITAH BINTI GHAZALI" userId="94db6960-132c-444f-a4d9-23ae1565c350" providerId="ADAL" clId="{76C7954F-DE11-8546-8FEC-D4E62FD96BB2}" dt="2025-05-25T15:35:25.195" v="2022" actId="20577"/>
          <ac:spMkLst>
            <pc:docMk/>
            <pc:sldMk cId="379096116" sldId="462"/>
            <ac:spMk id="11" creationId="{93F1C7D2-3240-705D-9548-C5843F89F7CC}"/>
          </ac:spMkLst>
        </pc:spChg>
        <pc:spChg chg="mod">
          <ac:chgData name="MASITAH BINTI GHAZALI" userId="94db6960-132c-444f-a4d9-23ae1565c350" providerId="ADAL" clId="{76C7954F-DE11-8546-8FEC-D4E62FD96BB2}" dt="2025-05-25T15:35:57.585" v="2040" actId="20577"/>
          <ac:spMkLst>
            <pc:docMk/>
            <pc:sldMk cId="379096116" sldId="462"/>
            <ac:spMk id="24" creationId="{7FDD77E8-D6E0-CA92-6E30-80FE9BAB864F}"/>
          </ac:spMkLst>
        </pc:spChg>
      </pc:sldChg>
      <pc:sldChg chg="modSp add del mod">
        <pc:chgData name="MASITAH BINTI GHAZALI" userId="94db6960-132c-444f-a4d9-23ae1565c350" providerId="ADAL" clId="{76C7954F-DE11-8546-8FEC-D4E62FD96BB2}" dt="2025-05-25T15:37:18.875" v="2082" actId="2696"/>
        <pc:sldMkLst>
          <pc:docMk/>
          <pc:sldMk cId="2551767670" sldId="463"/>
        </pc:sldMkLst>
        <pc:spChg chg="mod">
          <ac:chgData name="MASITAH BINTI GHAZALI" userId="94db6960-132c-444f-a4d9-23ae1565c350" providerId="ADAL" clId="{76C7954F-DE11-8546-8FEC-D4E62FD96BB2}" dt="2025-05-25T15:36:24.648" v="2049" actId="20577"/>
          <ac:spMkLst>
            <pc:docMk/>
            <pc:sldMk cId="2551767670" sldId="463"/>
            <ac:spMk id="11" creationId="{2BE9FA65-776F-4F21-038D-79ED790BDBEB}"/>
          </ac:spMkLst>
        </pc:spChg>
        <pc:spChg chg="mod">
          <ac:chgData name="MASITAH BINTI GHAZALI" userId="94db6960-132c-444f-a4d9-23ae1565c350" providerId="ADAL" clId="{76C7954F-DE11-8546-8FEC-D4E62FD96BB2}" dt="2025-05-25T15:36:41.216" v="2061" actId="20577"/>
          <ac:spMkLst>
            <pc:docMk/>
            <pc:sldMk cId="2551767670" sldId="463"/>
            <ac:spMk id="24" creationId="{A5F29248-EB53-B65E-D095-7ED9F2852E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C0A0B-0DD5-4CD4-9112-161D1F3640A5}" type="datetimeFigureOut">
              <a:rPr lang="en-MY" smtClean="0"/>
              <a:t>04/10/2025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F4BD2-F681-4682-A133-A395F45EFB31}" type="slidenum">
              <a:rPr lang="en-MY" smtClean="0"/>
              <a:t>‹#›</a:t>
            </a:fld>
            <a:endParaRPr lang="en-MY"/>
          </a:p>
        </p:txBody>
      </p:sp>
    </p:spTree>
    <p:extLst>
      <p:ext uri="{BB962C8B-B14F-4D97-AF65-F5344CB8AC3E}">
        <p14:creationId xmlns:p14="http://schemas.microsoft.com/office/powerpoint/2010/main" val="5168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47A934-3E89-05AD-D5A0-7A5B35BA2332}"/>
              </a:ext>
            </a:extLst>
          </p:cNvPr>
          <p:cNvPicPr>
            <a:picLocks noChangeAspect="1"/>
          </p:cNvPicPr>
          <p:nvPr userDrawn="1"/>
        </p:nvPicPr>
        <p:blipFill>
          <a:blip r:embed="rId2"/>
          <a:stretch>
            <a:fillRect/>
          </a:stretch>
        </p:blipFill>
        <p:spPr>
          <a:xfrm flipV="1">
            <a:off x="-5939" y="3718377"/>
            <a:ext cx="12192000" cy="3139623"/>
          </a:xfrm>
          <a:prstGeom prst="rect">
            <a:avLst/>
          </a:prstGeom>
        </p:spPr>
      </p:pic>
      <p:pic>
        <p:nvPicPr>
          <p:cNvPr id="22" name="Graphic 21">
            <a:extLst>
              <a:ext uri="{FF2B5EF4-FFF2-40B4-BE49-F238E27FC236}">
                <a16:creationId xmlns:a16="http://schemas.microsoft.com/office/drawing/2014/main" id="{E508D8A1-89F7-FAFD-B2C1-05BE220248E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39" y="0"/>
            <a:ext cx="8736520" cy="6858000"/>
          </a:xfrm>
          <a:prstGeom prst="rect">
            <a:avLst/>
          </a:prstGeom>
        </p:spPr>
      </p:pic>
      <p:pic>
        <p:nvPicPr>
          <p:cNvPr id="13" name="Picture 12" descr="Logo&#10;&#10;Description automatically generated">
            <a:extLst>
              <a:ext uri="{FF2B5EF4-FFF2-40B4-BE49-F238E27FC236}">
                <a16:creationId xmlns:a16="http://schemas.microsoft.com/office/drawing/2014/main" id="{F9298E6D-C367-3666-0F68-F1EE2297B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12346" y="943365"/>
            <a:ext cx="1963312" cy="664029"/>
          </a:xfrm>
          <a:prstGeom prst="rect">
            <a:avLst/>
          </a:prstGeom>
        </p:spPr>
      </p:pic>
      <p:sp>
        <p:nvSpPr>
          <p:cNvPr id="5" name="Picture Placeholder 58">
            <a:extLst>
              <a:ext uri="{FF2B5EF4-FFF2-40B4-BE49-F238E27FC236}">
                <a16:creationId xmlns:a16="http://schemas.microsoft.com/office/drawing/2014/main" id="{E4A24835-5836-BEDC-49A3-504DF24B1D3B}"/>
              </a:ext>
            </a:extLst>
          </p:cNvPr>
          <p:cNvSpPr>
            <a:spLocks noGrp="1"/>
          </p:cNvSpPr>
          <p:nvPr>
            <p:ph type="pic" sz="quarter" idx="10"/>
          </p:nvPr>
        </p:nvSpPr>
        <p:spPr>
          <a:xfrm>
            <a:off x="7093358" y="-16187"/>
            <a:ext cx="5097012" cy="6880967"/>
          </a:xfrm>
          <a:custGeom>
            <a:avLst/>
            <a:gdLst>
              <a:gd name="connsiteX0" fmla="*/ 0 w 7679193"/>
              <a:gd name="connsiteY0" fmla="*/ 3502541 h 7005082"/>
              <a:gd name="connsiteX1" fmla="*/ 1751271 w 7679193"/>
              <a:gd name="connsiteY1" fmla="*/ 2 h 7005082"/>
              <a:gd name="connsiteX2" fmla="*/ 5927923 w 7679193"/>
              <a:gd name="connsiteY2" fmla="*/ 2 h 7005082"/>
              <a:gd name="connsiteX3" fmla="*/ 7679193 w 7679193"/>
              <a:gd name="connsiteY3" fmla="*/ 3502541 h 7005082"/>
              <a:gd name="connsiteX4" fmla="*/ 5927923 w 7679193"/>
              <a:gd name="connsiteY4" fmla="*/ 7005080 h 7005082"/>
              <a:gd name="connsiteX5" fmla="*/ 1751271 w 7679193"/>
              <a:gd name="connsiteY5" fmla="*/ 7005080 h 7005082"/>
              <a:gd name="connsiteX6" fmla="*/ 0 w 7679193"/>
              <a:gd name="connsiteY6" fmla="*/ 3502541 h 7005082"/>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61719 w 7679193"/>
              <a:gd name="connsiteY2" fmla="*/ 23750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490663 h 6993202"/>
              <a:gd name="connsiteX1" fmla="*/ 4221339 w 7679193"/>
              <a:gd name="connsiteY1" fmla="*/ 0 h 6993202"/>
              <a:gd name="connsiteX2" fmla="*/ 7661719 w 7679193"/>
              <a:gd name="connsiteY2" fmla="*/ 11874 h 6993202"/>
              <a:gd name="connsiteX3" fmla="*/ 7679193 w 7679193"/>
              <a:gd name="connsiteY3" fmla="*/ 3490663 h 6993202"/>
              <a:gd name="connsiteX4" fmla="*/ 5927923 w 7679193"/>
              <a:gd name="connsiteY4" fmla="*/ 6993202 h 6993202"/>
              <a:gd name="connsiteX5" fmla="*/ 1751271 w 7679193"/>
              <a:gd name="connsiteY5" fmla="*/ 6993202 h 6993202"/>
              <a:gd name="connsiteX6" fmla="*/ 0 w 7679193"/>
              <a:gd name="connsiteY6" fmla="*/ 3490663 h 6993202"/>
              <a:gd name="connsiteX0" fmla="*/ 0 w 7679193"/>
              <a:gd name="connsiteY0" fmla="*/ 3478789 h 6981328"/>
              <a:gd name="connsiteX1" fmla="*/ 4236579 w 7679193"/>
              <a:gd name="connsiteY1" fmla="*/ 3366 h 6981328"/>
              <a:gd name="connsiteX2" fmla="*/ 7661719 w 7679193"/>
              <a:gd name="connsiteY2" fmla="*/ 0 h 6981328"/>
              <a:gd name="connsiteX3" fmla="*/ 7679193 w 7679193"/>
              <a:gd name="connsiteY3" fmla="*/ 3478789 h 6981328"/>
              <a:gd name="connsiteX4" fmla="*/ 5927923 w 7679193"/>
              <a:gd name="connsiteY4" fmla="*/ 6981328 h 6981328"/>
              <a:gd name="connsiteX5" fmla="*/ 1751271 w 7679193"/>
              <a:gd name="connsiteY5" fmla="*/ 6981328 h 6981328"/>
              <a:gd name="connsiteX6" fmla="*/ 0 w 7679193"/>
              <a:gd name="connsiteY6" fmla="*/ 3478789 h 6981328"/>
              <a:gd name="connsiteX0" fmla="*/ 1898709 w 5927922"/>
              <a:gd name="connsiteY0" fmla="*/ 1794769 h 6981328"/>
              <a:gd name="connsiteX1" fmla="*/ 24853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472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6891062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4176652 w 5916771"/>
              <a:gd name="connsiteY4" fmla="*/ 6981328 h 6981328"/>
              <a:gd name="connsiteX5" fmla="*/ 0 w 5916771"/>
              <a:gd name="connsiteY5" fmla="*/ 6981328 h 6981328"/>
              <a:gd name="connsiteX6" fmla="*/ 1898709 w 5916771"/>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730925 w 5916771"/>
              <a:gd name="connsiteY4" fmla="*/ 6892118 h 6981328"/>
              <a:gd name="connsiteX5" fmla="*/ 0 w 5916771"/>
              <a:gd name="connsiteY5" fmla="*/ 6981328 h 6981328"/>
              <a:gd name="connsiteX6" fmla="*/ 1898709 w 5916771"/>
              <a:gd name="connsiteY6" fmla="*/ 1794769 h 6981328"/>
              <a:gd name="connsiteX0" fmla="*/ 1167784 w 5185846"/>
              <a:gd name="connsiteY0" fmla="*/ 1794769 h 6902214"/>
              <a:gd name="connsiteX1" fmla="*/ 1739143 w 5185846"/>
              <a:gd name="connsiteY1" fmla="*/ 3366 h 6902214"/>
              <a:gd name="connsiteX2" fmla="*/ 5179523 w 5185846"/>
              <a:gd name="connsiteY2" fmla="*/ 0 h 6902214"/>
              <a:gd name="connsiteX3" fmla="*/ 5185846 w 5185846"/>
              <a:gd name="connsiteY3" fmla="*/ 6902214 h 6902214"/>
              <a:gd name="connsiteX4" fmla="*/ 0 w 5185846"/>
              <a:gd name="connsiteY4" fmla="*/ 6892118 h 6902214"/>
              <a:gd name="connsiteX5" fmla="*/ 1700041 w 5185846"/>
              <a:gd name="connsiteY5" fmla="*/ 1818313 h 6902214"/>
              <a:gd name="connsiteX6" fmla="*/ 1167784 w 5185846"/>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44285 w 5130090"/>
              <a:gd name="connsiteY5" fmla="*/ 1818313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08843 w 5130090"/>
              <a:gd name="connsiteY5" fmla="*/ 1789960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097851 w 5130090"/>
              <a:gd name="connsiteY0" fmla="*/ 1808946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097851 w 5130090"/>
              <a:gd name="connsiteY6" fmla="*/ 1808946 h 6902214"/>
              <a:gd name="connsiteX0" fmla="*/ 1069498 w 5101737"/>
              <a:gd name="connsiteY0" fmla="*/ 1808946 h 6902214"/>
              <a:gd name="connsiteX1" fmla="*/ 1655034 w 5101737"/>
              <a:gd name="connsiteY1" fmla="*/ 3366 h 6902214"/>
              <a:gd name="connsiteX2" fmla="*/ 5095414 w 5101737"/>
              <a:gd name="connsiteY2" fmla="*/ 0 h 6902214"/>
              <a:gd name="connsiteX3" fmla="*/ 5101737 w 5101737"/>
              <a:gd name="connsiteY3" fmla="*/ 6902214 h 6902214"/>
              <a:gd name="connsiteX4" fmla="*/ 0 w 5101737"/>
              <a:gd name="connsiteY4" fmla="*/ 6880967 h 6902214"/>
              <a:gd name="connsiteX5" fmla="*/ 1594667 w 5101737"/>
              <a:gd name="connsiteY5" fmla="*/ 1811225 h 6902214"/>
              <a:gd name="connsiteX6" fmla="*/ 1069498 w 5101737"/>
              <a:gd name="connsiteY6" fmla="*/ 1808946 h 6902214"/>
              <a:gd name="connsiteX0" fmla="*/ 1069498 w 5101737"/>
              <a:gd name="connsiteY0" fmla="*/ 1808946 h 6895125"/>
              <a:gd name="connsiteX1" fmla="*/ 1655034 w 5101737"/>
              <a:gd name="connsiteY1" fmla="*/ 3366 h 6895125"/>
              <a:gd name="connsiteX2" fmla="*/ 5095414 w 5101737"/>
              <a:gd name="connsiteY2" fmla="*/ 0 h 6895125"/>
              <a:gd name="connsiteX3" fmla="*/ 5101737 w 5101737"/>
              <a:gd name="connsiteY3" fmla="*/ 6895125 h 6895125"/>
              <a:gd name="connsiteX4" fmla="*/ 0 w 5101737"/>
              <a:gd name="connsiteY4" fmla="*/ 6880967 h 6895125"/>
              <a:gd name="connsiteX5" fmla="*/ 1594667 w 5101737"/>
              <a:gd name="connsiteY5" fmla="*/ 1811225 h 6895125"/>
              <a:gd name="connsiteX6" fmla="*/ 1069498 w 5101737"/>
              <a:gd name="connsiteY6" fmla="*/ 1808946 h 6895125"/>
              <a:gd name="connsiteX0" fmla="*/ 1069498 w 5097012"/>
              <a:gd name="connsiteY0" fmla="*/ 1808946 h 6880967"/>
              <a:gd name="connsiteX1" fmla="*/ 1655034 w 5097012"/>
              <a:gd name="connsiteY1" fmla="*/ 3366 h 6880967"/>
              <a:gd name="connsiteX2" fmla="*/ 5095414 w 5097012"/>
              <a:gd name="connsiteY2" fmla="*/ 0 h 6880967"/>
              <a:gd name="connsiteX3" fmla="*/ 5094649 w 5097012"/>
              <a:gd name="connsiteY3" fmla="*/ 6880948 h 6880967"/>
              <a:gd name="connsiteX4" fmla="*/ 0 w 5097012"/>
              <a:gd name="connsiteY4" fmla="*/ 6880967 h 6880967"/>
              <a:gd name="connsiteX5" fmla="*/ 1594667 w 5097012"/>
              <a:gd name="connsiteY5" fmla="*/ 1811225 h 6880967"/>
              <a:gd name="connsiteX6" fmla="*/ 1069498 w 5097012"/>
              <a:gd name="connsiteY6" fmla="*/ 1808946 h 68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7012" h="6880967">
                <a:moveTo>
                  <a:pt x="1069498" y="1808946"/>
                </a:moveTo>
                <a:lnTo>
                  <a:pt x="1655034" y="3366"/>
                </a:lnTo>
                <a:lnTo>
                  <a:pt x="5095414" y="0"/>
                </a:lnTo>
                <a:cubicBezTo>
                  <a:pt x="5101239" y="1159596"/>
                  <a:pt x="5088824" y="5721352"/>
                  <a:pt x="5094649" y="6880948"/>
                </a:cubicBezTo>
                <a:lnTo>
                  <a:pt x="0" y="6880967"/>
                </a:lnTo>
                <a:lnTo>
                  <a:pt x="1594667" y="1811225"/>
                </a:lnTo>
                <a:lnTo>
                  <a:pt x="1069498" y="1808946"/>
                </a:lnTo>
                <a:close/>
              </a:path>
            </a:pathLst>
          </a:custGeom>
        </p:spPr>
        <p:txBody>
          <a:bodyPr/>
          <a:lstStyle/>
          <a:p>
            <a:endParaRPr lang="en-MY"/>
          </a:p>
        </p:txBody>
      </p:sp>
    </p:spTree>
    <p:extLst>
      <p:ext uri="{BB962C8B-B14F-4D97-AF65-F5344CB8AC3E}">
        <p14:creationId xmlns:p14="http://schemas.microsoft.com/office/powerpoint/2010/main" val="273221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intro">
    <p:bg>
      <p:bgPr>
        <a:solidFill>
          <a:srgbClr val="2C2C2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9DAC918-69A7-1F81-9143-C4470BEA4510}"/>
              </a:ext>
            </a:extLst>
          </p:cNvPr>
          <p:cNvSpPr/>
          <p:nvPr userDrawn="1"/>
        </p:nvSpPr>
        <p:spPr>
          <a:xfrm>
            <a:off x="0" y="0"/>
            <a:ext cx="12192000" cy="6858000"/>
          </a:xfrm>
          <a:prstGeom prst="rect">
            <a:avLst/>
          </a:prstGeom>
          <a:gradFill>
            <a:gsLst>
              <a:gs pos="52000">
                <a:schemeClr val="bg1"/>
              </a:gs>
              <a:gs pos="82000">
                <a:schemeClr val="bg1">
                  <a:lumMod val="95000"/>
                </a:schemeClr>
              </a:gs>
              <a:gs pos="100000">
                <a:schemeClr val="bg1"/>
              </a:gs>
            </a:gsLst>
            <a:lin ang="6000000" scaled="0"/>
          </a:gradFill>
          <a:ln w="71585" cap="flat">
            <a:noFill/>
            <a:prstDash val="solid"/>
            <a:miter/>
          </a:ln>
        </p:spPr>
        <p:txBody>
          <a:bodyPr rtlCol="0" anchor="ctr"/>
          <a:lstStyle/>
          <a:p>
            <a:pPr algn="l"/>
            <a:endParaRPr lang="en-MY"/>
          </a:p>
        </p:txBody>
      </p:sp>
      <p:sp>
        <p:nvSpPr>
          <p:cNvPr id="59" name="Picture Placeholder 58">
            <a:extLst>
              <a:ext uri="{FF2B5EF4-FFF2-40B4-BE49-F238E27FC236}">
                <a16:creationId xmlns:a16="http://schemas.microsoft.com/office/drawing/2014/main" id="{24F89DFC-6C4C-1B65-FADE-ED74049BFD28}"/>
              </a:ext>
            </a:extLst>
          </p:cNvPr>
          <p:cNvSpPr>
            <a:spLocks noGrp="1"/>
          </p:cNvSpPr>
          <p:nvPr>
            <p:ph type="pic" sz="quarter" idx="10"/>
          </p:nvPr>
        </p:nvSpPr>
        <p:spPr>
          <a:xfrm>
            <a:off x="4527052" y="-39938"/>
            <a:ext cx="7679193" cy="7005082"/>
          </a:xfrm>
          <a:custGeom>
            <a:avLst/>
            <a:gdLst>
              <a:gd name="connsiteX0" fmla="*/ 7 w 6342063"/>
              <a:gd name="connsiteY0" fmla="*/ 2636495 h 6902450"/>
              <a:gd name="connsiteX1" fmla="*/ 3171032 w 6342063"/>
              <a:gd name="connsiteY1" fmla="*/ 0 h 6902450"/>
              <a:gd name="connsiteX2" fmla="*/ 6342056 w 6342063"/>
              <a:gd name="connsiteY2" fmla="*/ 2636495 h 6902450"/>
              <a:gd name="connsiteX3" fmla="*/ 5130833 w 6342063"/>
              <a:gd name="connsiteY3" fmla="*/ 6902432 h 6902450"/>
              <a:gd name="connsiteX4" fmla="*/ 1211230 w 6342063"/>
              <a:gd name="connsiteY4" fmla="*/ 6902432 h 6902450"/>
              <a:gd name="connsiteX5" fmla="*/ 7 w 6342063"/>
              <a:gd name="connsiteY5" fmla="*/ 2636495 h 6902450"/>
              <a:gd name="connsiteX0" fmla="*/ 930398 w 7272447"/>
              <a:gd name="connsiteY0" fmla="*/ 2636495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930398 w 7272447"/>
              <a:gd name="connsiteY5" fmla="*/ 2636495 h 6902432"/>
              <a:gd name="connsiteX0" fmla="*/ 3637504 w 7272447"/>
              <a:gd name="connsiteY0" fmla="*/ 25642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3637504 w 7272447"/>
              <a:gd name="connsiteY5" fmla="*/ 25642 h 6902432"/>
              <a:gd name="connsiteX0" fmla="*/ 4022514 w 7657457"/>
              <a:gd name="connsiteY0" fmla="*/ 25642 h 6902432"/>
              <a:gd name="connsiteX1" fmla="*/ 4486433 w 7657457"/>
              <a:gd name="connsiteY1" fmla="*/ 0 h 6902432"/>
              <a:gd name="connsiteX2" fmla="*/ 7657457 w 7657457"/>
              <a:gd name="connsiteY2" fmla="*/ 2636495 h 6902432"/>
              <a:gd name="connsiteX3" fmla="*/ 6446234 w 7657457"/>
              <a:gd name="connsiteY3" fmla="*/ 6902432 h 6902432"/>
              <a:gd name="connsiteX4" fmla="*/ 0 w 7657457"/>
              <a:gd name="connsiteY4" fmla="*/ 6878369 h 6902432"/>
              <a:gd name="connsiteX5" fmla="*/ 4022514 w 7657457"/>
              <a:gd name="connsiteY5" fmla="*/ 25642 h 6902432"/>
              <a:gd name="connsiteX0" fmla="*/ 3842040 w 7657457"/>
              <a:gd name="connsiteY0" fmla="*/ 0 h 6924916"/>
              <a:gd name="connsiteX1" fmla="*/ 4486433 w 7657457"/>
              <a:gd name="connsiteY1" fmla="*/ 22484 h 6924916"/>
              <a:gd name="connsiteX2" fmla="*/ 7657457 w 7657457"/>
              <a:gd name="connsiteY2" fmla="*/ 2658979 h 6924916"/>
              <a:gd name="connsiteX3" fmla="*/ 6446234 w 7657457"/>
              <a:gd name="connsiteY3" fmla="*/ 6924916 h 6924916"/>
              <a:gd name="connsiteX4" fmla="*/ 0 w 7657457"/>
              <a:gd name="connsiteY4" fmla="*/ 6900853 h 6924916"/>
              <a:gd name="connsiteX5" fmla="*/ 3842040 w 7657457"/>
              <a:gd name="connsiteY5" fmla="*/ 0 h 6924916"/>
              <a:gd name="connsiteX0" fmla="*/ 3842040 w 7759022"/>
              <a:gd name="connsiteY0" fmla="*/ 1579 h 6926495"/>
              <a:gd name="connsiteX1" fmla="*/ 7759022 w 7759022"/>
              <a:gd name="connsiteY1" fmla="*/ 0 h 6926495"/>
              <a:gd name="connsiteX2" fmla="*/ 7657457 w 7759022"/>
              <a:gd name="connsiteY2" fmla="*/ 2660558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335232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433385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59545"/>
              <a:gd name="connsiteX1" fmla="*/ 7759022 w 7759022"/>
              <a:gd name="connsiteY1" fmla="*/ 0 h 6959545"/>
              <a:gd name="connsiteX2" fmla="*/ 7758109 w 7759022"/>
              <a:gd name="connsiteY2" fmla="*/ 4333859 h 6959545"/>
              <a:gd name="connsiteX3" fmla="*/ 6258948 w 7759022"/>
              <a:gd name="connsiteY3" fmla="*/ 6959545 h 6959545"/>
              <a:gd name="connsiteX4" fmla="*/ 0 w 7759022"/>
              <a:gd name="connsiteY4" fmla="*/ 6902432 h 6959545"/>
              <a:gd name="connsiteX5" fmla="*/ 3842040 w 7759022"/>
              <a:gd name="connsiteY5" fmla="*/ 1579 h 6959545"/>
              <a:gd name="connsiteX0" fmla="*/ 3842040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3842040 w 7759022"/>
              <a:gd name="connsiteY5" fmla="*/ 1579 h 6990567"/>
              <a:gd name="connsiteX0" fmla="*/ 4125068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4125068 w 7759022"/>
              <a:gd name="connsiteY5" fmla="*/ 1579 h 6990567"/>
              <a:gd name="connsiteX0" fmla="*/ 4023468 w 7657422"/>
              <a:gd name="connsiteY0" fmla="*/ 1579 h 6959545"/>
              <a:gd name="connsiteX1" fmla="*/ 7657422 w 7657422"/>
              <a:gd name="connsiteY1" fmla="*/ 0 h 6959545"/>
              <a:gd name="connsiteX2" fmla="*/ 7656509 w 7657422"/>
              <a:gd name="connsiteY2" fmla="*/ 4333859 h 6959545"/>
              <a:gd name="connsiteX3" fmla="*/ 6157348 w 7657422"/>
              <a:gd name="connsiteY3" fmla="*/ 6959545 h 6959545"/>
              <a:gd name="connsiteX4" fmla="*/ 0 w 7657422"/>
              <a:gd name="connsiteY4" fmla="*/ 6939767 h 6959545"/>
              <a:gd name="connsiteX5" fmla="*/ 4023468 w 7657422"/>
              <a:gd name="connsiteY5" fmla="*/ 1579 h 6959545"/>
              <a:gd name="connsiteX0" fmla="*/ 4045239 w 7679193"/>
              <a:gd name="connsiteY0" fmla="*/ 1579 h 7005082"/>
              <a:gd name="connsiteX1" fmla="*/ 7679193 w 7679193"/>
              <a:gd name="connsiteY1" fmla="*/ 0 h 7005082"/>
              <a:gd name="connsiteX2" fmla="*/ 7678280 w 7679193"/>
              <a:gd name="connsiteY2" fmla="*/ 4333859 h 7005082"/>
              <a:gd name="connsiteX3" fmla="*/ 6179119 w 7679193"/>
              <a:gd name="connsiteY3" fmla="*/ 6959545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707404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801747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63766 w 7679193"/>
              <a:gd name="connsiteY2" fmla="*/ 3804087 h 7005082"/>
              <a:gd name="connsiteX3" fmla="*/ 5801747 w 7679193"/>
              <a:gd name="connsiteY3" fmla="*/ 6988573 h 7005082"/>
              <a:gd name="connsiteX4" fmla="*/ 0 w 7679193"/>
              <a:gd name="connsiteY4" fmla="*/ 7005082 h 7005082"/>
              <a:gd name="connsiteX5" fmla="*/ 4045239 w 7679193"/>
              <a:gd name="connsiteY5" fmla="*/ 1579 h 700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9193" h="7005082">
                <a:moveTo>
                  <a:pt x="4045239" y="1579"/>
                </a:moveTo>
                <a:lnTo>
                  <a:pt x="7679193" y="0"/>
                </a:lnTo>
                <a:cubicBezTo>
                  <a:pt x="7678889" y="1092080"/>
                  <a:pt x="7664070" y="2712007"/>
                  <a:pt x="7663766" y="3804087"/>
                </a:cubicBezTo>
                <a:lnTo>
                  <a:pt x="5801747" y="6988573"/>
                </a:lnTo>
                <a:lnTo>
                  <a:pt x="0" y="7005082"/>
                </a:lnTo>
                <a:lnTo>
                  <a:pt x="4045239" y="1579"/>
                </a:lnTo>
                <a:close/>
              </a:path>
            </a:pathLst>
          </a:custGeom>
        </p:spPr>
        <p:txBody>
          <a:bodyPr/>
          <a:lstStyle/>
          <a:p>
            <a:endParaRPr lang="en-MY"/>
          </a:p>
        </p:txBody>
      </p:sp>
      <p:sp>
        <p:nvSpPr>
          <p:cNvPr id="38" name="Freeform 5">
            <a:extLst>
              <a:ext uri="{FF2B5EF4-FFF2-40B4-BE49-F238E27FC236}">
                <a16:creationId xmlns:a16="http://schemas.microsoft.com/office/drawing/2014/main" id="{A67EEDB7-4D0A-A800-DE28-0C4984B110CA}"/>
              </a:ext>
            </a:extLst>
          </p:cNvPr>
          <p:cNvSpPr>
            <a:spLocks/>
          </p:cNvSpPr>
          <p:nvPr userDrawn="1"/>
        </p:nvSpPr>
        <p:spPr bwMode="auto">
          <a:xfrm>
            <a:off x="876629" y="-15775"/>
            <a:ext cx="7686809" cy="6857999"/>
          </a:xfrm>
          <a:custGeom>
            <a:avLst/>
            <a:gdLst>
              <a:gd name="T0" fmla="*/ 0 w 956"/>
              <a:gd name="T1" fmla="*/ 513 h 801"/>
              <a:gd name="T2" fmla="*/ 0 w 956"/>
              <a:gd name="T3" fmla="*/ 801 h 801"/>
              <a:gd name="T4" fmla="*/ 495 w 956"/>
              <a:gd name="T5" fmla="*/ 801 h 801"/>
              <a:gd name="T6" fmla="*/ 956 w 956"/>
              <a:gd name="T7" fmla="*/ 0 h 801"/>
              <a:gd name="T8" fmla="*/ 290 w 956"/>
              <a:gd name="T9" fmla="*/ 0 h 801"/>
              <a:gd name="T10" fmla="*/ 0 w 956"/>
              <a:gd name="T11" fmla="*/ 513 h 801"/>
              <a:gd name="connsiteX0" fmla="*/ 0 w 10000"/>
              <a:gd name="connsiteY0" fmla="*/ 6404 h 10000"/>
              <a:gd name="connsiteX1" fmla="*/ 0 w 10000"/>
              <a:gd name="connsiteY1" fmla="*/ 10000 h 10000"/>
              <a:gd name="connsiteX2" fmla="*/ 4844 w 10000"/>
              <a:gd name="connsiteY2" fmla="*/ 10000 h 10000"/>
              <a:gd name="connsiteX3" fmla="*/ 10000 w 10000"/>
              <a:gd name="connsiteY3" fmla="*/ 0 h 10000"/>
              <a:gd name="connsiteX4" fmla="*/ 3033 w 10000"/>
              <a:gd name="connsiteY4" fmla="*/ 0 h 10000"/>
              <a:gd name="connsiteX5" fmla="*/ 0 w 10000"/>
              <a:gd name="connsiteY5" fmla="*/ 640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6404"/>
                </a:moveTo>
                <a:lnTo>
                  <a:pt x="0" y="10000"/>
                </a:lnTo>
                <a:lnTo>
                  <a:pt x="4844" y="10000"/>
                </a:lnTo>
                <a:lnTo>
                  <a:pt x="10000" y="0"/>
                </a:lnTo>
                <a:lnTo>
                  <a:pt x="3033" y="0"/>
                </a:lnTo>
                <a:lnTo>
                  <a:pt x="0" y="6404"/>
                </a:lnTo>
                <a:close/>
              </a:path>
            </a:pathLst>
          </a:custGeom>
          <a:gradFill>
            <a:gsLst>
              <a:gs pos="5000">
                <a:srgbClr val="2C2C2C"/>
              </a:gs>
              <a:gs pos="62000">
                <a:schemeClr val="tx2">
                  <a:lumMod val="50000"/>
                  <a:lumOff val="50000"/>
                </a:schemeClr>
              </a:gs>
              <a:gs pos="100000">
                <a:schemeClr val="bg1">
                  <a:lumMod val="50000"/>
                </a:schemeClr>
              </a:gs>
            </a:gsLst>
            <a:lin ang="6000000" scaled="0"/>
          </a:gra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5">
            <a:extLst>
              <a:ext uri="{FF2B5EF4-FFF2-40B4-BE49-F238E27FC236}">
                <a16:creationId xmlns:a16="http://schemas.microsoft.com/office/drawing/2014/main" id="{33CB460A-39A9-54F6-0195-13B362A33766}"/>
              </a:ext>
            </a:extLst>
          </p:cNvPr>
          <p:cNvSpPr>
            <a:spLocks/>
          </p:cNvSpPr>
          <p:nvPr userDrawn="1"/>
        </p:nvSpPr>
        <p:spPr bwMode="auto">
          <a:xfrm>
            <a:off x="-32223" y="-14401"/>
            <a:ext cx="8108976" cy="6902576"/>
          </a:xfrm>
          <a:custGeom>
            <a:avLst/>
            <a:gdLst>
              <a:gd name="T0" fmla="*/ 0 w 722"/>
              <a:gd name="T1" fmla="*/ 0 h 796"/>
              <a:gd name="T2" fmla="*/ 722 w 722"/>
              <a:gd name="T3" fmla="*/ 0 h 796"/>
              <a:gd name="T4" fmla="*/ 273 w 722"/>
              <a:gd name="T5" fmla="*/ 796 h 796"/>
              <a:gd name="T6" fmla="*/ 0 w 722"/>
              <a:gd name="T7" fmla="*/ 796 h 796"/>
              <a:gd name="T8" fmla="*/ 0 w 722"/>
              <a:gd name="T9" fmla="*/ 0 h 796"/>
              <a:gd name="connsiteX0" fmla="*/ 0 w 10000"/>
              <a:gd name="connsiteY0" fmla="*/ 0 h 10000"/>
              <a:gd name="connsiteX1" fmla="*/ 10000 w 10000"/>
              <a:gd name="connsiteY1" fmla="*/ 0 h 10000"/>
              <a:gd name="connsiteX2" fmla="*/ 6231 w 10000"/>
              <a:gd name="connsiteY2" fmla="*/ 9977 h 10000"/>
              <a:gd name="connsiteX3" fmla="*/ 0 w 10000"/>
              <a:gd name="connsiteY3" fmla="*/ 10000 h 10000"/>
              <a:gd name="connsiteX4" fmla="*/ 0 w 10000"/>
              <a:gd name="connsiteY4" fmla="*/ 0 h 10000"/>
              <a:gd name="connsiteX0" fmla="*/ 0 w 12115"/>
              <a:gd name="connsiteY0" fmla="*/ 23 h 10023"/>
              <a:gd name="connsiteX1" fmla="*/ 12115 w 12115"/>
              <a:gd name="connsiteY1" fmla="*/ 0 h 10023"/>
              <a:gd name="connsiteX2" fmla="*/ 6231 w 12115"/>
              <a:gd name="connsiteY2" fmla="*/ 10000 h 10023"/>
              <a:gd name="connsiteX3" fmla="*/ 0 w 12115"/>
              <a:gd name="connsiteY3" fmla="*/ 10023 h 10023"/>
              <a:gd name="connsiteX4" fmla="*/ 0 w 12115"/>
              <a:gd name="connsiteY4" fmla="*/ 23 h 10023"/>
              <a:gd name="connsiteX0" fmla="*/ 0 w 12270"/>
              <a:gd name="connsiteY0" fmla="*/ 46 h 10046"/>
              <a:gd name="connsiteX1" fmla="*/ 12270 w 12270"/>
              <a:gd name="connsiteY1" fmla="*/ 0 h 10046"/>
              <a:gd name="connsiteX2" fmla="*/ 6231 w 12270"/>
              <a:gd name="connsiteY2" fmla="*/ 10023 h 10046"/>
              <a:gd name="connsiteX3" fmla="*/ 0 w 12270"/>
              <a:gd name="connsiteY3" fmla="*/ 10046 h 10046"/>
              <a:gd name="connsiteX4" fmla="*/ 0 w 12270"/>
              <a:gd name="connsiteY4" fmla="*/ 46 h 10046"/>
              <a:gd name="connsiteX0" fmla="*/ 0 w 12451"/>
              <a:gd name="connsiteY0" fmla="*/ 23 h 10023"/>
              <a:gd name="connsiteX1" fmla="*/ 12451 w 12451"/>
              <a:gd name="connsiteY1" fmla="*/ 0 h 10023"/>
              <a:gd name="connsiteX2" fmla="*/ 6231 w 12451"/>
              <a:gd name="connsiteY2" fmla="*/ 10000 h 10023"/>
              <a:gd name="connsiteX3" fmla="*/ 0 w 12451"/>
              <a:gd name="connsiteY3" fmla="*/ 10023 h 10023"/>
              <a:gd name="connsiteX4" fmla="*/ 0 w 12451"/>
              <a:gd name="connsiteY4" fmla="*/ 23 h 10023"/>
              <a:gd name="connsiteX0" fmla="*/ 0 w 12606"/>
              <a:gd name="connsiteY0" fmla="*/ 23 h 10023"/>
              <a:gd name="connsiteX1" fmla="*/ 12606 w 12606"/>
              <a:gd name="connsiteY1" fmla="*/ 0 h 10023"/>
              <a:gd name="connsiteX2" fmla="*/ 6231 w 12606"/>
              <a:gd name="connsiteY2" fmla="*/ 10000 h 10023"/>
              <a:gd name="connsiteX3" fmla="*/ 0 w 12606"/>
              <a:gd name="connsiteY3" fmla="*/ 10023 h 10023"/>
              <a:gd name="connsiteX4" fmla="*/ 0 w 12606"/>
              <a:gd name="connsiteY4" fmla="*/ 23 h 10023"/>
              <a:gd name="connsiteX0" fmla="*/ 1496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1496 w 14102"/>
              <a:gd name="connsiteY4" fmla="*/ 23 h 10046"/>
              <a:gd name="connsiteX0" fmla="*/ 52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52 w 14102"/>
              <a:gd name="connsiteY4" fmla="*/ 23 h 10046"/>
              <a:gd name="connsiteX0" fmla="*/ 52 w 14102"/>
              <a:gd name="connsiteY0" fmla="*/ 23 h 10046"/>
              <a:gd name="connsiteX1" fmla="*/ 14102 w 14102"/>
              <a:gd name="connsiteY1" fmla="*/ 0 h 10046"/>
              <a:gd name="connsiteX2" fmla="*/ 7762 w 14102"/>
              <a:gd name="connsiteY2" fmla="*/ 10016 h 10046"/>
              <a:gd name="connsiteX3" fmla="*/ 0 w 14102"/>
              <a:gd name="connsiteY3" fmla="*/ 10046 h 10046"/>
              <a:gd name="connsiteX4" fmla="*/ 52 w 14102"/>
              <a:gd name="connsiteY4" fmla="*/ 23 h 10046"/>
              <a:gd name="connsiteX0" fmla="*/ 52 w 16864"/>
              <a:gd name="connsiteY0" fmla="*/ 3 h 10026"/>
              <a:gd name="connsiteX1" fmla="*/ 16864 w 16864"/>
              <a:gd name="connsiteY1" fmla="*/ 0 h 10026"/>
              <a:gd name="connsiteX2" fmla="*/ 7762 w 16864"/>
              <a:gd name="connsiteY2" fmla="*/ 9996 h 10026"/>
              <a:gd name="connsiteX3" fmla="*/ 0 w 16864"/>
              <a:gd name="connsiteY3" fmla="*/ 10026 h 10026"/>
              <a:gd name="connsiteX4" fmla="*/ 52 w 16864"/>
              <a:gd name="connsiteY4" fmla="*/ 3 h 10026"/>
              <a:gd name="connsiteX0" fmla="*/ 52 w 16864"/>
              <a:gd name="connsiteY0" fmla="*/ 3 h 10036"/>
              <a:gd name="connsiteX1" fmla="*/ 16864 w 16864"/>
              <a:gd name="connsiteY1" fmla="*/ 0 h 10036"/>
              <a:gd name="connsiteX2" fmla="*/ 10479 w 16864"/>
              <a:gd name="connsiteY2" fmla="*/ 10036 h 10036"/>
              <a:gd name="connsiteX3" fmla="*/ 0 w 16864"/>
              <a:gd name="connsiteY3" fmla="*/ 10026 h 10036"/>
              <a:gd name="connsiteX4" fmla="*/ 52 w 16864"/>
              <a:gd name="connsiteY4" fmla="*/ 3 h 10036"/>
              <a:gd name="connsiteX0" fmla="*/ 52 w 17532"/>
              <a:gd name="connsiteY0" fmla="*/ 3 h 10036"/>
              <a:gd name="connsiteX1" fmla="*/ 17532 w 17532"/>
              <a:gd name="connsiteY1" fmla="*/ 0 h 10036"/>
              <a:gd name="connsiteX2" fmla="*/ 10479 w 17532"/>
              <a:gd name="connsiteY2" fmla="*/ 10036 h 10036"/>
              <a:gd name="connsiteX3" fmla="*/ 0 w 17532"/>
              <a:gd name="connsiteY3" fmla="*/ 10026 h 10036"/>
              <a:gd name="connsiteX4" fmla="*/ 52 w 17532"/>
              <a:gd name="connsiteY4" fmla="*/ 3 h 10036"/>
              <a:gd name="connsiteX0" fmla="*/ 52 w 17532"/>
              <a:gd name="connsiteY0" fmla="*/ 3 h 10026"/>
              <a:gd name="connsiteX1" fmla="*/ 17532 w 17532"/>
              <a:gd name="connsiteY1" fmla="*/ 0 h 10026"/>
              <a:gd name="connsiteX2" fmla="*/ 11014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081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52 w 17532"/>
              <a:gd name="connsiteY4" fmla="*/ 3 h 10026"/>
              <a:gd name="connsiteX0" fmla="*/ 19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19 w 17532"/>
              <a:gd name="connsiteY4" fmla="*/ 3 h 10026"/>
              <a:gd name="connsiteX0" fmla="*/ 19 w 17543"/>
              <a:gd name="connsiteY0" fmla="*/ 13 h 10036"/>
              <a:gd name="connsiteX1" fmla="*/ 17543 w 17543"/>
              <a:gd name="connsiteY1" fmla="*/ 0 h 10036"/>
              <a:gd name="connsiteX2" fmla="*/ 11215 w 17543"/>
              <a:gd name="connsiteY2" fmla="*/ 10005 h 10036"/>
              <a:gd name="connsiteX3" fmla="*/ 0 w 17543"/>
              <a:gd name="connsiteY3" fmla="*/ 10036 h 10036"/>
              <a:gd name="connsiteX4" fmla="*/ 19 w 17543"/>
              <a:gd name="connsiteY4" fmla="*/ 13 h 10036"/>
              <a:gd name="connsiteX0" fmla="*/ 8 w 17543"/>
              <a:gd name="connsiteY0" fmla="*/ 0 h 10044"/>
              <a:gd name="connsiteX1" fmla="*/ 17543 w 17543"/>
              <a:gd name="connsiteY1" fmla="*/ 8 h 10044"/>
              <a:gd name="connsiteX2" fmla="*/ 11215 w 17543"/>
              <a:gd name="connsiteY2" fmla="*/ 10013 h 10044"/>
              <a:gd name="connsiteX3" fmla="*/ 0 w 17543"/>
              <a:gd name="connsiteY3" fmla="*/ 10044 h 10044"/>
              <a:gd name="connsiteX4" fmla="*/ 8 w 17543"/>
              <a:gd name="connsiteY4" fmla="*/ 0 h 10044"/>
              <a:gd name="connsiteX0" fmla="*/ 8 w 11215"/>
              <a:gd name="connsiteY0" fmla="*/ 27 h 10071"/>
              <a:gd name="connsiteX1" fmla="*/ 10522 w 11215"/>
              <a:gd name="connsiteY1" fmla="*/ 0 h 10071"/>
              <a:gd name="connsiteX2" fmla="*/ 11215 w 11215"/>
              <a:gd name="connsiteY2" fmla="*/ 10040 h 10071"/>
              <a:gd name="connsiteX3" fmla="*/ 0 w 11215"/>
              <a:gd name="connsiteY3" fmla="*/ 10071 h 10071"/>
              <a:gd name="connsiteX4" fmla="*/ 8 w 11215"/>
              <a:gd name="connsiteY4" fmla="*/ 27 h 10071"/>
              <a:gd name="connsiteX0" fmla="*/ 8 w 10522"/>
              <a:gd name="connsiteY0" fmla="*/ 27 h 10075"/>
              <a:gd name="connsiteX1" fmla="*/ 10522 w 10522"/>
              <a:gd name="connsiteY1" fmla="*/ 0 h 10075"/>
              <a:gd name="connsiteX2" fmla="*/ 6940 w 10522"/>
              <a:gd name="connsiteY2" fmla="*/ 10075 h 10075"/>
              <a:gd name="connsiteX3" fmla="*/ 0 w 10522"/>
              <a:gd name="connsiteY3" fmla="*/ 10071 h 10075"/>
              <a:gd name="connsiteX4" fmla="*/ 8 w 10522"/>
              <a:gd name="connsiteY4" fmla="*/ 27 h 10075"/>
              <a:gd name="connsiteX0" fmla="*/ 8 w 13036"/>
              <a:gd name="connsiteY0" fmla="*/ 0 h 10048"/>
              <a:gd name="connsiteX1" fmla="*/ 13036 w 13036"/>
              <a:gd name="connsiteY1" fmla="*/ 26 h 10048"/>
              <a:gd name="connsiteX2" fmla="*/ 6940 w 13036"/>
              <a:gd name="connsiteY2" fmla="*/ 10048 h 10048"/>
              <a:gd name="connsiteX3" fmla="*/ 0 w 13036"/>
              <a:gd name="connsiteY3" fmla="*/ 10044 h 10048"/>
              <a:gd name="connsiteX4" fmla="*/ 8 w 13036"/>
              <a:gd name="connsiteY4" fmla="*/ 0 h 10048"/>
              <a:gd name="connsiteX0" fmla="*/ 8 w 13036"/>
              <a:gd name="connsiteY0" fmla="*/ 0 h 10044"/>
              <a:gd name="connsiteX1" fmla="*/ 13036 w 13036"/>
              <a:gd name="connsiteY1" fmla="*/ 26 h 10044"/>
              <a:gd name="connsiteX2" fmla="*/ 6882 w 13036"/>
              <a:gd name="connsiteY2" fmla="*/ 10030 h 10044"/>
              <a:gd name="connsiteX3" fmla="*/ 0 w 13036"/>
              <a:gd name="connsiteY3" fmla="*/ 10044 h 10044"/>
              <a:gd name="connsiteX4" fmla="*/ 8 w 13036"/>
              <a:gd name="connsiteY4" fmla="*/ 0 h 10044"/>
              <a:gd name="connsiteX0" fmla="*/ 8 w 13036"/>
              <a:gd name="connsiteY0" fmla="*/ 0 h 10065"/>
              <a:gd name="connsiteX1" fmla="*/ 13036 w 13036"/>
              <a:gd name="connsiteY1" fmla="*/ 26 h 10065"/>
              <a:gd name="connsiteX2" fmla="*/ 6689 w 13036"/>
              <a:gd name="connsiteY2" fmla="*/ 10065 h 10065"/>
              <a:gd name="connsiteX3" fmla="*/ 0 w 13036"/>
              <a:gd name="connsiteY3" fmla="*/ 10044 h 10065"/>
              <a:gd name="connsiteX4" fmla="*/ 8 w 13036"/>
              <a:gd name="connsiteY4" fmla="*/ 0 h 1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6" h="10065">
                <a:moveTo>
                  <a:pt x="8" y="0"/>
                </a:moveTo>
                <a:lnTo>
                  <a:pt x="13036" y="26"/>
                </a:lnTo>
                <a:lnTo>
                  <a:pt x="6689" y="10065"/>
                </a:lnTo>
                <a:lnTo>
                  <a:pt x="0" y="10044"/>
                </a:lnTo>
                <a:cubicBezTo>
                  <a:pt x="17" y="6703"/>
                  <a:pt x="-9" y="3341"/>
                  <a:pt x="8" y="0"/>
                </a:cubicBezTo>
                <a:close/>
              </a:path>
            </a:pathLst>
          </a:custGeom>
          <a:gradFill>
            <a:gsLst>
              <a:gs pos="52000">
                <a:schemeClr val="tx1">
                  <a:lumMod val="75000"/>
                  <a:lumOff val="25000"/>
                </a:schemeClr>
              </a:gs>
              <a:gs pos="82000">
                <a:srgbClr val="5A5A5A"/>
              </a:gs>
              <a:gs pos="100000">
                <a:srgbClr val="5F5F5F"/>
              </a:gs>
            </a:gsLst>
            <a:lin ang="30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3" name="Freeform 6">
            <a:extLst>
              <a:ext uri="{FF2B5EF4-FFF2-40B4-BE49-F238E27FC236}">
                <a16:creationId xmlns:a16="http://schemas.microsoft.com/office/drawing/2014/main" id="{5D4E811A-68E1-6A97-C96E-3F27C8F76BE0}"/>
              </a:ext>
            </a:extLst>
          </p:cNvPr>
          <p:cNvSpPr>
            <a:spLocks/>
          </p:cNvSpPr>
          <p:nvPr userDrawn="1"/>
        </p:nvSpPr>
        <p:spPr bwMode="auto">
          <a:xfrm>
            <a:off x="2209176" y="3456710"/>
            <a:ext cx="4299176" cy="3429000"/>
          </a:xfrm>
          <a:custGeom>
            <a:avLst/>
            <a:gdLst>
              <a:gd name="T0" fmla="*/ 499 w 499"/>
              <a:gd name="T1" fmla="*/ 0 h 398"/>
              <a:gd name="T2" fmla="*/ 226 w 499"/>
              <a:gd name="T3" fmla="*/ 0 h 398"/>
              <a:gd name="T4" fmla="*/ 0 w 499"/>
              <a:gd name="T5" fmla="*/ 398 h 398"/>
              <a:gd name="T6" fmla="*/ 273 w 499"/>
              <a:gd name="T7" fmla="*/ 398 h 398"/>
              <a:gd name="T8" fmla="*/ 499 w 499"/>
              <a:gd name="T9" fmla="*/ 0 h 398"/>
            </a:gdLst>
            <a:ahLst/>
            <a:cxnLst>
              <a:cxn ang="0">
                <a:pos x="T0" y="T1"/>
              </a:cxn>
              <a:cxn ang="0">
                <a:pos x="T2" y="T3"/>
              </a:cxn>
              <a:cxn ang="0">
                <a:pos x="T4" y="T5"/>
              </a:cxn>
              <a:cxn ang="0">
                <a:pos x="T6" y="T7"/>
              </a:cxn>
              <a:cxn ang="0">
                <a:pos x="T8" y="T9"/>
              </a:cxn>
            </a:cxnLst>
            <a:rect l="0" t="0" r="r" b="b"/>
            <a:pathLst>
              <a:path w="499" h="398">
                <a:moveTo>
                  <a:pt x="499" y="0"/>
                </a:moveTo>
                <a:lnTo>
                  <a:pt x="226" y="0"/>
                </a:lnTo>
                <a:lnTo>
                  <a:pt x="0" y="398"/>
                </a:lnTo>
                <a:lnTo>
                  <a:pt x="273" y="398"/>
                </a:lnTo>
                <a:lnTo>
                  <a:pt x="499" y="0"/>
                </a:lnTo>
                <a:close/>
              </a:path>
            </a:pathLst>
          </a:custGeom>
          <a:gradFill>
            <a:gsLst>
              <a:gs pos="100000">
                <a:schemeClr val="bg1">
                  <a:lumMod val="75000"/>
                </a:schemeClr>
              </a:gs>
              <a:gs pos="68000">
                <a:schemeClr val="tx2">
                  <a:lumMod val="50000"/>
                  <a:lumOff val="50000"/>
                </a:schemeClr>
              </a:gs>
              <a:gs pos="0">
                <a:schemeClr val="tx1">
                  <a:lumMod val="65000"/>
                  <a:lumOff val="35000"/>
                </a:schemeClr>
              </a:gs>
            </a:gsLst>
            <a:lin ang="54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4" name="Freeform 7">
            <a:extLst>
              <a:ext uri="{FF2B5EF4-FFF2-40B4-BE49-F238E27FC236}">
                <a16:creationId xmlns:a16="http://schemas.microsoft.com/office/drawing/2014/main" id="{CF0C25A0-646B-916D-80E6-B03039928697}"/>
              </a:ext>
            </a:extLst>
          </p:cNvPr>
          <p:cNvSpPr>
            <a:spLocks/>
          </p:cNvSpPr>
          <p:nvPr userDrawn="1"/>
        </p:nvSpPr>
        <p:spPr bwMode="auto">
          <a:xfrm>
            <a:off x="3960220" y="3450562"/>
            <a:ext cx="2619136" cy="3429000"/>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Lst>
            <a:ahLst/>
            <a:cxnLst>
              <a:cxn ang="0">
                <a:pos x="T0" y="T1"/>
              </a:cxn>
              <a:cxn ang="0">
                <a:pos x="T2" y="T3"/>
              </a:cxn>
              <a:cxn ang="0">
                <a:pos x="T4" y="T5"/>
              </a:cxn>
              <a:cxn ang="0">
                <a:pos x="T6" y="T7"/>
              </a:cxn>
              <a:cxn ang="0">
                <a:pos x="T8" y="T9"/>
              </a:cxn>
            </a:cxnLst>
            <a:rect l="0" t="0" r="r" b="b"/>
            <a:pathLst>
              <a:path w="304" h="398">
                <a:moveTo>
                  <a:pt x="0" y="398"/>
                </a:moveTo>
                <a:lnTo>
                  <a:pt x="74" y="398"/>
                </a:lnTo>
                <a:lnTo>
                  <a:pt x="304" y="0"/>
                </a:lnTo>
                <a:lnTo>
                  <a:pt x="223" y="0"/>
                </a:lnTo>
                <a:lnTo>
                  <a:pt x="0" y="398"/>
                </a:lnTo>
                <a:close/>
              </a:path>
            </a:pathLst>
          </a:custGeom>
          <a:solidFill>
            <a:schemeClr val="bg1">
              <a:lumMod val="6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
        <p:nvSpPr>
          <p:cNvPr id="35" name="Freeform 8">
            <a:extLst>
              <a:ext uri="{FF2B5EF4-FFF2-40B4-BE49-F238E27FC236}">
                <a16:creationId xmlns:a16="http://schemas.microsoft.com/office/drawing/2014/main" id="{C4A6C08A-1102-22D6-CDC7-F94643959DC1}"/>
              </a:ext>
            </a:extLst>
          </p:cNvPr>
          <p:cNvSpPr>
            <a:spLocks/>
          </p:cNvSpPr>
          <p:nvPr userDrawn="1"/>
        </p:nvSpPr>
        <p:spPr bwMode="auto">
          <a:xfrm>
            <a:off x="10367888" y="3713311"/>
            <a:ext cx="1835121" cy="3144689"/>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pic>
        <p:nvPicPr>
          <p:cNvPr id="27" name="Picture 26" descr="Logo&#10;&#10;Description automatically generated">
            <a:extLst>
              <a:ext uri="{FF2B5EF4-FFF2-40B4-BE49-F238E27FC236}">
                <a16:creationId xmlns:a16="http://schemas.microsoft.com/office/drawing/2014/main" id="{AFD0B610-2095-390B-36E3-2861E97A12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6097" y="970721"/>
            <a:ext cx="1963312" cy="664029"/>
          </a:xfrm>
          <a:prstGeom prst="rect">
            <a:avLst/>
          </a:prstGeom>
        </p:spPr>
      </p:pic>
      <p:sp>
        <p:nvSpPr>
          <p:cNvPr id="40" name="Diagonal Stripe 39">
            <a:extLst>
              <a:ext uri="{FF2B5EF4-FFF2-40B4-BE49-F238E27FC236}">
                <a16:creationId xmlns:a16="http://schemas.microsoft.com/office/drawing/2014/main" id="{ABD29FDD-D53B-A316-CE9E-C0BB1690ADF0}"/>
              </a:ext>
            </a:extLst>
          </p:cNvPr>
          <p:cNvSpPr/>
          <p:nvPr userDrawn="1"/>
        </p:nvSpPr>
        <p:spPr>
          <a:xfrm rot="175485">
            <a:off x="1821520" y="4675411"/>
            <a:ext cx="2314796" cy="2272379"/>
          </a:xfrm>
          <a:custGeom>
            <a:avLst/>
            <a:gdLst>
              <a:gd name="connsiteX0" fmla="*/ 0 w 2262277"/>
              <a:gd name="connsiteY0" fmla="*/ 2214205 h 4428410"/>
              <a:gd name="connsiteX1" fmla="*/ 1131139 w 2262277"/>
              <a:gd name="connsiteY1" fmla="*/ 0 h 4428410"/>
              <a:gd name="connsiteX2" fmla="*/ 2262277 w 2262277"/>
              <a:gd name="connsiteY2" fmla="*/ 0 h 4428410"/>
              <a:gd name="connsiteX3" fmla="*/ 0 w 2262277"/>
              <a:gd name="connsiteY3" fmla="*/ 4428410 h 4428410"/>
              <a:gd name="connsiteX4" fmla="*/ 0 w 2262277"/>
              <a:gd name="connsiteY4" fmla="*/ 2214205 h 4428410"/>
              <a:gd name="connsiteX0" fmla="*/ 0 w 2262277"/>
              <a:gd name="connsiteY0" fmla="*/ 2214205 h 2708951"/>
              <a:gd name="connsiteX1" fmla="*/ 1131139 w 2262277"/>
              <a:gd name="connsiteY1" fmla="*/ 0 h 2708951"/>
              <a:gd name="connsiteX2" fmla="*/ 2262277 w 2262277"/>
              <a:gd name="connsiteY2" fmla="*/ 0 h 2708951"/>
              <a:gd name="connsiteX3" fmla="*/ 799998 w 2262277"/>
              <a:gd name="connsiteY3" fmla="*/ 2708951 h 2708951"/>
              <a:gd name="connsiteX4" fmla="*/ 0 w 2262277"/>
              <a:gd name="connsiteY4" fmla="*/ 2214205 h 2708951"/>
              <a:gd name="connsiteX0" fmla="*/ 0 w 2262277"/>
              <a:gd name="connsiteY0" fmla="*/ 2214205 h 2214205"/>
              <a:gd name="connsiteX1" fmla="*/ 1131139 w 2262277"/>
              <a:gd name="connsiteY1" fmla="*/ 0 h 2214205"/>
              <a:gd name="connsiteX2" fmla="*/ 2262277 w 2262277"/>
              <a:gd name="connsiteY2" fmla="*/ 0 h 2214205"/>
              <a:gd name="connsiteX3" fmla="*/ 1174394 w 2262277"/>
              <a:gd name="connsiteY3" fmla="*/ 2162664 h 2214205"/>
              <a:gd name="connsiteX4" fmla="*/ 0 w 2262277"/>
              <a:gd name="connsiteY4" fmla="*/ 2214205 h 2214205"/>
              <a:gd name="connsiteX0" fmla="*/ 0 w 2314796"/>
              <a:gd name="connsiteY0" fmla="*/ 2272379 h 2272379"/>
              <a:gd name="connsiteX1" fmla="*/ 1183658 w 2314796"/>
              <a:gd name="connsiteY1" fmla="*/ 0 h 2272379"/>
              <a:gd name="connsiteX2" fmla="*/ 2314796 w 2314796"/>
              <a:gd name="connsiteY2" fmla="*/ 0 h 2272379"/>
              <a:gd name="connsiteX3" fmla="*/ 1226913 w 2314796"/>
              <a:gd name="connsiteY3" fmla="*/ 2162664 h 2272379"/>
              <a:gd name="connsiteX4" fmla="*/ 0 w 2314796"/>
              <a:gd name="connsiteY4" fmla="*/ 2272379 h 227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796" h="2272379">
                <a:moveTo>
                  <a:pt x="0" y="2272379"/>
                </a:moveTo>
                <a:lnTo>
                  <a:pt x="1183658" y="0"/>
                </a:lnTo>
                <a:lnTo>
                  <a:pt x="2314796" y="0"/>
                </a:lnTo>
                <a:lnTo>
                  <a:pt x="1226913" y="2162664"/>
                </a:lnTo>
                <a:lnTo>
                  <a:pt x="0" y="2272379"/>
                </a:lnTo>
                <a:close/>
              </a:path>
            </a:pathLst>
          </a:custGeom>
          <a:solidFill>
            <a:schemeClr val="bg1">
              <a:lumMod val="7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46" name="Freeform 8">
            <a:extLst>
              <a:ext uri="{FF2B5EF4-FFF2-40B4-BE49-F238E27FC236}">
                <a16:creationId xmlns:a16="http://schemas.microsoft.com/office/drawing/2014/main" id="{324D19CD-B969-9A41-96FD-3C48671D55E3}"/>
              </a:ext>
            </a:extLst>
          </p:cNvPr>
          <p:cNvSpPr>
            <a:spLocks/>
          </p:cNvSpPr>
          <p:nvPr userDrawn="1"/>
        </p:nvSpPr>
        <p:spPr bwMode="auto">
          <a:xfrm rot="10800000">
            <a:off x="0" y="5616"/>
            <a:ext cx="1317018" cy="2121303"/>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50" name="Freeform 7">
            <a:extLst>
              <a:ext uri="{FF2B5EF4-FFF2-40B4-BE49-F238E27FC236}">
                <a16:creationId xmlns:a16="http://schemas.microsoft.com/office/drawing/2014/main" id="{0A2D9FB8-C727-0DEB-593D-6A0268E96FC9}"/>
              </a:ext>
            </a:extLst>
          </p:cNvPr>
          <p:cNvSpPr>
            <a:spLocks/>
          </p:cNvSpPr>
          <p:nvPr userDrawn="1"/>
        </p:nvSpPr>
        <p:spPr bwMode="auto">
          <a:xfrm>
            <a:off x="10469449" y="3095152"/>
            <a:ext cx="1758053" cy="3140035"/>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 name="connsiteX0" fmla="*/ 0 w 10000"/>
              <a:gd name="connsiteY0" fmla="*/ 10000 h 10000"/>
              <a:gd name="connsiteX1" fmla="*/ 2434 w 10000"/>
              <a:gd name="connsiteY1" fmla="*/ 10000 h 10000"/>
              <a:gd name="connsiteX2" fmla="*/ 10000 w 10000"/>
              <a:gd name="connsiteY2" fmla="*/ 0 h 10000"/>
              <a:gd name="connsiteX3" fmla="*/ 6202 w 10000"/>
              <a:gd name="connsiteY3" fmla="*/ 1468 h 10000"/>
              <a:gd name="connsiteX4" fmla="*/ 0 w 10000"/>
              <a:gd name="connsiteY4" fmla="*/ 10000 h 10000"/>
              <a:gd name="connsiteX0" fmla="*/ 0 w 6254"/>
              <a:gd name="connsiteY0" fmla="*/ 8532 h 8532"/>
              <a:gd name="connsiteX1" fmla="*/ 2434 w 6254"/>
              <a:gd name="connsiteY1" fmla="*/ 8532 h 8532"/>
              <a:gd name="connsiteX2" fmla="*/ 6254 w 6254"/>
              <a:gd name="connsiteY2" fmla="*/ 3388 h 8532"/>
              <a:gd name="connsiteX3" fmla="*/ 6202 w 6254"/>
              <a:gd name="connsiteY3" fmla="*/ 0 h 8532"/>
              <a:gd name="connsiteX4" fmla="*/ 0 w 6254"/>
              <a:gd name="connsiteY4" fmla="*/ 8532 h 8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 h="8532">
                <a:moveTo>
                  <a:pt x="0" y="8532"/>
                </a:moveTo>
                <a:lnTo>
                  <a:pt x="2434" y="8532"/>
                </a:lnTo>
                <a:lnTo>
                  <a:pt x="6254" y="3388"/>
                </a:lnTo>
                <a:cubicBezTo>
                  <a:pt x="6237" y="2259"/>
                  <a:pt x="6219" y="1129"/>
                  <a:pt x="6202" y="0"/>
                </a:cubicBezTo>
                <a:lnTo>
                  <a:pt x="0" y="8532"/>
                </a:lnTo>
                <a:close/>
              </a:path>
            </a:pathLst>
          </a:custGeom>
          <a:solidFill>
            <a:srgbClr val="A6A6A6"/>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Tree>
    <p:extLst>
      <p:ext uri="{BB962C8B-B14F-4D97-AF65-F5344CB8AC3E}">
        <p14:creationId xmlns:p14="http://schemas.microsoft.com/office/powerpoint/2010/main" val="181223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_0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F209197-5B03-3CAB-F2C4-DC93EB13BA43}"/>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7" name="Footer Placeholder 6">
            <a:extLst>
              <a:ext uri="{FF2B5EF4-FFF2-40B4-BE49-F238E27FC236}">
                <a16:creationId xmlns:a16="http://schemas.microsoft.com/office/drawing/2014/main" id="{9CBA1C1F-29AE-DA6E-A103-FEB58C507FE6}"/>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903A43F0-FAB0-EB23-6D56-32DE4381249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Title 8">
            <a:extLst>
              <a:ext uri="{FF2B5EF4-FFF2-40B4-BE49-F238E27FC236}">
                <a16:creationId xmlns:a16="http://schemas.microsoft.com/office/drawing/2014/main" id="{C7E2F138-F467-9B3A-16DD-3501AE105817}"/>
              </a:ext>
            </a:extLst>
          </p:cNvPr>
          <p:cNvSpPr>
            <a:spLocks noGrp="1"/>
          </p:cNvSpPr>
          <p:nvPr>
            <p:ph type="title"/>
          </p:nvPr>
        </p:nvSpPr>
        <p:spPr>
          <a:xfrm>
            <a:off x="4612640" y="921703"/>
            <a:ext cx="7081520" cy="1325563"/>
          </a:xfrm>
        </p:spPr>
        <p:txBody>
          <a:bodyPr/>
          <a:lstStyle/>
          <a:p>
            <a:r>
              <a:rPr lang="en-US"/>
              <a:t>Click to edit Master title style</a:t>
            </a:r>
            <a:endParaRPr lang="en-MY"/>
          </a:p>
        </p:txBody>
      </p:sp>
      <p:sp>
        <p:nvSpPr>
          <p:cNvPr id="10" name="Rectangle 9">
            <a:extLst>
              <a:ext uri="{FF2B5EF4-FFF2-40B4-BE49-F238E27FC236}">
                <a16:creationId xmlns:a16="http://schemas.microsoft.com/office/drawing/2014/main" id="{C004EF5E-20B7-12DB-D863-48833C32BD39}"/>
              </a:ext>
            </a:extLst>
          </p:cNvPr>
          <p:cNvSpPr/>
          <p:nvPr userDrawn="1"/>
        </p:nvSpPr>
        <p:spPr>
          <a:xfrm rot="10800000">
            <a:off x="-1" y="1719943"/>
            <a:ext cx="622301" cy="309558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2" name="Text Placeholder 11">
            <a:extLst>
              <a:ext uri="{FF2B5EF4-FFF2-40B4-BE49-F238E27FC236}">
                <a16:creationId xmlns:a16="http://schemas.microsoft.com/office/drawing/2014/main" id="{16DC78ED-462E-4ABB-181F-9D1A16009AE2}"/>
              </a:ext>
            </a:extLst>
          </p:cNvPr>
          <p:cNvSpPr>
            <a:spLocks noGrp="1"/>
          </p:cNvSpPr>
          <p:nvPr>
            <p:ph type="body" sz="quarter" idx="12"/>
          </p:nvPr>
        </p:nvSpPr>
        <p:spPr>
          <a:xfrm>
            <a:off x="4612641" y="2573973"/>
            <a:ext cx="7081520" cy="2626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3" name="Picture Placeholder 2">
            <a:extLst>
              <a:ext uri="{FF2B5EF4-FFF2-40B4-BE49-F238E27FC236}">
                <a16:creationId xmlns:a16="http://schemas.microsoft.com/office/drawing/2014/main" id="{4CDDBD3A-27D0-26DD-0032-C1DE757FF013}"/>
              </a:ext>
            </a:extLst>
          </p:cNvPr>
          <p:cNvSpPr>
            <a:spLocks noGrp="1"/>
          </p:cNvSpPr>
          <p:nvPr>
            <p:ph type="pic" sz="quarter" idx="13"/>
          </p:nvPr>
        </p:nvSpPr>
        <p:spPr>
          <a:xfrm>
            <a:off x="1228724" y="921703"/>
            <a:ext cx="2905785" cy="427863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69499 w 2905125"/>
              <a:gd name="connsiteY2" fmla="*/ 1330689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91271 w 2905125"/>
              <a:gd name="connsiteY2" fmla="*/ 1323432 h 4278630"/>
              <a:gd name="connsiteX3" fmla="*/ 2905125 w 2905125"/>
              <a:gd name="connsiteY3" fmla="*/ 4278630 h 4278630"/>
              <a:gd name="connsiteX4" fmla="*/ 0 w 2905125"/>
              <a:gd name="connsiteY4" fmla="*/ 4278630 h 4278630"/>
              <a:gd name="connsiteX5" fmla="*/ 0 w 2905125"/>
              <a:gd name="connsiteY5" fmla="*/ 0 h 4278630"/>
              <a:gd name="connsiteX0" fmla="*/ 0 w 2905785"/>
              <a:gd name="connsiteY0" fmla="*/ 0 h 4278630"/>
              <a:gd name="connsiteX1" fmla="*/ 2049449 w 2905785"/>
              <a:gd name="connsiteY1" fmla="*/ 0 h 4278630"/>
              <a:gd name="connsiteX2" fmla="*/ 2905785 w 2905785"/>
              <a:gd name="connsiteY2" fmla="*/ 1330689 h 4278630"/>
              <a:gd name="connsiteX3" fmla="*/ 2905125 w 2905785"/>
              <a:gd name="connsiteY3" fmla="*/ 4278630 h 4278630"/>
              <a:gd name="connsiteX4" fmla="*/ 0 w 2905785"/>
              <a:gd name="connsiteY4" fmla="*/ 4278630 h 4278630"/>
              <a:gd name="connsiteX5" fmla="*/ 0 w 2905785"/>
              <a:gd name="connsiteY5" fmla="*/ 0 h 427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5785" h="4278630">
                <a:moveTo>
                  <a:pt x="0" y="0"/>
                </a:moveTo>
                <a:lnTo>
                  <a:pt x="2049449" y="0"/>
                </a:lnTo>
                <a:lnTo>
                  <a:pt x="2905785" y="1330689"/>
                </a:lnTo>
                <a:lnTo>
                  <a:pt x="2905125" y="4278630"/>
                </a:lnTo>
                <a:lnTo>
                  <a:pt x="0" y="4278630"/>
                </a:lnTo>
                <a:lnTo>
                  <a:pt x="0" y="0"/>
                </a:lnTo>
                <a:close/>
              </a:path>
            </a:pathLst>
          </a:custGeom>
        </p:spPr>
        <p:txBody>
          <a:bodyPr/>
          <a:lstStyle/>
          <a:p>
            <a:endParaRPr lang="en-MY"/>
          </a:p>
        </p:txBody>
      </p:sp>
      <p:pic>
        <p:nvPicPr>
          <p:cNvPr id="13" name="Picture 12" descr="Logo&#10;&#10;Description automatically generated">
            <a:extLst>
              <a:ext uri="{FF2B5EF4-FFF2-40B4-BE49-F238E27FC236}">
                <a16:creationId xmlns:a16="http://schemas.microsoft.com/office/drawing/2014/main" id="{847847F8-C089-4AEF-C431-C6509AC01A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649665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Layout_02">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7049-D09A-FC97-5AE3-7684D9970CD2}"/>
              </a:ext>
            </a:extLst>
          </p:cNvPr>
          <p:cNvSpPr>
            <a:spLocks noGrp="1"/>
          </p:cNvSpPr>
          <p:nvPr>
            <p:ph type="title"/>
          </p:nvPr>
        </p:nvSpPr>
        <p:spPr>
          <a:xfrm>
            <a:off x="838200" y="295161"/>
            <a:ext cx="10515600" cy="1325563"/>
          </a:xfrm>
        </p:spPr>
        <p:txBody>
          <a:bodyPr/>
          <a:lstStyle>
            <a:lvl1pPr algn="ctr">
              <a:defRPr>
                <a:solidFill>
                  <a:schemeClr val="tx1">
                    <a:lumMod val="65000"/>
                    <a:lumOff val="35000"/>
                  </a:schemeClr>
                </a:solidFill>
              </a:defRPr>
            </a:lvl1pPr>
          </a:lstStyle>
          <a:p>
            <a:r>
              <a:rPr lang="en-US"/>
              <a:t>Click to edit Master title style</a:t>
            </a:r>
            <a:endParaRPr lang="en-MY"/>
          </a:p>
        </p:txBody>
      </p:sp>
      <p:sp>
        <p:nvSpPr>
          <p:cNvPr id="6" name="Footer Placeholder 5">
            <a:extLst>
              <a:ext uri="{FF2B5EF4-FFF2-40B4-BE49-F238E27FC236}">
                <a16:creationId xmlns:a16="http://schemas.microsoft.com/office/drawing/2014/main" id="{C40CA447-4B33-14A4-A8B3-A50941C7FA6D}"/>
              </a:ext>
            </a:extLst>
          </p:cNvPr>
          <p:cNvSpPr>
            <a:spLocks noGrp="1"/>
          </p:cNvSpPr>
          <p:nvPr>
            <p:ph type="ftr" sz="quarter" idx="10"/>
          </p:nvPr>
        </p:nvSpPr>
        <p:spPr/>
        <p:txBody>
          <a:bodyPr/>
          <a:lstStyle/>
          <a:p>
            <a:endParaRPr lang="en-MY"/>
          </a:p>
        </p:txBody>
      </p:sp>
      <p:sp>
        <p:nvSpPr>
          <p:cNvPr id="7" name="Slide Number Placeholder 6">
            <a:extLst>
              <a:ext uri="{FF2B5EF4-FFF2-40B4-BE49-F238E27FC236}">
                <a16:creationId xmlns:a16="http://schemas.microsoft.com/office/drawing/2014/main" id="{C9180811-CF70-450A-27A7-6650EC921EA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5" name="Diagonal Stripe 4">
            <a:extLst>
              <a:ext uri="{FF2B5EF4-FFF2-40B4-BE49-F238E27FC236}">
                <a16:creationId xmlns:a16="http://schemas.microsoft.com/office/drawing/2014/main" id="{8DC6A165-7707-B831-4D31-547D2097E0C0}"/>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pic>
        <p:nvPicPr>
          <p:cNvPr id="9" name="Picture 8" descr="Logo&#10;&#10;Description automatically generated">
            <a:extLst>
              <a:ext uri="{FF2B5EF4-FFF2-40B4-BE49-F238E27FC236}">
                <a16:creationId xmlns:a16="http://schemas.microsoft.com/office/drawing/2014/main" id="{7C2E61BC-4260-06A6-E9F0-F6A586DC649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888550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_03">
    <p:bg>
      <p:bgPr>
        <a:solidFill>
          <a:srgbClr val="C04C4C"/>
        </a:solidFill>
        <a:effectLst/>
      </p:bgPr>
    </p:bg>
    <p:spTree>
      <p:nvGrpSpPr>
        <p:cNvPr id="1" name=""/>
        <p:cNvGrpSpPr/>
        <p:nvPr/>
      </p:nvGrpSpPr>
      <p:grpSpPr>
        <a:xfrm>
          <a:off x="0" y="0"/>
          <a:ext cx="0" cy="0"/>
          <a:chOff x="0" y="0"/>
          <a:chExt cx="0" cy="0"/>
        </a:xfrm>
      </p:grpSpPr>
      <p:sp>
        <p:nvSpPr>
          <p:cNvPr id="11" name="Freeform 88">
            <a:extLst>
              <a:ext uri="{FF2B5EF4-FFF2-40B4-BE49-F238E27FC236}">
                <a16:creationId xmlns:a16="http://schemas.microsoft.com/office/drawing/2014/main" id="{2EC006B8-36F2-B291-87A1-3D4528A9F2D9}"/>
              </a:ext>
            </a:extLst>
          </p:cNvPr>
          <p:cNvSpPr>
            <a:spLocks noEditPoints="1"/>
          </p:cNvSpPr>
          <p:nvPr userDrawn="1"/>
        </p:nvSpPr>
        <p:spPr bwMode="auto">
          <a:xfrm rot="13500000">
            <a:off x="2009576" y="364092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ooter Placeholder 6">
            <a:extLst>
              <a:ext uri="{FF2B5EF4-FFF2-40B4-BE49-F238E27FC236}">
                <a16:creationId xmlns:a16="http://schemas.microsoft.com/office/drawing/2014/main" id="{8D376308-4430-17DE-55D8-C62E713A416C}"/>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D9F87F34-3A4F-BEE8-D6A3-75E86F6048D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7" name="Rectangle 16">
            <a:extLst>
              <a:ext uri="{FF2B5EF4-FFF2-40B4-BE49-F238E27FC236}">
                <a16:creationId xmlns:a16="http://schemas.microsoft.com/office/drawing/2014/main" id="{AB1995BA-762F-0E75-164E-C2DC8E53AF1E}"/>
              </a:ext>
            </a:extLst>
          </p:cNvPr>
          <p:cNvSpPr/>
          <p:nvPr userDrawn="1"/>
        </p:nvSpPr>
        <p:spPr>
          <a:xfrm>
            <a:off x="7293428" y="0"/>
            <a:ext cx="4365171" cy="6858000"/>
          </a:xfrm>
          <a:prstGeom prst="rect">
            <a:avLst/>
          </a:prstGeom>
          <a:solidFill>
            <a:schemeClr val="bg1">
              <a:lumMod val="95000"/>
            </a:schemeClr>
          </a:solidFill>
          <a:ln>
            <a:noFill/>
          </a:ln>
          <a:effectLst>
            <a:outerShdw blurRad="431800" dist="508000" dir="786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19" name="Group 18">
            <a:extLst>
              <a:ext uri="{FF2B5EF4-FFF2-40B4-BE49-F238E27FC236}">
                <a16:creationId xmlns:a16="http://schemas.microsoft.com/office/drawing/2014/main" id="{A8344EBC-0EE1-6D60-DD13-A025929EB2A2}"/>
              </a:ext>
            </a:extLst>
          </p:cNvPr>
          <p:cNvGrpSpPr/>
          <p:nvPr userDrawn="1"/>
        </p:nvGrpSpPr>
        <p:grpSpPr>
          <a:xfrm rot="10800000">
            <a:off x="9169016" y="6004017"/>
            <a:ext cx="613993" cy="75107"/>
            <a:chOff x="-1587" y="4763"/>
            <a:chExt cx="300037" cy="42862"/>
          </a:xfrm>
          <a:solidFill>
            <a:srgbClr val="C04C4C"/>
          </a:solidFill>
        </p:grpSpPr>
        <p:sp>
          <p:nvSpPr>
            <p:cNvPr id="20" name="Oval 13">
              <a:extLst>
                <a:ext uri="{FF2B5EF4-FFF2-40B4-BE49-F238E27FC236}">
                  <a16:creationId xmlns:a16="http://schemas.microsoft.com/office/drawing/2014/main" id="{BCD5BC98-703E-C5F4-6A62-09FCC6A36DB8}"/>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1" name="Oval 14">
              <a:extLst>
                <a:ext uri="{FF2B5EF4-FFF2-40B4-BE49-F238E27FC236}">
                  <a16:creationId xmlns:a16="http://schemas.microsoft.com/office/drawing/2014/main" id="{ECA11C4B-3AD6-EB59-443E-E2E20B42D274}"/>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2" name="Oval 15">
              <a:extLst>
                <a:ext uri="{FF2B5EF4-FFF2-40B4-BE49-F238E27FC236}">
                  <a16:creationId xmlns:a16="http://schemas.microsoft.com/office/drawing/2014/main" id="{080E09A2-A318-7937-F507-9F4F1573C372}"/>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3" name="Oval 16">
              <a:extLst>
                <a:ext uri="{FF2B5EF4-FFF2-40B4-BE49-F238E27FC236}">
                  <a16:creationId xmlns:a16="http://schemas.microsoft.com/office/drawing/2014/main" id="{806198F1-CD00-115B-03EB-DA6337A9FA51}"/>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24" name="Title 23">
            <a:extLst>
              <a:ext uri="{FF2B5EF4-FFF2-40B4-BE49-F238E27FC236}">
                <a16:creationId xmlns:a16="http://schemas.microsoft.com/office/drawing/2014/main" id="{814EC3F6-24D4-D885-5046-3A3D68236E2E}"/>
              </a:ext>
            </a:extLst>
          </p:cNvPr>
          <p:cNvSpPr>
            <a:spLocks noGrp="1"/>
          </p:cNvSpPr>
          <p:nvPr>
            <p:ph type="title"/>
          </p:nvPr>
        </p:nvSpPr>
        <p:spPr>
          <a:xfrm>
            <a:off x="326572" y="1388382"/>
            <a:ext cx="6672943" cy="1325563"/>
          </a:xfrm>
        </p:spPr>
        <p:txBody>
          <a:bodyPr/>
          <a:lstStyle>
            <a:lvl1pPr>
              <a:defRPr>
                <a:solidFill>
                  <a:schemeClr val="bg1"/>
                </a:solidFill>
              </a:defRPr>
            </a:lvl1pPr>
          </a:lstStyle>
          <a:p>
            <a:r>
              <a:rPr lang="en-US" dirty="0"/>
              <a:t>Click to edit Master title style</a:t>
            </a:r>
            <a:endParaRPr lang="en-MY" dirty="0"/>
          </a:p>
        </p:txBody>
      </p:sp>
      <p:sp>
        <p:nvSpPr>
          <p:cNvPr id="12" name="Freeform 88">
            <a:extLst>
              <a:ext uri="{FF2B5EF4-FFF2-40B4-BE49-F238E27FC236}">
                <a16:creationId xmlns:a16="http://schemas.microsoft.com/office/drawing/2014/main" id="{FFE63D60-4033-0963-0257-340E61B3359D}"/>
              </a:ext>
            </a:extLst>
          </p:cNvPr>
          <p:cNvSpPr>
            <a:spLocks noEditPoints="1"/>
          </p:cNvSpPr>
          <p:nvPr userDrawn="1"/>
        </p:nvSpPr>
        <p:spPr bwMode="auto">
          <a:xfrm rot="16200000">
            <a:off x="5061976" y="2610139"/>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7833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_04">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C5600A4-3E4E-EC47-12EA-B6310B747A8B}"/>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6" name="Rectangle 15">
            <a:extLst>
              <a:ext uri="{FF2B5EF4-FFF2-40B4-BE49-F238E27FC236}">
                <a16:creationId xmlns:a16="http://schemas.microsoft.com/office/drawing/2014/main" id="{7ABC459D-A688-50A7-E022-E57A39DF24C8}"/>
              </a:ext>
            </a:extLst>
          </p:cNvPr>
          <p:cNvSpPr/>
          <p:nvPr userDrawn="1"/>
        </p:nvSpPr>
        <p:spPr>
          <a:xfrm>
            <a:off x="729342" y="0"/>
            <a:ext cx="4285887" cy="6237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8" name="Footer Placeholder 7">
            <a:extLst>
              <a:ext uri="{FF2B5EF4-FFF2-40B4-BE49-F238E27FC236}">
                <a16:creationId xmlns:a16="http://schemas.microsoft.com/office/drawing/2014/main" id="{1642AE79-79E4-0073-0455-4CDA30AD8F65}"/>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6954D628-8D81-1CDE-6D27-24AB85F650D6}"/>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11" name="Group 10">
            <a:extLst>
              <a:ext uri="{FF2B5EF4-FFF2-40B4-BE49-F238E27FC236}">
                <a16:creationId xmlns:a16="http://schemas.microsoft.com/office/drawing/2014/main" id="{9C2342FF-69D1-829A-9394-7FDD7C8DC0D8}"/>
              </a:ext>
            </a:extLst>
          </p:cNvPr>
          <p:cNvGrpSpPr/>
          <p:nvPr userDrawn="1"/>
        </p:nvGrpSpPr>
        <p:grpSpPr>
          <a:xfrm>
            <a:off x="2561933" y="419857"/>
            <a:ext cx="613993" cy="75107"/>
            <a:chOff x="-1587" y="4763"/>
            <a:chExt cx="300037" cy="42862"/>
          </a:xfrm>
          <a:solidFill>
            <a:srgbClr val="C04C4C"/>
          </a:solidFill>
        </p:grpSpPr>
        <p:sp>
          <p:nvSpPr>
            <p:cNvPr id="12" name="Oval 13">
              <a:extLst>
                <a:ext uri="{FF2B5EF4-FFF2-40B4-BE49-F238E27FC236}">
                  <a16:creationId xmlns:a16="http://schemas.microsoft.com/office/drawing/2014/main" id="{23262089-B548-7EB2-7E11-8E96F2D4ECA1}"/>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3" name="Oval 14">
              <a:extLst>
                <a:ext uri="{FF2B5EF4-FFF2-40B4-BE49-F238E27FC236}">
                  <a16:creationId xmlns:a16="http://schemas.microsoft.com/office/drawing/2014/main" id="{E939BD00-47B2-AF84-6481-FC6D266B933A}"/>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4" name="Oval 15">
              <a:extLst>
                <a:ext uri="{FF2B5EF4-FFF2-40B4-BE49-F238E27FC236}">
                  <a16:creationId xmlns:a16="http://schemas.microsoft.com/office/drawing/2014/main" id="{3247BFCB-8D78-A506-7B1C-F4FFA425C85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5" name="Oval 16">
              <a:extLst>
                <a:ext uri="{FF2B5EF4-FFF2-40B4-BE49-F238E27FC236}">
                  <a16:creationId xmlns:a16="http://schemas.microsoft.com/office/drawing/2014/main" id="{B4410486-EA59-BC01-71A7-DDAC2A1EA4CB}"/>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18" name="Title 17">
            <a:extLst>
              <a:ext uri="{FF2B5EF4-FFF2-40B4-BE49-F238E27FC236}">
                <a16:creationId xmlns:a16="http://schemas.microsoft.com/office/drawing/2014/main" id="{B3FE10FD-D9C0-C344-A74A-C6F10F75D789}"/>
              </a:ext>
            </a:extLst>
          </p:cNvPr>
          <p:cNvSpPr>
            <a:spLocks noGrp="1"/>
          </p:cNvSpPr>
          <p:nvPr>
            <p:ph type="title"/>
          </p:nvPr>
        </p:nvSpPr>
        <p:spPr>
          <a:xfrm>
            <a:off x="1008176" y="2103437"/>
            <a:ext cx="3815716" cy="1325563"/>
          </a:xfrm>
        </p:spPr>
        <p:txBody>
          <a:bodyPr/>
          <a:lstStyle>
            <a:lvl1pPr algn="ctr">
              <a:defRPr/>
            </a:lvl1pPr>
          </a:lstStyle>
          <a:p>
            <a:r>
              <a:rPr lang="en-US"/>
              <a:t>Click to edit Master title style</a:t>
            </a:r>
            <a:endParaRPr lang="en-MY"/>
          </a:p>
        </p:txBody>
      </p:sp>
    </p:spTree>
    <p:extLst>
      <p:ext uri="{BB962C8B-B14F-4D97-AF65-F5344CB8AC3E}">
        <p14:creationId xmlns:p14="http://schemas.microsoft.com/office/powerpoint/2010/main" val="3603164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_05">
    <p:bg>
      <p:bgPr>
        <a:solidFill>
          <a:srgbClr val="C04C4C"/>
        </a:solidFill>
        <a:effectLst/>
      </p:bgPr>
    </p:bg>
    <p:spTree>
      <p:nvGrpSpPr>
        <p:cNvPr id="1" name=""/>
        <p:cNvGrpSpPr/>
        <p:nvPr/>
      </p:nvGrpSpPr>
      <p:grpSpPr>
        <a:xfrm>
          <a:off x="0" y="0"/>
          <a:ext cx="0" cy="0"/>
          <a:chOff x="0" y="0"/>
          <a:chExt cx="0" cy="0"/>
        </a:xfrm>
      </p:grpSpPr>
      <p:sp>
        <p:nvSpPr>
          <p:cNvPr id="14" name="Freeform 16">
            <a:extLst>
              <a:ext uri="{FF2B5EF4-FFF2-40B4-BE49-F238E27FC236}">
                <a16:creationId xmlns:a16="http://schemas.microsoft.com/office/drawing/2014/main" id="{955C00B2-487B-35F9-EFC4-6711B63378F0}"/>
              </a:ext>
            </a:extLst>
          </p:cNvPr>
          <p:cNvSpPr>
            <a:spLocks/>
          </p:cNvSpPr>
          <p:nvPr userDrawn="1"/>
        </p:nvSpPr>
        <p:spPr bwMode="auto">
          <a:xfrm rot="10800000">
            <a:off x="11064240" y="0"/>
            <a:ext cx="1127760" cy="1447800"/>
          </a:xfrm>
          <a:custGeom>
            <a:avLst/>
            <a:gdLst>
              <a:gd name="T0" fmla="*/ 1 w 343"/>
              <a:gd name="T1" fmla="*/ 0 h 344"/>
              <a:gd name="T2" fmla="*/ 343 w 343"/>
              <a:gd name="T3" fmla="*/ 343 h 344"/>
              <a:gd name="T4" fmla="*/ 43 w 343"/>
              <a:gd name="T5" fmla="*/ 344 h 344"/>
              <a:gd name="T6" fmla="*/ 0 w 343"/>
              <a:gd name="T7" fmla="*/ 301 h 344"/>
              <a:gd name="T8" fmla="*/ 1 w 343"/>
              <a:gd name="T9" fmla="*/ 0 h 344"/>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30" y="0"/>
                </a:moveTo>
                <a:lnTo>
                  <a:pt x="10001" y="9971"/>
                </a:lnTo>
                <a:lnTo>
                  <a:pt x="1255" y="10000"/>
                </a:lnTo>
                <a:cubicBezTo>
                  <a:pt x="-92" y="10000"/>
                  <a:pt x="1" y="9419"/>
                  <a:pt x="1" y="8750"/>
                </a:cubicBezTo>
                <a:cubicBezTo>
                  <a:pt x="11" y="5833"/>
                  <a:pt x="20" y="2917"/>
                  <a:pt x="30" y="0"/>
                </a:cubicBezTo>
                <a:close/>
              </a:path>
            </a:pathLst>
          </a:custGeom>
          <a:solidFill>
            <a:srgbClr val="C04C4C"/>
          </a:solidFill>
          <a:ln>
            <a:noFill/>
          </a:ln>
          <a:effectLst>
            <a:innerShdw blurRad="901700" dist="50800" dir="18900000">
              <a:prstClr val="black">
                <a:alpha val="30000"/>
              </a:prstClr>
            </a:innerShdw>
          </a:effectLst>
        </p:spPr>
        <p:txBody>
          <a:bodyPr vert="horz" wrap="square" lIns="91440" tIns="45720" rIns="91440" bIns="45720" numCol="1" anchor="t" anchorCtr="0" compatLnSpc="1">
            <a:prstTxWarp prst="textNoShape">
              <a:avLst/>
            </a:prstTxWarp>
          </a:bodyPr>
          <a:lstStyle/>
          <a:p>
            <a:endParaRPr lang="en-US" dirty="0"/>
          </a:p>
        </p:txBody>
      </p:sp>
      <p:sp>
        <p:nvSpPr>
          <p:cNvPr id="24" name="Rectangle 23">
            <a:extLst>
              <a:ext uri="{FF2B5EF4-FFF2-40B4-BE49-F238E27FC236}">
                <a16:creationId xmlns:a16="http://schemas.microsoft.com/office/drawing/2014/main" id="{561A13B1-4FE2-47EF-C699-2F5D32C46C7B}"/>
              </a:ext>
            </a:extLst>
          </p:cNvPr>
          <p:cNvSpPr/>
          <p:nvPr userDrawn="1"/>
        </p:nvSpPr>
        <p:spPr>
          <a:xfrm>
            <a:off x="0" y="0"/>
            <a:ext cx="5148943" cy="6858000"/>
          </a:xfrm>
          <a:prstGeom prst="rect">
            <a:avLst/>
          </a:prstGeom>
          <a:solidFill>
            <a:schemeClr val="tx1">
              <a:lumMod val="75000"/>
              <a:lumOff val="25000"/>
            </a:schemeClr>
          </a:solidFill>
          <a:ln>
            <a:solidFill>
              <a:schemeClr val="tx2">
                <a:lumMod val="25000"/>
                <a:lumOff val="75000"/>
              </a:schemeClr>
            </a:solidFill>
          </a:ln>
          <a:effectLst>
            <a:outerShdw blurRad="457200" dist="215900" sx="96000" sy="96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Footer Placeholder 7">
            <a:extLst>
              <a:ext uri="{FF2B5EF4-FFF2-40B4-BE49-F238E27FC236}">
                <a16:creationId xmlns:a16="http://schemas.microsoft.com/office/drawing/2014/main" id="{38B5F1C4-1CE7-DD7E-48D5-4216747D32ED}"/>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A6223489-9DE8-D078-A240-0B0232406F2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21" name="Title 20">
            <a:extLst>
              <a:ext uri="{FF2B5EF4-FFF2-40B4-BE49-F238E27FC236}">
                <a16:creationId xmlns:a16="http://schemas.microsoft.com/office/drawing/2014/main" id="{5B65FFBD-94D0-7BC8-3B24-CAF4FC2B7924}"/>
              </a:ext>
            </a:extLst>
          </p:cNvPr>
          <p:cNvSpPr>
            <a:spLocks noGrp="1"/>
          </p:cNvSpPr>
          <p:nvPr>
            <p:ph type="title"/>
          </p:nvPr>
        </p:nvSpPr>
        <p:spPr>
          <a:xfrm>
            <a:off x="500742" y="1286581"/>
            <a:ext cx="4169229" cy="1325563"/>
          </a:xfrm>
        </p:spPr>
        <p:txBody>
          <a:bodyPr/>
          <a:lstStyle>
            <a:lvl1pPr>
              <a:defRPr>
                <a:solidFill>
                  <a:schemeClr val="bg1"/>
                </a:solidFill>
              </a:defRPr>
            </a:lvl1pPr>
          </a:lstStyle>
          <a:p>
            <a:r>
              <a:rPr lang="en-US" dirty="0"/>
              <a:t>Click to edit Master title style</a:t>
            </a:r>
            <a:endParaRPr lang="en-MY" dirty="0"/>
          </a:p>
        </p:txBody>
      </p:sp>
      <p:sp>
        <p:nvSpPr>
          <p:cNvPr id="23" name="Picture Placeholder 22">
            <a:extLst>
              <a:ext uri="{FF2B5EF4-FFF2-40B4-BE49-F238E27FC236}">
                <a16:creationId xmlns:a16="http://schemas.microsoft.com/office/drawing/2014/main" id="{062D7562-98EB-7777-7293-CA6B3C3C6E27}"/>
              </a:ext>
            </a:extLst>
          </p:cNvPr>
          <p:cNvSpPr>
            <a:spLocks noGrp="1"/>
          </p:cNvSpPr>
          <p:nvPr>
            <p:ph type="pic" sz="quarter" idx="12"/>
          </p:nvPr>
        </p:nvSpPr>
        <p:spPr>
          <a:xfrm>
            <a:off x="8752114" y="733425"/>
            <a:ext cx="2939143" cy="2363380"/>
          </a:xfrm>
        </p:spPr>
        <p:txBody>
          <a:bodyPr/>
          <a:lstStyle/>
          <a:p>
            <a:endParaRPr lang="en-MY"/>
          </a:p>
        </p:txBody>
      </p:sp>
      <p:sp>
        <p:nvSpPr>
          <p:cNvPr id="26" name="Picture Placeholder 22">
            <a:extLst>
              <a:ext uri="{FF2B5EF4-FFF2-40B4-BE49-F238E27FC236}">
                <a16:creationId xmlns:a16="http://schemas.microsoft.com/office/drawing/2014/main" id="{B3311D2B-C82E-1CAD-A451-9734F58E57B4}"/>
              </a:ext>
            </a:extLst>
          </p:cNvPr>
          <p:cNvSpPr>
            <a:spLocks noGrp="1"/>
          </p:cNvSpPr>
          <p:nvPr>
            <p:ph type="pic" sz="quarter" idx="14"/>
          </p:nvPr>
        </p:nvSpPr>
        <p:spPr>
          <a:xfrm>
            <a:off x="5595258" y="733425"/>
            <a:ext cx="2939143" cy="2363380"/>
          </a:xfrm>
        </p:spPr>
        <p:txBody>
          <a:bodyPr/>
          <a:lstStyle/>
          <a:p>
            <a:endParaRPr lang="en-MY"/>
          </a:p>
        </p:txBody>
      </p:sp>
      <p:sp>
        <p:nvSpPr>
          <p:cNvPr id="27" name="Picture Placeholder 22">
            <a:extLst>
              <a:ext uri="{FF2B5EF4-FFF2-40B4-BE49-F238E27FC236}">
                <a16:creationId xmlns:a16="http://schemas.microsoft.com/office/drawing/2014/main" id="{74429CBD-241C-5A28-0B76-94FBEBD0C02B}"/>
              </a:ext>
            </a:extLst>
          </p:cNvPr>
          <p:cNvSpPr>
            <a:spLocks noGrp="1"/>
          </p:cNvSpPr>
          <p:nvPr>
            <p:ph type="pic" sz="quarter" idx="15"/>
          </p:nvPr>
        </p:nvSpPr>
        <p:spPr>
          <a:xfrm>
            <a:off x="8752114" y="3244668"/>
            <a:ext cx="2939143" cy="2363380"/>
          </a:xfrm>
        </p:spPr>
        <p:txBody>
          <a:bodyPr/>
          <a:lstStyle/>
          <a:p>
            <a:endParaRPr lang="en-MY"/>
          </a:p>
        </p:txBody>
      </p:sp>
      <p:sp>
        <p:nvSpPr>
          <p:cNvPr id="28" name="Picture Placeholder 22">
            <a:extLst>
              <a:ext uri="{FF2B5EF4-FFF2-40B4-BE49-F238E27FC236}">
                <a16:creationId xmlns:a16="http://schemas.microsoft.com/office/drawing/2014/main" id="{CFCC5C12-97DC-F983-E825-5420E2382DF3}"/>
              </a:ext>
            </a:extLst>
          </p:cNvPr>
          <p:cNvSpPr>
            <a:spLocks noGrp="1"/>
          </p:cNvSpPr>
          <p:nvPr>
            <p:ph type="pic" sz="quarter" idx="16"/>
          </p:nvPr>
        </p:nvSpPr>
        <p:spPr>
          <a:xfrm>
            <a:off x="5595258" y="3244668"/>
            <a:ext cx="2939143" cy="2363380"/>
          </a:xfrm>
        </p:spPr>
        <p:txBody>
          <a:bodyPr/>
          <a:lstStyle/>
          <a:p>
            <a:endParaRPr lang="en-MY"/>
          </a:p>
        </p:txBody>
      </p:sp>
      <p:pic>
        <p:nvPicPr>
          <p:cNvPr id="12" name="Picture 11" descr="Logo&#10;&#10;Description automatically generated">
            <a:extLst>
              <a:ext uri="{FF2B5EF4-FFF2-40B4-BE49-F238E27FC236}">
                <a16:creationId xmlns:a16="http://schemas.microsoft.com/office/drawing/2014/main" id="{3AA3835C-FADD-1650-B8D8-CE293B5F5B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235033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7" name="Rectangle 6">
            <a:extLst>
              <a:ext uri="{FF2B5EF4-FFF2-40B4-BE49-F238E27FC236}">
                <a16:creationId xmlns:a16="http://schemas.microsoft.com/office/drawing/2014/main" id="{3368261F-6835-9486-4798-B9A07195D78C}"/>
              </a:ext>
            </a:extLst>
          </p:cNvPr>
          <p:cNvSpPr/>
          <p:nvPr userDrawn="1"/>
        </p:nvSpPr>
        <p:spPr>
          <a:xfrm rot="10800000">
            <a:off x="2093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A847E563-BFAE-519A-4A8B-22300B086917}"/>
              </a:ext>
            </a:extLst>
          </p:cNvPr>
          <p:cNvSpPr/>
          <p:nvPr userDrawn="1"/>
        </p:nvSpPr>
        <p:spPr>
          <a:xfrm rot="10800000">
            <a:off x="2095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BBFDF2C4-A780-511B-093B-368D5530493C}"/>
              </a:ext>
            </a:extLst>
          </p:cNvPr>
          <p:cNvSpPr/>
          <p:nvPr userDrawn="1"/>
        </p:nvSpPr>
        <p:spPr>
          <a:xfrm rot="10800000">
            <a:off x="2093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1E7417D1-014A-5984-58A6-AA6486BF75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79278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_layout_0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A5AEAA-D9F4-2E35-437C-BA8524DF94F6}"/>
              </a:ext>
            </a:extLst>
          </p:cNvPr>
          <p:cNvSpPr/>
          <p:nvPr userDrawn="1"/>
        </p:nvSpPr>
        <p:spPr>
          <a:xfrm flipH="1">
            <a:off x="11899557" y="0"/>
            <a:ext cx="61784" cy="627723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pic>
        <p:nvPicPr>
          <p:cNvPr id="7" name="Picture 6" descr="Logo&#10;&#10;Description automatically generated">
            <a:extLst>
              <a:ext uri="{FF2B5EF4-FFF2-40B4-BE49-F238E27FC236}">
                <a16:creationId xmlns:a16="http://schemas.microsoft.com/office/drawing/2014/main" id="{B1924BF6-BCDA-9AF9-A625-9294B79A5C3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64145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6817E6-AD1A-08AC-88A5-0C62449E0C76}"/>
              </a:ext>
            </a:extLst>
          </p:cNvPr>
          <p:cNvSpPr/>
          <p:nvPr userDrawn="1"/>
        </p:nvSpPr>
        <p:spPr>
          <a:xfrm>
            <a:off x="0" y="0"/>
            <a:ext cx="12192000" cy="1937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rot="10800000" flipV="1">
            <a:off x="-5939" y="1901929"/>
            <a:ext cx="12192000" cy="3139623"/>
          </a:xfrm>
          <a:prstGeom prst="rect">
            <a:avLst/>
          </a:prstGeom>
        </p:spPr>
      </p:pic>
      <p:pic>
        <p:nvPicPr>
          <p:cNvPr id="4" name="Picture 3" descr="Logo&#10;&#10;Description automatically generated">
            <a:extLst>
              <a:ext uri="{FF2B5EF4-FFF2-40B4-BE49-F238E27FC236}">
                <a16:creationId xmlns:a16="http://schemas.microsoft.com/office/drawing/2014/main" id="{AFED6FC9-C93A-9F07-CF8D-C0E1F0B2152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215260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_06">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5A8456C-09BE-F772-4E09-AC8E5EFE5A98}"/>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3" name="Rectangle 12">
            <a:extLst>
              <a:ext uri="{FF2B5EF4-FFF2-40B4-BE49-F238E27FC236}">
                <a16:creationId xmlns:a16="http://schemas.microsoft.com/office/drawing/2014/main" id="{C4A970D6-E749-96E3-83B1-8B21AB192873}"/>
              </a:ext>
            </a:extLst>
          </p:cNvPr>
          <p:cNvSpPr/>
          <p:nvPr userDrawn="1"/>
        </p:nvSpPr>
        <p:spPr>
          <a:xfrm>
            <a:off x="0" y="0"/>
            <a:ext cx="4539343" cy="612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2" name="Title 1">
            <a:extLst>
              <a:ext uri="{FF2B5EF4-FFF2-40B4-BE49-F238E27FC236}">
                <a16:creationId xmlns:a16="http://schemas.microsoft.com/office/drawing/2014/main" id="{0968299B-C422-1510-F32A-0DFF889E93C4}"/>
              </a:ext>
            </a:extLst>
          </p:cNvPr>
          <p:cNvSpPr>
            <a:spLocks noGrp="1"/>
          </p:cNvSpPr>
          <p:nvPr>
            <p:ph type="title"/>
          </p:nvPr>
        </p:nvSpPr>
        <p:spPr>
          <a:xfrm>
            <a:off x="6151338" y="2766217"/>
            <a:ext cx="5822948" cy="1325563"/>
          </a:xfrm>
        </p:spPr>
        <p:txBody>
          <a:bodyPr/>
          <a:lstStyle>
            <a:lvl1pPr algn="ctr">
              <a:defRPr/>
            </a:lvl1pPr>
          </a:lstStyle>
          <a:p>
            <a:r>
              <a:rPr lang="en-US"/>
              <a:t>Click to edit Master title style</a:t>
            </a:r>
            <a:endParaRPr lang="en-MY"/>
          </a:p>
        </p:txBody>
      </p:sp>
      <p:sp>
        <p:nvSpPr>
          <p:cNvPr id="10" name="Footer Placeholder 9">
            <a:extLst>
              <a:ext uri="{FF2B5EF4-FFF2-40B4-BE49-F238E27FC236}">
                <a16:creationId xmlns:a16="http://schemas.microsoft.com/office/drawing/2014/main" id="{37270406-6097-F873-9773-CC94FA23047F}"/>
              </a:ext>
            </a:extLst>
          </p:cNvPr>
          <p:cNvSpPr>
            <a:spLocks noGrp="1"/>
          </p:cNvSpPr>
          <p:nvPr>
            <p:ph type="ftr" sz="quarter" idx="10"/>
          </p:nvPr>
        </p:nvSpPr>
        <p:spPr/>
        <p:txBody>
          <a:bodyPr/>
          <a:lstStyle/>
          <a:p>
            <a:endParaRPr lang="en-MY"/>
          </a:p>
        </p:txBody>
      </p:sp>
      <p:sp>
        <p:nvSpPr>
          <p:cNvPr id="11" name="Slide Number Placeholder 10">
            <a:extLst>
              <a:ext uri="{FF2B5EF4-FFF2-40B4-BE49-F238E27FC236}">
                <a16:creationId xmlns:a16="http://schemas.microsoft.com/office/drawing/2014/main" id="{A4759327-3B5D-3BFA-5CCA-6BD5BACEAD3D}"/>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9" name="Group 8">
            <a:extLst>
              <a:ext uri="{FF2B5EF4-FFF2-40B4-BE49-F238E27FC236}">
                <a16:creationId xmlns:a16="http://schemas.microsoft.com/office/drawing/2014/main" id="{CB557F9C-2B1B-1E45-919F-2CBA963082F1}"/>
              </a:ext>
            </a:extLst>
          </p:cNvPr>
          <p:cNvGrpSpPr/>
          <p:nvPr userDrawn="1"/>
        </p:nvGrpSpPr>
        <p:grpSpPr>
          <a:xfrm>
            <a:off x="580088" y="1982368"/>
            <a:ext cx="5265908" cy="2893260"/>
            <a:chOff x="-548507" y="477868"/>
            <a:chExt cx="11570449" cy="6357177"/>
          </a:xfrm>
        </p:grpSpPr>
        <p:sp>
          <p:nvSpPr>
            <p:cNvPr id="14" name="Freeform: Shape 13">
              <a:extLst>
                <a:ext uri="{FF2B5EF4-FFF2-40B4-BE49-F238E27FC236}">
                  <a16:creationId xmlns:a16="http://schemas.microsoft.com/office/drawing/2014/main" id="{6B4D37DD-77A1-3F66-1AB7-0D02A7AA05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9939251-1BCB-8F28-4AEB-3F5C698F7844}"/>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76B35D63-3320-AD9B-342D-29A2461E1E90}"/>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1EA1DA0-4667-A070-5433-AD3862F8F01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31CCFE93-102B-5253-326B-9C14E78024FF}"/>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0" name="Group 19">
              <a:extLst>
                <a:ext uri="{FF2B5EF4-FFF2-40B4-BE49-F238E27FC236}">
                  <a16:creationId xmlns:a16="http://schemas.microsoft.com/office/drawing/2014/main" id="{9271F50C-004D-6614-9952-C20CF9F23F84}"/>
                </a:ext>
              </a:extLst>
            </p:cNvPr>
            <p:cNvGrpSpPr/>
            <p:nvPr/>
          </p:nvGrpSpPr>
          <p:grpSpPr>
            <a:xfrm>
              <a:off x="1606" y="6382978"/>
              <a:ext cx="413937" cy="115242"/>
              <a:chOff x="5955" y="6353672"/>
              <a:chExt cx="413937" cy="115242"/>
            </a:xfrm>
          </p:grpSpPr>
          <p:sp>
            <p:nvSpPr>
              <p:cNvPr id="25" name="Rectangle: Rounded Corners 24">
                <a:extLst>
                  <a:ext uri="{FF2B5EF4-FFF2-40B4-BE49-F238E27FC236}">
                    <a16:creationId xmlns:a16="http://schemas.microsoft.com/office/drawing/2014/main" id="{28837067-0E6E-EBDC-C7A8-86F4033B63D3}"/>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3AC60AB8-5AB3-8260-897B-FB410ACB3FB8}"/>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4D931CFE-A63B-8125-E9D4-949B42E5C546}"/>
                </a:ext>
              </a:extLst>
            </p:cNvPr>
            <p:cNvGrpSpPr/>
            <p:nvPr/>
          </p:nvGrpSpPr>
          <p:grpSpPr>
            <a:xfrm>
              <a:off x="9855291" y="6381600"/>
              <a:ext cx="885989" cy="115242"/>
              <a:chOff x="5955" y="6353672"/>
              <a:chExt cx="413937" cy="115242"/>
            </a:xfrm>
          </p:grpSpPr>
          <p:sp>
            <p:nvSpPr>
              <p:cNvPr id="23" name="Rectangle: Rounded Corners 22">
                <a:extLst>
                  <a:ext uri="{FF2B5EF4-FFF2-40B4-BE49-F238E27FC236}">
                    <a16:creationId xmlns:a16="http://schemas.microsoft.com/office/drawing/2014/main" id="{20BC883D-1639-3A5C-4006-DBE2E6597109}"/>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BA29C7B-554C-081E-2135-BFC59AE98156}"/>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60D7FD87-F429-AB50-CEC1-95CBDAABB01E}"/>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pic>
        <p:nvPicPr>
          <p:cNvPr id="27" name="Picture 26" descr="Logo&#10;&#10;Description automatically generated">
            <a:extLst>
              <a:ext uri="{FF2B5EF4-FFF2-40B4-BE49-F238E27FC236}">
                <a16:creationId xmlns:a16="http://schemas.microsoft.com/office/drawing/2014/main" id="{EBD843B1-0951-A33D-BCC6-E0640022F3A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480437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8" name="Picture Placeholder 7">
            <a:extLst>
              <a:ext uri="{FF2B5EF4-FFF2-40B4-BE49-F238E27FC236}">
                <a16:creationId xmlns:a16="http://schemas.microsoft.com/office/drawing/2014/main" id="{89987F70-64EC-CA05-E8A9-766DF9840D38}"/>
              </a:ext>
            </a:extLst>
          </p:cNvPr>
          <p:cNvSpPr>
            <a:spLocks noGrp="1"/>
          </p:cNvSpPr>
          <p:nvPr>
            <p:ph type="pic" sz="quarter" idx="12"/>
          </p:nvPr>
        </p:nvSpPr>
        <p:spPr>
          <a:xfrm>
            <a:off x="1622425" y="833378"/>
            <a:ext cx="8947150" cy="4554638"/>
          </a:xfrm>
        </p:spPr>
        <p:txBody>
          <a:bodyPr/>
          <a:lstStyle/>
          <a:p>
            <a:endParaRPr lang="en-MY"/>
          </a:p>
        </p:txBody>
      </p:sp>
      <p:pic>
        <p:nvPicPr>
          <p:cNvPr id="9" name="Picture 8" descr="Logo&#10;&#10;Description automatically generated">
            <a:extLst>
              <a:ext uri="{FF2B5EF4-FFF2-40B4-BE49-F238E27FC236}">
                <a16:creationId xmlns:a16="http://schemas.microsoft.com/office/drawing/2014/main" id="{FA832A2C-2644-6658-956A-F6CDE4CFC8A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129594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rot="10800000" flipV="1">
            <a:off x="0" y="-29928"/>
            <a:ext cx="12192000" cy="3956927"/>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Rectangle 8">
            <a:extLst>
              <a:ext uri="{FF2B5EF4-FFF2-40B4-BE49-F238E27FC236}">
                <a16:creationId xmlns:a16="http://schemas.microsoft.com/office/drawing/2014/main" id="{6A28F128-2C1E-BF90-7B50-EEA520A8E0D1}"/>
              </a:ext>
            </a:extLst>
          </p:cNvPr>
          <p:cNvSpPr/>
          <p:nvPr userDrawn="1"/>
        </p:nvSpPr>
        <p:spPr>
          <a:xfrm rot="10800000">
            <a:off x="2161479" y="-29927"/>
            <a:ext cx="10024582" cy="59854"/>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AB14BB5F-78D4-C98C-F6C3-95F1B716981E}"/>
              </a:ext>
            </a:extLst>
          </p:cNvPr>
          <p:cNvSpPr/>
          <p:nvPr userDrawn="1"/>
        </p:nvSpPr>
        <p:spPr>
          <a:xfrm>
            <a:off x="0" y="-52790"/>
            <a:ext cx="5148943" cy="225287"/>
          </a:xfrm>
          <a:prstGeom prst="rect">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8" name="Picture 7" descr="Logo&#10;&#10;Description automatically generated">
            <a:extLst>
              <a:ext uri="{FF2B5EF4-FFF2-40B4-BE49-F238E27FC236}">
                <a16:creationId xmlns:a16="http://schemas.microsoft.com/office/drawing/2014/main" id="{456F8D6F-4FEB-ED3E-E7ED-26FDD0376D6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41196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_08">
    <p:bg>
      <p:bgPr>
        <a:solidFill>
          <a:srgbClr val="C04C4C"/>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6764FE-4266-9C28-BBAD-0C0CE59F74C2}"/>
              </a:ext>
            </a:extLst>
          </p:cNvPr>
          <p:cNvSpPr/>
          <p:nvPr userDrawn="1"/>
        </p:nvSpPr>
        <p:spPr>
          <a:xfrm>
            <a:off x="0" y="0"/>
            <a:ext cx="12192000" cy="4737100"/>
          </a:xfrm>
          <a:prstGeom prst="rect">
            <a:avLst/>
          </a:prstGeom>
          <a:solidFill>
            <a:schemeClr val="bg1"/>
          </a:solidFill>
          <a:ln>
            <a:noFill/>
          </a:ln>
          <a:effectLst>
            <a:outerShdw blurRad="254000" dist="215900" dir="5400000" sx="98000" sy="98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7" name="Title 6">
            <a:extLst>
              <a:ext uri="{FF2B5EF4-FFF2-40B4-BE49-F238E27FC236}">
                <a16:creationId xmlns:a16="http://schemas.microsoft.com/office/drawing/2014/main" id="{46D67C0D-AE8E-41E4-EB71-DE0656956001}"/>
              </a:ext>
            </a:extLst>
          </p:cNvPr>
          <p:cNvSpPr>
            <a:spLocks noGrp="1"/>
          </p:cNvSpPr>
          <p:nvPr>
            <p:ph type="title"/>
          </p:nvPr>
        </p:nvSpPr>
        <p:spPr/>
        <p:txBody>
          <a:bodyPr/>
          <a:lstStyle/>
          <a:p>
            <a:r>
              <a:rPr lang="en-US"/>
              <a:t>Click to edit Master title style</a:t>
            </a:r>
            <a:endParaRPr lang="en-MY"/>
          </a:p>
        </p:txBody>
      </p:sp>
      <p:pic>
        <p:nvPicPr>
          <p:cNvPr id="9" name="Picture 8" descr="Logo&#10;&#10;Description automatically generated">
            <a:extLst>
              <a:ext uri="{FF2B5EF4-FFF2-40B4-BE49-F238E27FC236}">
                <a16:creationId xmlns:a16="http://schemas.microsoft.com/office/drawing/2014/main" id="{C938784C-798A-313F-6BDD-2EEF86FBF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249640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_09">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A40B45C3-8E81-6BAE-010D-9B6CD2D56226}"/>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DA03FB80-B1FC-DDFA-448B-BCE958EA32DE}"/>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0" name="Title 9">
            <a:extLst>
              <a:ext uri="{FF2B5EF4-FFF2-40B4-BE49-F238E27FC236}">
                <a16:creationId xmlns:a16="http://schemas.microsoft.com/office/drawing/2014/main" id="{A81EEF20-E6C8-6C8E-7FE9-279D53479B22}"/>
              </a:ext>
            </a:extLst>
          </p:cNvPr>
          <p:cNvSpPr>
            <a:spLocks noGrp="1"/>
          </p:cNvSpPr>
          <p:nvPr>
            <p:ph type="title"/>
          </p:nvPr>
        </p:nvSpPr>
        <p:spPr/>
        <p:txBody>
          <a:bodyPr/>
          <a:lstStyle/>
          <a:p>
            <a:r>
              <a:rPr lang="en-US"/>
              <a:t>Click to edit Master title style</a:t>
            </a:r>
            <a:endParaRPr lang="en-MY"/>
          </a:p>
        </p:txBody>
      </p:sp>
      <p:sp>
        <p:nvSpPr>
          <p:cNvPr id="12" name="Picture Placeholder 11">
            <a:extLst>
              <a:ext uri="{FF2B5EF4-FFF2-40B4-BE49-F238E27FC236}">
                <a16:creationId xmlns:a16="http://schemas.microsoft.com/office/drawing/2014/main" id="{066CCFD3-9BC4-D4C1-9392-EA327203EA89}"/>
              </a:ext>
            </a:extLst>
          </p:cNvPr>
          <p:cNvSpPr>
            <a:spLocks noGrp="1"/>
          </p:cNvSpPr>
          <p:nvPr>
            <p:ph type="pic" sz="quarter" idx="12"/>
          </p:nvPr>
        </p:nvSpPr>
        <p:spPr>
          <a:xfrm>
            <a:off x="838200" y="1863725"/>
            <a:ext cx="3200400" cy="2939769"/>
          </a:xfrm>
        </p:spPr>
        <p:txBody>
          <a:bodyPr/>
          <a:lstStyle/>
          <a:p>
            <a:endParaRPr lang="en-MY"/>
          </a:p>
        </p:txBody>
      </p:sp>
      <p:sp>
        <p:nvSpPr>
          <p:cNvPr id="14" name="Picture Placeholder 13">
            <a:extLst>
              <a:ext uri="{FF2B5EF4-FFF2-40B4-BE49-F238E27FC236}">
                <a16:creationId xmlns:a16="http://schemas.microsoft.com/office/drawing/2014/main" id="{5EFB77A9-6E81-95F5-77AD-E75BB87A5A77}"/>
              </a:ext>
            </a:extLst>
          </p:cNvPr>
          <p:cNvSpPr>
            <a:spLocks noGrp="1"/>
          </p:cNvSpPr>
          <p:nvPr>
            <p:ph type="pic" sz="quarter" idx="13"/>
          </p:nvPr>
        </p:nvSpPr>
        <p:spPr>
          <a:xfrm>
            <a:off x="4495800" y="1863725"/>
            <a:ext cx="3200400" cy="2939769"/>
          </a:xfrm>
        </p:spPr>
        <p:txBody>
          <a:bodyPr/>
          <a:lstStyle/>
          <a:p>
            <a:endParaRPr lang="en-MY"/>
          </a:p>
        </p:txBody>
      </p:sp>
      <p:sp>
        <p:nvSpPr>
          <p:cNvPr id="16" name="Picture Placeholder 15">
            <a:extLst>
              <a:ext uri="{FF2B5EF4-FFF2-40B4-BE49-F238E27FC236}">
                <a16:creationId xmlns:a16="http://schemas.microsoft.com/office/drawing/2014/main" id="{439127F8-03DB-5D0F-A98C-B82B076E4B38}"/>
              </a:ext>
            </a:extLst>
          </p:cNvPr>
          <p:cNvSpPr>
            <a:spLocks noGrp="1"/>
          </p:cNvSpPr>
          <p:nvPr>
            <p:ph type="pic" sz="quarter" idx="14"/>
          </p:nvPr>
        </p:nvSpPr>
        <p:spPr>
          <a:xfrm>
            <a:off x="8158725" y="1863725"/>
            <a:ext cx="3200400" cy="2939769"/>
          </a:xfrm>
        </p:spPr>
        <p:txBody>
          <a:bodyPr/>
          <a:lstStyle/>
          <a:p>
            <a:endParaRPr lang="en-MY"/>
          </a:p>
        </p:txBody>
      </p:sp>
      <p:pic>
        <p:nvPicPr>
          <p:cNvPr id="11" name="Picture 10" descr="Logo&#10;&#10;Description automatically generated">
            <a:extLst>
              <a:ext uri="{FF2B5EF4-FFF2-40B4-BE49-F238E27FC236}">
                <a16:creationId xmlns:a16="http://schemas.microsoft.com/office/drawing/2014/main" id="{99728D72-5D76-DC8D-B044-63CA42649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938016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_10">
    <p:bg>
      <p:bgPr>
        <a:solidFill>
          <a:schemeClr val="bg1">
            <a:alpha val="37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9CEC78F-2030-F657-D94C-EC9916E70239}"/>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8" name="Footer Placeholder 7">
            <a:extLst>
              <a:ext uri="{FF2B5EF4-FFF2-40B4-BE49-F238E27FC236}">
                <a16:creationId xmlns:a16="http://schemas.microsoft.com/office/drawing/2014/main" id="{1D72305A-2320-94A9-D78D-83FAEFAD6021}"/>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F1A13F7E-A796-3E64-A559-FCC5922DB727}"/>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5" name="Picture Placeholder 14">
            <a:extLst>
              <a:ext uri="{FF2B5EF4-FFF2-40B4-BE49-F238E27FC236}">
                <a16:creationId xmlns:a16="http://schemas.microsoft.com/office/drawing/2014/main" id="{1F9FC79A-20DE-55EB-11E3-BAD01F6F979A}"/>
              </a:ext>
            </a:extLst>
          </p:cNvPr>
          <p:cNvSpPr>
            <a:spLocks noGrp="1"/>
          </p:cNvSpPr>
          <p:nvPr>
            <p:ph type="pic" sz="quarter" idx="12"/>
          </p:nvPr>
        </p:nvSpPr>
        <p:spPr>
          <a:xfrm>
            <a:off x="0" y="0"/>
            <a:ext cx="2222500" cy="2036763"/>
          </a:xfrm>
        </p:spPr>
        <p:txBody>
          <a:bodyPr/>
          <a:lstStyle/>
          <a:p>
            <a:endParaRPr lang="en-MY"/>
          </a:p>
        </p:txBody>
      </p:sp>
      <p:sp>
        <p:nvSpPr>
          <p:cNvPr id="17" name="Picture Placeholder 16">
            <a:extLst>
              <a:ext uri="{FF2B5EF4-FFF2-40B4-BE49-F238E27FC236}">
                <a16:creationId xmlns:a16="http://schemas.microsoft.com/office/drawing/2014/main" id="{37AC4A9C-BE82-674B-5A73-6F2F8CA14FAD}"/>
              </a:ext>
            </a:extLst>
          </p:cNvPr>
          <p:cNvSpPr>
            <a:spLocks noGrp="1"/>
          </p:cNvSpPr>
          <p:nvPr>
            <p:ph type="pic" sz="quarter" idx="13"/>
          </p:nvPr>
        </p:nvSpPr>
        <p:spPr>
          <a:xfrm>
            <a:off x="2222200" y="2048338"/>
            <a:ext cx="2222500" cy="2036763"/>
          </a:xfrm>
        </p:spPr>
        <p:txBody>
          <a:bodyPr/>
          <a:lstStyle/>
          <a:p>
            <a:endParaRPr lang="en-MY"/>
          </a:p>
        </p:txBody>
      </p:sp>
      <p:sp>
        <p:nvSpPr>
          <p:cNvPr id="19" name="Picture Placeholder 18">
            <a:extLst>
              <a:ext uri="{FF2B5EF4-FFF2-40B4-BE49-F238E27FC236}">
                <a16:creationId xmlns:a16="http://schemas.microsoft.com/office/drawing/2014/main" id="{FA81B629-0F07-B59C-0408-FD208CA15356}"/>
              </a:ext>
            </a:extLst>
          </p:cNvPr>
          <p:cNvSpPr>
            <a:spLocks noGrp="1"/>
          </p:cNvSpPr>
          <p:nvPr>
            <p:ph type="pic" sz="quarter" idx="14"/>
          </p:nvPr>
        </p:nvSpPr>
        <p:spPr>
          <a:xfrm>
            <a:off x="0" y="4096676"/>
            <a:ext cx="2222500" cy="2036762"/>
          </a:xfrm>
        </p:spPr>
        <p:txBody>
          <a:bodyPr/>
          <a:lstStyle/>
          <a:p>
            <a:endParaRPr lang="en-MY"/>
          </a:p>
        </p:txBody>
      </p:sp>
      <p:sp>
        <p:nvSpPr>
          <p:cNvPr id="20" name="Title 19">
            <a:extLst>
              <a:ext uri="{FF2B5EF4-FFF2-40B4-BE49-F238E27FC236}">
                <a16:creationId xmlns:a16="http://schemas.microsoft.com/office/drawing/2014/main" id="{1C049FB6-D146-812F-7363-6D35184CA511}"/>
              </a:ext>
            </a:extLst>
          </p:cNvPr>
          <p:cNvSpPr>
            <a:spLocks noGrp="1"/>
          </p:cNvSpPr>
          <p:nvPr>
            <p:ph type="title"/>
          </p:nvPr>
        </p:nvSpPr>
        <p:spPr>
          <a:xfrm>
            <a:off x="5370653" y="355599"/>
            <a:ext cx="6642904" cy="1325563"/>
          </a:xfrm>
        </p:spPr>
        <p:txBody>
          <a:bodyPr/>
          <a:lstStyle/>
          <a:p>
            <a:r>
              <a:rPr lang="en-US"/>
              <a:t>Click to edit Master title style</a:t>
            </a:r>
            <a:endParaRPr lang="en-MY"/>
          </a:p>
        </p:txBody>
      </p:sp>
      <p:sp>
        <p:nvSpPr>
          <p:cNvPr id="21" name="Rectangle 20">
            <a:extLst>
              <a:ext uri="{FF2B5EF4-FFF2-40B4-BE49-F238E27FC236}">
                <a16:creationId xmlns:a16="http://schemas.microsoft.com/office/drawing/2014/main" id="{BF6C5D5C-CDCC-C784-973F-88390D45C53B}"/>
              </a:ext>
            </a:extLst>
          </p:cNvPr>
          <p:cNvSpPr/>
          <p:nvPr userDrawn="1"/>
        </p:nvSpPr>
        <p:spPr>
          <a:xfrm rot="10800000">
            <a:off x="2234075" y="7088"/>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2" name="Rectangle 21">
            <a:extLst>
              <a:ext uri="{FF2B5EF4-FFF2-40B4-BE49-F238E27FC236}">
                <a16:creationId xmlns:a16="http://schemas.microsoft.com/office/drawing/2014/main" id="{ADFD5EF8-AC54-E00C-8C75-712DD23935AA}"/>
              </a:ext>
            </a:extLst>
          </p:cNvPr>
          <p:cNvSpPr/>
          <p:nvPr userDrawn="1"/>
        </p:nvSpPr>
        <p:spPr>
          <a:xfrm rot="10800000">
            <a:off x="0" y="2048637"/>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3" name="Rectangle 22">
            <a:extLst>
              <a:ext uri="{FF2B5EF4-FFF2-40B4-BE49-F238E27FC236}">
                <a16:creationId xmlns:a16="http://schemas.microsoft.com/office/drawing/2014/main" id="{493DF42E-2BE3-EBA6-205B-2A8268FF878D}"/>
              </a:ext>
            </a:extLst>
          </p:cNvPr>
          <p:cNvSpPr/>
          <p:nvPr userDrawn="1"/>
        </p:nvSpPr>
        <p:spPr>
          <a:xfrm rot="10800000">
            <a:off x="2238562" y="4096676"/>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46EDB3BB-164A-CD1A-BF26-D10A4E43D2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872082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_11">
    <p:bg>
      <p:bgPr>
        <a:solidFill>
          <a:schemeClr val="bg1">
            <a:alpha val="34000"/>
          </a:schemeClr>
        </a:solidFill>
        <a:effectLst/>
      </p:bgPr>
    </p:bg>
    <p:spTree>
      <p:nvGrpSpPr>
        <p:cNvPr id="1" name=""/>
        <p:cNvGrpSpPr/>
        <p:nvPr/>
      </p:nvGrpSpPr>
      <p:grpSpPr>
        <a:xfrm>
          <a:off x="0" y="0"/>
          <a:ext cx="0" cy="0"/>
          <a:chOff x="0" y="0"/>
          <a:chExt cx="0" cy="0"/>
        </a:xfrm>
      </p:grpSpPr>
      <p:sp>
        <p:nvSpPr>
          <p:cNvPr id="406" name="Rectangle 402">
            <a:extLst>
              <a:ext uri="{FF2B5EF4-FFF2-40B4-BE49-F238E27FC236}">
                <a16:creationId xmlns:a16="http://schemas.microsoft.com/office/drawing/2014/main" id="{20B52243-B80A-3445-8806-0BE94A96B286}"/>
              </a:ext>
            </a:extLst>
          </p:cNvPr>
          <p:cNvSpPr/>
          <p:nvPr userDrawn="1"/>
        </p:nvSpPr>
        <p:spPr>
          <a:xfrm rot="10800000">
            <a:off x="-26938" y="-20387"/>
            <a:ext cx="5402774" cy="6014786"/>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 name="connsiteX0" fmla="*/ 2921000 w 5359400"/>
              <a:gd name="connsiteY0" fmla="*/ 12700 h 6007101"/>
              <a:gd name="connsiteX1" fmla="*/ 4953000 w 5359400"/>
              <a:gd name="connsiteY1" fmla="*/ 0 h 6007101"/>
              <a:gd name="connsiteX2" fmla="*/ 5359400 w 5359400"/>
              <a:gd name="connsiteY2" fmla="*/ 6007101 h 6007101"/>
              <a:gd name="connsiteX3" fmla="*/ 0 w 5359400"/>
              <a:gd name="connsiteY3" fmla="*/ 6007101 h 6007101"/>
              <a:gd name="connsiteX4" fmla="*/ 2921000 w 5359400"/>
              <a:gd name="connsiteY4" fmla="*/ 12700 h 6007101"/>
              <a:gd name="connsiteX0" fmla="*/ 2921000 w 5384800"/>
              <a:gd name="connsiteY0" fmla="*/ 0 h 5994401"/>
              <a:gd name="connsiteX1" fmla="*/ 5384800 w 5384800"/>
              <a:gd name="connsiteY1" fmla="*/ 0 h 5994401"/>
              <a:gd name="connsiteX2" fmla="*/ 5359400 w 5384800"/>
              <a:gd name="connsiteY2" fmla="*/ 5994401 h 5994401"/>
              <a:gd name="connsiteX3" fmla="*/ 0 w 5384800"/>
              <a:gd name="connsiteY3" fmla="*/ 5994401 h 5994401"/>
              <a:gd name="connsiteX4" fmla="*/ 2921000 w 5384800"/>
              <a:gd name="connsiteY4" fmla="*/ 0 h 5994401"/>
              <a:gd name="connsiteX0" fmla="*/ 2921000 w 5384800"/>
              <a:gd name="connsiteY0" fmla="*/ 0 h 6002085"/>
              <a:gd name="connsiteX1" fmla="*/ 5384800 w 5384800"/>
              <a:gd name="connsiteY1" fmla="*/ 0 h 6002085"/>
              <a:gd name="connsiteX2" fmla="*/ 5305612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899735 w 5384800"/>
              <a:gd name="connsiteY0" fmla="*/ 7074 h 6002085"/>
              <a:gd name="connsiteX1" fmla="*/ 5384800 w 5384800"/>
              <a:gd name="connsiteY1" fmla="*/ 0 h 6002085"/>
              <a:gd name="connsiteX2" fmla="*/ 5374768 w 5384800"/>
              <a:gd name="connsiteY2" fmla="*/ 6002085 h 6002085"/>
              <a:gd name="connsiteX3" fmla="*/ 0 w 5384800"/>
              <a:gd name="connsiteY3" fmla="*/ 5994401 h 6002085"/>
              <a:gd name="connsiteX4" fmla="*/ 2899735 w 5384800"/>
              <a:gd name="connsiteY4" fmla="*/ 7074 h 6002085"/>
              <a:gd name="connsiteX0" fmla="*/ 2899735 w 5391888"/>
              <a:gd name="connsiteY0" fmla="*/ 7074 h 6002085"/>
              <a:gd name="connsiteX1" fmla="*/ 5391888 w 5391888"/>
              <a:gd name="connsiteY1" fmla="*/ 0 h 6002085"/>
              <a:gd name="connsiteX2" fmla="*/ 5374768 w 5391888"/>
              <a:gd name="connsiteY2" fmla="*/ 6002085 h 6002085"/>
              <a:gd name="connsiteX3" fmla="*/ 0 w 5391888"/>
              <a:gd name="connsiteY3" fmla="*/ 5994401 h 6002085"/>
              <a:gd name="connsiteX4" fmla="*/ 2899735 w 5391888"/>
              <a:gd name="connsiteY4" fmla="*/ 7074 h 6002085"/>
              <a:gd name="connsiteX0" fmla="*/ 2910621 w 5402774"/>
              <a:gd name="connsiteY0" fmla="*/ 7074 h 6002085"/>
              <a:gd name="connsiteX1" fmla="*/ 5402774 w 5402774"/>
              <a:gd name="connsiteY1" fmla="*/ 0 h 6002085"/>
              <a:gd name="connsiteX2" fmla="*/ 5385654 w 5402774"/>
              <a:gd name="connsiteY2" fmla="*/ 6002085 h 6002085"/>
              <a:gd name="connsiteX3" fmla="*/ 0 w 5402774"/>
              <a:gd name="connsiteY3" fmla="*/ 5983539 h 6002085"/>
              <a:gd name="connsiteX4" fmla="*/ 2910621 w 5402774"/>
              <a:gd name="connsiteY4" fmla="*/ 7074 h 600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2774" h="6002085">
                <a:moveTo>
                  <a:pt x="2910621" y="7074"/>
                </a:moveTo>
                <a:lnTo>
                  <a:pt x="5402774" y="0"/>
                </a:lnTo>
                <a:cubicBezTo>
                  <a:pt x="5397067" y="2000695"/>
                  <a:pt x="5391361" y="4001390"/>
                  <a:pt x="5385654" y="6002085"/>
                </a:cubicBezTo>
                <a:lnTo>
                  <a:pt x="0" y="5983539"/>
                </a:lnTo>
                <a:lnTo>
                  <a:pt x="2910621" y="7074"/>
                </a:lnTo>
                <a:close/>
              </a:path>
            </a:pathLst>
          </a:custGeom>
          <a:gradFill flip="none" rotWithShape="1">
            <a:gsLst>
              <a:gs pos="92697">
                <a:schemeClr val="tx2">
                  <a:lumMod val="90000"/>
                  <a:lumOff val="10000"/>
                </a:schemeClr>
              </a:gs>
              <a:gs pos="0">
                <a:schemeClr val="tx2">
                  <a:lumMod val="90000"/>
                  <a:lumOff val="10000"/>
                </a:schemeClr>
              </a:gs>
              <a:gs pos="0">
                <a:schemeClr val="tx2">
                  <a:lumMod val="90000"/>
                  <a:lumOff val="10000"/>
                </a:schemeClr>
              </a:gs>
              <a:gs pos="0">
                <a:schemeClr val="tx2">
                  <a:lumMod val="75000"/>
                  <a:lumOff val="25000"/>
                </a:schemeClr>
              </a:gs>
              <a:gs pos="0">
                <a:schemeClr val="tx1">
                  <a:lumMod val="50000"/>
                  <a:lumOff val="50000"/>
                </a:schemeClr>
              </a:gs>
            </a:gsLst>
            <a:lin ang="5400000" scaled="1"/>
            <a:tileRect/>
          </a:gra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 name="Title 1">
            <a:extLst>
              <a:ext uri="{FF2B5EF4-FFF2-40B4-BE49-F238E27FC236}">
                <a16:creationId xmlns:a16="http://schemas.microsoft.com/office/drawing/2014/main" id="{0A9964C8-A175-D7AF-3FA4-B94E39C6FA6A}"/>
              </a:ext>
            </a:extLst>
          </p:cNvPr>
          <p:cNvSpPr>
            <a:spLocks noGrp="1"/>
          </p:cNvSpPr>
          <p:nvPr>
            <p:ph type="title"/>
          </p:nvPr>
        </p:nvSpPr>
        <p:spPr>
          <a:xfrm>
            <a:off x="5177642" y="863600"/>
            <a:ext cx="6602409" cy="1325563"/>
          </a:xfrm>
        </p:spPr>
        <p:txBody>
          <a:bodyPr/>
          <a:lstStyle>
            <a:lvl1pPr algn="l">
              <a:defRPr/>
            </a:lvl1pPr>
          </a:lstStyle>
          <a:p>
            <a:r>
              <a:rPr lang="en-US"/>
              <a:t>Click to edit Master title style</a:t>
            </a:r>
            <a:endParaRPr lang="en-MY"/>
          </a:p>
        </p:txBody>
      </p:sp>
      <p:sp>
        <p:nvSpPr>
          <p:cNvPr id="7" name="Footer Placeholder 6">
            <a:extLst>
              <a:ext uri="{FF2B5EF4-FFF2-40B4-BE49-F238E27FC236}">
                <a16:creationId xmlns:a16="http://schemas.microsoft.com/office/drawing/2014/main" id="{218BB686-D3F9-1D8F-D64E-90E02ADE7149}"/>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6920BB4C-A1BB-9467-1FED-1640114B7ECB}"/>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403" name="Rectangle 402">
            <a:extLst>
              <a:ext uri="{FF2B5EF4-FFF2-40B4-BE49-F238E27FC236}">
                <a16:creationId xmlns:a16="http://schemas.microsoft.com/office/drawing/2014/main" id="{6A000B49-9D64-40CD-6D5C-B6D3C3A05783}"/>
              </a:ext>
            </a:extLst>
          </p:cNvPr>
          <p:cNvSpPr/>
          <p:nvPr userDrawn="1"/>
        </p:nvSpPr>
        <p:spPr>
          <a:xfrm rot="10800000">
            <a:off x="589750" y="-12702"/>
            <a:ext cx="4953000" cy="6007101"/>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rgbClr val="C04C4C"/>
          </a:soli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407" name="Group 406">
            <a:extLst>
              <a:ext uri="{FF2B5EF4-FFF2-40B4-BE49-F238E27FC236}">
                <a16:creationId xmlns:a16="http://schemas.microsoft.com/office/drawing/2014/main" id="{E3D9D7C3-250B-C66B-DB51-0E6C7E10BD02}"/>
              </a:ext>
            </a:extLst>
          </p:cNvPr>
          <p:cNvGrpSpPr/>
          <p:nvPr userDrawn="1"/>
        </p:nvGrpSpPr>
        <p:grpSpPr>
          <a:xfrm>
            <a:off x="1433777" y="5528221"/>
            <a:ext cx="613993" cy="75107"/>
            <a:chOff x="-1587" y="4763"/>
            <a:chExt cx="300037" cy="42862"/>
          </a:xfrm>
          <a:solidFill>
            <a:schemeClr val="bg1"/>
          </a:solidFill>
        </p:grpSpPr>
        <p:sp>
          <p:nvSpPr>
            <p:cNvPr id="408" name="Oval 13">
              <a:extLst>
                <a:ext uri="{FF2B5EF4-FFF2-40B4-BE49-F238E27FC236}">
                  <a16:creationId xmlns:a16="http://schemas.microsoft.com/office/drawing/2014/main" id="{EFF050FE-D3FD-BAE4-B33F-FCD8ABD26715}"/>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09" name="Oval 14">
              <a:extLst>
                <a:ext uri="{FF2B5EF4-FFF2-40B4-BE49-F238E27FC236}">
                  <a16:creationId xmlns:a16="http://schemas.microsoft.com/office/drawing/2014/main" id="{87630A76-4060-4BB0-EF18-A53082D0D8A0}"/>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0" name="Oval 15">
              <a:extLst>
                <a:ext uri="{FF2B5EF4-FFF2-40B4-BE49-F238E27FC236}">
                  <a16:creationId xmlns:a16="http://schemas.microsoft.com/office/drawing/2014/main" id="{46B2C827-42B9-DBEC-F22A-F17CC0C8A77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1" name="Oval 16">
              <a:extLst>
                <a:ext uri="{FF2B5EF4-FFF2-40B4-BE49-F238E27FC236}">
                  <a16:creationId xmlns:a16="http://schemas.microsoft.com/office/drawing/2014/main" id="{B59EBCEA-4042-970A-98AD-2F36CD31C175}"/>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412" name="Rectangle 402">
            <a:extLst>
              <a:ext uri="{FF2B5EF4-FFF2-40B4-BE49-F238E27FC236}">
                <a16:creationId xmlns:a16="http://schemas.microsoft.com/office/drawing/2014/main" id="{673165B6-3265-E64F-D897-23F76C1FB9DB}"/>
              </a:ext>
            </a:extLst>
          </p:cNvPr>
          <p:cNvSpPr/>
          <p:nvPr userDrawn="1"/>
        </p:nvSpPr>
        <p:spPr>
          <a:xfrm rot="10800000">
            <a:off x="2231874" y="4927332"/>
            <a:ext cx="1150304" cy="1395112"/>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4" name="Picture Placeholder 2">
            <a:extLst>
              <a:ext uri="{FF2B5EF4-FFF2-40B4-BE49-F238E27FC236}">
                <a16:creationId xmlns:a16="http://schemas.microsoft.com/office/drawing/2014/main" id="{ED6BC3D2-2522-41DF-7A30-2E8260076555}"/>
              </a:ext>
            </a:extLst>
          </p:cNvPr>
          <p:cNvSpPr>
            <a:spLocks noGrp="1"/>
          </p:cNvSpPr>
          <p:nvPr>
            <p:ph type="pic" sz="quarter" idx="13"/>
          </p:nvPr>
        </p:nvSpPr>
        <p:spPr>
          <a:xfrm>
            <a:off x="68665" y="921703"/>
            <a:ext cx="4459468" cy="4278630"/>
          </a:xfrm>
          <a:custGeom>
            <a:avLst/>
            <a:gdLst>
              <a:gd name="connsiteX0" fmla="*/ 0 w 2905125"/>
              <a:gd name="connsiteY0" fmla="*/ 4278630 h 4278630"/>
              <a:gd name="connsiteX1" fmla="*/ 1053834 w 2905125"/>
              <a:gd name="connsiteY1" fmla="*/ 0 h 4278630"/>
              <a:gd name="connsiteX2" fmla="*/ 2905125 w 2905125"/>
              <a:gd name="connsiteY2" fmla="*/ 0 h 4278630"/>
              <a:gd name="connsiteX3" fmla="*/ 1851291 w 2905125"/>
              <a:gd name="connsiteY3" fmla="*/ 4278630 h 4278630"/>
              <a:gd name="connsiteX4" fmla="*/ 0 w 2905125"/>
              <a:gd name="connsiteY4" fmla="*/ 4278630 h 4278630"/>
              <a:gd name="connsiteX0" fmla="*/ 0 w 4065185"/>
              <a:gd name="connsiteY0" fmla="*/ 4278630 h 4278630"/>
              <a:gd name="connsiteX1" fmla="*/ 2213894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2432510 w 4065185"/>
              <a:gd name="connsiteY3" fmla="*/ 4270241 h 4278630"/>
              <a:gd name="connsiteX4" fmla="*/ 0 w 4065185"/>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375578"/>
              <a:gd name="connsiteY0" fmla="*/ 4278630 h 4278630"/>
              <a:gd name="connsiteX1" fmla="*/ 997490 w 4375578"/>
              <a:gd name="connsiteY1" fmla="*/ 0 h 4278630"/>
              <a:gd name="connsiteX2" fmla="*/ 4375578 w 4375578"/>
              <a:gd name="connsiteY2" fmla="*/ 8389 h 4278630"/>
              <a:gd name="connsiteX3" fmla="*/ 2432510 w 4375578"/>
              <a:gd name="connsiteY3" fmla="*/ 4270241 h 4278630"/>
              <a:gd name="connsiteX4" fmla="*/ 0 w 4375578"/>
              <a:gd name="connsiteY4" fmla="*/ 4278630 h 4278630"/>
              <a:gd name="connsiteX0" fmla="*/ 0 w 4459468"/>
              <a:gd name="connsiteY0" fmla="*/ 4278630 h 4278630"/>
              <a:gd name="connsiteX1" fmla="*/ 997490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 name="connsiteX0" fmla="*/ 0 w 4459468"/>
              <a:gd name="connsiteY0" fmla="*/ 4278630 h 4278630"/>
              <a:gd name="connsiteX1" fmla="*/ 2130004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9468" h="4278630">
                <a:moveTo>
                  <a:pt x="0" y="4278630"/>
                </a:moveTo>
                <a:lnTo>
                  <a:pt x="2130004" y="0"/>
                </a:lnTo>
                <a:lnTo>
                  <a:pt x="4459468" y="0"/>
                </a:lnTo>
                <a:lnTo>
                  <a:pt x="2432510" y="4270241"/>
                </a:lnTo>
                <a:lnTo>
                  <a:pt x="0" y="4278630"/>
                </a:lnTo>
                <a:close/>
              </a:path>
            </a:pathLst>
          </a:custGeom>
        </p:spPr>
        <p:txBody>
          <a:bodyPr/>
          <a:lstStyle/>
          <a:p>
            <a:endParaRPr lang="en-MY"/>
          </a:p>
        </p:txBody>
      </p:sp>
      <p:pic>
        <p:nvPicPr>
          <p:cNvPr id="15" name="Picture 14" descr="Logo&#10;&#10;Description automatically generated">
            <a:extLst>
              <a:ext uri="{FF2B5EF4-FFF2-40B4-BE49-F238E27FC236}">
                <a16:creationId xmlns:a16="http://schemas.microsoft.com/office/drawing/2014/main" id="{12B52E9B-EBD9-59E5-FD4A-F852C1B6F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666644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_layout_01">
    <p:bg>
      <p:bgPr>
        <a:solidFill>
          <a:srgbClr val="C04C4C"/>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97D312-FCF4-DE33-A475-5EF12430433B}"/>
              </a:ext>
            </a:extLst>
          </p:cNvPr>
          <p:cNvSpPr>
            <a:spLocks noGrp="1"/>
          </p:cNvSpPr>
          <p:nvPr>
            <p:ph type="ftr" sz="quarter" idx="10"/>
          </p:nvPr>
        </p:nvSpPr>
        <p:spPr/>
        <p:txBody>
          <a:bodyPr/>
          <a:lstStyle/>
          <a:p>
            <a:endParaRPr lang="en-MY" dirty="0"/>
          </a:p>
        </p:txBody>
      </p:sp>
      <p:sp>
        <p:nvSpPr>
          <p:cNvPr id="4" name="Slide Number Placeholder 3">
            <a:extLst>
              <a:ext uri="{FF2B5EF4-FFF2-40B4-BE49-F238E27FC236}">
                <a16:creationId xmlns:a16="http://schemas.microsoft.com/office/drawing/2014/main" id="{D2C172CD-6881-B6F2-739F-2CB7D2B50239}"/>
              </a:ext>
            </a:extLst>
          </p:cNvPr>
          <p:cNvSpPr>
            <a:spLocks noGrp="1"/>
          </p:cNvSpPr>
          <p:nvPr>
            <p:ph type="sldNum" sz="quarter" idx="11"/>
          </p:nvPr>
        </p:nvSpPr>
        <p:spPr/>
        <p:txBody>
          <a:bodyPr/>
          <a:lstStyle/>
          <a:p>
            <a:fld id="{7737D3DD-0AB3-4F16-99FA-6262B2B4036D}" type="slidenum">
              <a:rPr lang="en-MY" smtClean="0"/>
              <a:pPr/>
              <a:t>‹#›</a:t>
            </a:fld>
            <a:endParaRPr lang="en-MY" dirty="0"/>
          </a:p>
        </p:txBody>
      </p:sp>
      <p:sp>
        <p:nvSpPr>
          <p:cNvPr id="5" name="Rectangle 4">
            <a:extLst>
              <a:ext uri="{FF2B5EF4-FFF2-40B4-BE49-F238E27FC236}">
                <a16:creationId xmlns:a16="http://schemas.microsoft.com/office/drawing/2014/main" id="{0569989E-F336-675A-C17F-6BEC4980C6E2}"/>
              </a:ext>
            </a:extLst>
          </p:cNvPr>
          <p:cNvSpPr/>
          <p:nvPr userDrawn="1"/>
        </p:nvSpPr>
        <p:spPr>
          <a:xfrm>
            <a:off x="0" y="-1"/>
            <a:ext cx="12192000" cy="685800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7" name="Picture 6">
            <a:extLst>
              <a:ext uri="{FF2B5EF4-FFF2-40B4-BE49-F238E27FC236}">
                <a16:creationId xmlns:a16="http://schemas.microsoft.com/office/drawing/2014/main" id="{A2B09A61-C8B8-77A3-B50F-C473B78F17E2}"/>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9" name="Freeform 88">
            <a:extLst>
              <a:ext uri="{FF2B5EF4-FFF2-40B4-BE49-F238E27FC236}">
                <a16:creationId xmlns:a16="http://schemas.microsoft.com/office/drawing/2014/main" id="{B895953F-CAF8-92F3-1EC5-F97B90F9D599}"/>
              </a:ext>
            </a:extLst>
          </p:cNvPr>
          <p:cNvSpPr>
            <a:spLocks noEditPoints="1"/>
          </p:cNvSpPr>
          <p:nvPr userDrawn="1"/>
        </p:nvSpPr>
        <p:spPr bwMode="auto">
          <a:xfrm rot="13500000">
            <a:off x="8565369" y="-3309433"/>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8">
            <a:extLst>
              <a:ext uri="{FF2B5EF4-FFF2-40B4-BE49-F238E27FC236}">
                <a16:creationId xmlns:a16="http://schemas.microsoft.com/office/drawing/2014/main" id="{063183E8-ED2B-748E-7754-13955CBFDBE0}"/>
              </a:ext>
            </a:extLst>
          </p:cNvPr>
          <p:cNvSpPr>
            <a:spLocks noEditPoints="1"/>
          </p:cNvSpPr>
          <p:nvPr userDrawn="1"/>
        </p:nvSpPr>
        <p:spPr bwMode="auto">
          <a:xfrm rot="1408779">
            <a:off x="6843673" y="-624848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Picture Placeholder 2">
            <a:extLst>
              <a:ext uri="{FF2B5EF4-FFF2-40B4-BE49-F238E27FC236}">
                <a16:creationId xmlns:a16="http://schemas.microsoft.com/office/drawing/2014/main" id="{070865CC-7406-8BF6-F1B8-F40A463E721C}"/>
              </a:ext>
            </a:extLst>
          </p:cNvPr>
          <p:cNvSpPr>
            <a:spLocks noGrp="1"/>
          </p:cNvSpPr>
          <p:nvPr>
            <p:ph type="pic" sz="quarter" idx="13"/>
          </p:nvPr>
        </p:nvSpPr>
        <p:spPr>
          <a:xfrm>
            <a:off x="-109538" y="-83942"/>
            <a:ext cx="7441671" cy="709379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5206987"/>
              <a:gd name="connsiteY0" fmla="*/ 971550 h 5250180"/>
              <a:gd name="connsiteX1" fmla="*/ 5206987 w 5206987"/>
              <a:gd name="connsiteY1" fmla="*/ 0 h 5250180"/>
              <a:gd name="connsiteX2" fmla="*/ 2905125 w 5206987"/>
              <a:gd name="connsiteY2" fmla="*/ 1827226 h 5250180"/>
              <a:gd name="connsiteX3" fmla="*/ 2905125 w 5206987"/>
              <a:gd name="connsiteY3" fmla="*/ 5250180 h 5250180"/>
              <a:gd name="connsiteX4" fmla="*/ 0 w 5206987"/>
              <a:gd name="connsiteY4" fmla="*/ 5250180 h 5250180"/>
              <a:gd name="connsiteX5" fmla="*/ 0 w 5206987"/>
              <a:gd name="connsiteY5" fmla="*/ 971550 h 5250180"/>
              <a:gd name="connsiteX0" fmla="*/ 0 w 5206987"/>
              <a:gd name="connsiteY0" fmla="*/ 971550 h 6827851"/>
              <a:gd name="connsiteX1" fmla="*/ 5206987 w 5206987"/>
              <a:gd name="connsiteY1" fmla="*/ 0 h 6827851"/>
              <a:gd name="connsiteX2" fmla="*/ 3405188 w 5206987"/>
              <a:gd name="connsiteY2" fmla="*/ 6827851 h 6827851"/>
              <a:gd name="connsiteX3" fmla="*/ 2905125 w 5206987"/>
              <a:gd name="connsiteY3" fmla="*/ 5250180 h 6827851"/>
              <a:gd name="connsiteX4" fmla="*/ 0 w 5206987"/>
              <a:gd name="connsiteY4" fmla="*/ 5250180 h 6827851"/>
              <a:gd name="connsiteX5" fmla="*/ 0 w 5206987"/>
              <a:gd name="connsiteY5" fmla="*/ 971550 h 6827851"/>
              <a:gd name="connsiteX0" fmla="*/ 1323975 w 6530962"/>
              <a:gd name="connsiteY0" fmla="*/ 971550 h 6950393"/>
              <a:gd name="connsiteX1" fmla="*/ 6530962 w 6530962"/>
              <a:gd name="connsiteY1" fmla="*/ 0 h 6950393"/>
              <a:gd name="connsiteX2" fmla="*/ 4729163 w 6530962"/>
              <a:gd name="connsiteY2" fmla="*/ 6827851 h 6950393"/>
              <a:gd name="connsiteX3" fmla="*/ 0 w 6530962"/>
              <a:gd name="connsiteY3" fmla="*/ 6950393 h 6950393"/>
              <a:gd name="connsiteX4" fmla="*/ 1323975 w 6530962"/>
              <a:gd name="connsiteY4" fmla="*/ 5250180 h 6950393"/>
              <a:gd name="connsiteX5" fmla="*/ 1323975 w 6530962"/>
              <a:gd name="connsiteY5" fmla="*/ 971550 h 6950393"/>
              <a:gd name="connsiteX0" fmla="*/ 1323975 w 6530962"/>
              <a:gd name="connsiteY0" fmla="*/ 971550 h 7127888"/>
              <a:gd name="connsiteX1" fmla="*/ 6530962 w 6530962"/>
              <a:gd name="connsiteY1" fmla="*/ 0 h 7127888"/>
              <a:gd name="connsiteX2" fmla="*/ 5386388 w 6530962"/>
              <a:gd name="connsiteY2" fmla="*/ 7127888 h 7127888"/>
              <a:gd name="connsiteX3" fmla="*/ 0 w 6530962"/>
              <a:gd name="connsiteY3" fmla="*/ 6950393 h 7127888"/>
              <a:gd name="connsiteX4" fmla="*/ 1323975 w 6530962"/>
              <a:gd name="connsiteY4" fmla="*/ 5250180 h 7127888"/>
              <a:gd name="connsiteX5" fmla="*/ 1323975 w 6530962"/>
              <a:gd name="connsiteY5" fmla="*/ 971550 h 7127888"/>
              <a:gd name="connsiteX0" fmla="*/ 1323975 w 6530962"/>
              <a:gd name="connsiteY0" fmla="*/ 971550 h 7013588"/>
              <a:gd name="connsiteX1" fmla="*/ 6530962 w 6530962"/>
              <a:gd name="connsiteY1" fmla="*/ 0 h 7013588"/>
              <a:gd name="connsiteX2" fmla="*/ 5514976 w 6530962"/>
              <a:gd name="connsiteY2" fmla="*/ 7013588 h 7013588"/>
              <a:gd name="connsiteX3" fmla="*/ 0 w 6530962"/>
              <a:gd name="connsiteY3" fmla="*/ 6950393 h 7013588"/>
              <a:gd name="connsiteX4" fmla="*/ 1323975 w 6530962"/>
              <a:gd name="connsiteY4" fmla="*/ 5250180 h 7013588"/>
              <a:gd name="connsiteX5" fmla="*/ 1323975 w 6530962"/>
              <a:gd name="connsiteY5" fmla="*/ 971550 h 7013588"/>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2424113 w 6545250"/>
              <a:gd name="connsiteY0" fmla="*/ 0 h 7078982"/>
              <a:gd name="connsiteX1" fmla="*/ 6545250 w 6545250"/>
              <a:gd name="connsiteY1" fmla="*/ 28576 h 7078982"/>
              <a:gd name="connsiteX2" fmla="*/ 5529264 w 6545250"/>
              <a:gd name="connsiteY2" fmla="*/ 7042164 h 7078982"/>
              <a:gd name="connsiteX3" fmla="*/ 0 w 6545250"/>
              <a:gd name="connsiteY3" fmla="*/ 7078982 h 7078982"/>
              <a:gd name="connsiteX4" fmla="*/ 1338263 w 6545250"/>
              <a:gd name="connsiteY4" fmla="*/ 5278756 h 7078982"/>
              <a:gd name="connsiteX5" fmla="*/ 2424113 w 6545250"/>
              <a:gd name="connsiteY5" fmla="*/ 0 h 7078982"/>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1338263 w 7045312"/>
              <a:gd name="connsiteY4" fmla="*/ 5307330 h 7107556"/>
              <a:gd name="connsiteX5" fmla="*/ 2424113 w 7045312"/>
              <a:gd name="connsiteY5"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8090341"/>
              <a:gd name="connsiteY0" fmla="*/ 16698 h 7095680"/>
              <a:gd name="connsiteX1" fmla="*/ 8090341 w 8090341"/>
              <a:gd name="connsiteY1" fmla="*/ 0 h 7095680"/>
              <a:gd name="connsiteX2" fmla="*/ 5529264 w 8090341"/>
              <a:gd name="connsiteY2" fmla="*/ 7058862 h 7095680"/>
              <a:gd name="connsiteX3" fmla="*/ 0 w 8090341"/>
              <a:gd name="connsiteY3" fmla="*/ 7095680 h 7095680"/>
              <a:gd name="connsiteX4" fmla="*/ 2424113 w 8090341"/>
              <a:gd name="connsiteY4" fmla="*/ 16698 h 7095680"/>
              <a:gd name="connsiteX0" fmla="*/ 2424113 w 8173468"/>
              <a:gd name="connsiteY0" fmla="*/ 0 h 7078982"/>
              <a:gd name="connsiteX1" fmla="*/ 8173468 w 8173468"/>
              <a:gd name="connsiteY1" fmla="*/ 18928 h 7078982"/>
              <a:gd name="connsiteX2" fmla="*/ 5529264 w 8173468"/>
              <a:gd name="connsiteY2" fmla="*/ 7042164 h 7078982"/>
              <a:gd name="connsiteX3" fmla="*/ 0 w 8173468"/>
              <a:gd name="connsiteY3" fmla="*/ 7078982 h 7078982"/>
              <a:gd name="connsiteX4" fmla="*/ 2424113 w 8173468"/>
              <a:gd name="connsiteY4" fmla="*/ 0 h 7078982"/>
              <a:gd name="connsiteX0" fmla="*/ 2424113 w 8173468"/>
              <a:gd name="connsiteY0" fmla="*/ 16698 h 7095680"/>
              <a:gd name="connsiteX1" fmla="*/ 8173468 w 8173468"/>
              <a:gd name="connsiteY1" fmla="*/ 0 h 7095680"/>
              <a:gd name="connsiteX2" fmla="*/ 5529264 w 8173468"/>
              <a:gd name="connsiteY2" fmla="*/ 7058862 h 7095680"/>
              <a:gd name="connsiteX3" fmla="*/ 0 w 8173468"/>
              <a:gd name="connsiteY3" fmla="*/ 7095680 h 7095680"/>
              <a:gd name="connsiteX4" fmla="*/ 2424113 w 8173468"/>
              <a:gd name="connsiteY4" fmla="*/ 16698 h 7095680"/>
              <a:gd name="connsiteX0" fmla="*/ 2424113 w 8173468"/>
              <a:gd name="connsiteY0" fmla="*/ 28574 h 7107556"/>
              <a:gd name="connsiteX1" fmla="*/ 8173468 w 8173468"/>
              <a:gd name="connsiteY1" fmla="*/ 0 h 7107556"/>
              <a:gd name="connsiteX2" fmla="*/ 5529264 w 8173468"/>
              <a:gd name="connsiteY2" fmla="*/ 7070738 h 7107556"/>
              <a:gd name="connsiteX3" fmla="*/ 0 w 8173468"/>
              <a:gd name="connsiteY3" fmla="*/ 7107556 h 7107556"/>
              <a:gd name="connsiteX4" fmla="*/ 2424113 w 8173468"/>
              <a:gd name="connsiteY4" fmla="*/ 28574 h 7107556"/>
              <a:gd name="connsiteX0" fmla="*/ 2424113 w 8204204"/>
              <a:gd name="connsiteY0" fmla="*/ 28574 h 7107556"/>
              <a:gd name="connsiteX1" fmla="*/ 8204204 w 8204204"/>
              <a:gd name="connsiteY1" fmla="*/ 0 h 7107556"/>
              <a:gd name="connsiteX2" fmla="*/ 5529264 w 8204204"/>
              <a:gd name="connsiteY2" fmla="*/ 7070738 h 7107556"/>
              <a:gd name="connsiteX3" fmla="*/ 0 w 8204204"/>
              <a:gd name="connsiteY3" fmla="*/ 7107556 h 7107556"/>
              <a:gd name="connsiteX4" fmla="*/ 2424113 w 8204204"/>
              <a:gd name="connsiteY4" fmla="*/ 28574 h 7107556"/>
              <a:gd name="connsiteX0" fmla="*/ 2424113 w 8219573"/>
              <a:gd name="connsiteY0" fmla="*/ 28574 h 7107556"/>
              <a:gd name="connsiteX1" fmla="*/ 8219573 w 8219573"/>
              <a:gd name="connsiteY1" fmla="*/ 0 h 7107556"/>
              <a:gd name="connsiteX2" fmla="*/ 5529264 w 8219573"/>
              <a:gd name="connsiteY2" fmla="*/ 7070738 h 7107556"/>
              <a:gd name="connsiteX3" fmla="*/ 0 w 8219573"/>
              <a:gd name="connsiteY3" fmla="*/ 7107556 h 7107556"/>
              <a:gd name="connsiteX4" fmla="*/ 2424113 w 8219573"/>
              <a:gd name="connsiteY4" fmla="*/ 28574 h 7107556"/>
              <a:gd name="connsiteX0" fmla="*/ 2424113 w 8265677"/>
              <a:gd name="connsiteY0" fmla="*/ 20889 h 7099871"/>
              <a:gd name="connsiteX1" fmla="*/ 8265677 w 8265677"/>
              <a:gd name="connsiteY1" fmla="*/ 0 h 7099871"/>
              <a:gd name="connsiteX2" fmla="*/ 5529264 w 8265677"/>
              <a:gd name="connsiteY2" fmla="*/ 7063053 h 7099871"/>
              <a:gd name="connsiteX3" fmla="*/ 0 w 8265677"/>
              <a:gd name="connsiteY3" fmla="*/ 7099871 h 7099871"/>
              <a:gd name="connsiteX4" fmla="*/ 2424113 w 8265677"/>
              <a:gd name="connsiteY4" fmla="*/ 20889 h 7099871"/>
              <a:gd name="connsiteX0" fmla="*/ 2424113 w 8288729"/>
              <a:gd name="connsiteY0" fmla="*/ 20889 h 7099871"/>
              <a:gd name="connsiteX1" fmla="*/ 8288729 w 8288729"/>
              <a:gd name="connsiteY1" fmla="*/ 0 h 7099871"/>
              <a:gd name="connsiteX2" fmla="*/ 5529264 w 8288729"/>
              <a:gd name="connsiteY2" fmla="*/ 7063053 h 7099871"/>
              <a:gd name="connsiteX3" fmla="*/ 0 w 8288729"/>
              <a:gd name="connsiteY3" fmla="*/ 7099871 h 7099871"/>
              <a:gd name="connsiteX4" fmla="*/ 2424113 w 8288729"/>
              <a:gd name="connsiteY4" fmla="*/ 20889 h 7099871"/>
              <a:gd name="connsiteX0" fmla="*/ 2424113 w 8319465"/>
              <a:gd name="connsiteY0" fmla="*/ 5521 h 7084503"/>
              <a:gd name="connsiteX1" fmla="*/ 8319465 w 8319465"/>
              <a:gd name="connsiteY1" fmla="*/ 0 h 7084503"/>
              <a:gd name="connsiteX2" fmla="*/ 5529264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4463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8305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2147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9831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2136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3673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5978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93790"/>
              <a:gd name="connsiteX1" fmla="*/ 8319465 w 8319465"/>
              <a:gd name="connsiteY1" fmla="*/ 0 h 7093790"/>
              <a:gd name="connsiteX2" fmla="*/ 5782837 w 8319465"/>
              <a:gd name="connsiteY2" fmla="*/ 7093790 h 7093790"/>
              <a:gd name="connsiteX3" fmla="*/ 0 w 8319465"/>
              <a:gd name="connsiteY3" fmla="*/ 7084503 h 7093790"/>
              <a:gd name="connsiteX4" fmla="*/ 2424113 w 8319465"/>
              <a:gd name="connsiteY4" fmla="*/ 5521 h 7093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465" h="7093790">
                <a:moveTo>
                  <a:pt x="2424113" y="5521"/>
                </a:moveTo>
                <a:lnTo>
                  <a:pt x="8319465" y="0"/>
                </a:lnTo>
                <a:lnTo>
                  <a:pt x="5782837" y="7093790"/>
                </a:lnTo>
                <a:lnTo>
                  <a:pt x="0" y="7084503"/>
                </a:lnTo>
                <a:lnTo>
                  <a:pt x="2424113" y="5521"/>
                </a:lnTo>
                <a:close/>
              </a:path>
            </a:pathLst>
          </a:custGeom>
        </p:spPr>
        <p:txBody>
          <a:bodyPr/>
          <a:lstStyle/>
          <a:p>
            <a:endParaRPr lang="en-MY"/>
          </a:p>
        </p:txBody>
      </p:sp>
    </p:spTree>
    <p:extLst>
      <p:ext uri="{BB962C8B-B14F-4D97-AF65-F5344CB8AC3E}">
        <p14:creationId xmlns:p14="http://schemas.microsoft.com/office/powerpoint/2010/main" val="3785751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Rectangle 4">
            <a:extLst>
              <a:ext uri="{FF2B5EF4-FFF2-40B4-BE49-F238E27FC236}">
                <a16:creationId xmlns:a16="http://schemas.microsoft.com/office/drawing/2014/main" id="{221C01C2-421D-6D47-A4A6-F3FBD49FCCD9}"/>
              </a:ext>
            </a:extLst>
          </p:cNvPr>
          <p:cNvSpPr/>
          <p:nvPr userDrawn="1"/>
        </p:nvSpPr>
        <p:spPr>
          <a:xfrm rot="10800000">
            <a:off x="120965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7" name="Rectangle 6">
            <a:extLst>
              <a:ext uri="{FF2B5EF4-FFF2-40B4-BE49-F238E27FC236}">
                <a16:creationId xmlns:a16="http://schemas.microsoft.com/office/drawing/2014/main" id="{0BD78213-2FB4-C549-781F-4073598A4AE7}"/>
              </a:ext>
            </a:extLst>
          </p:cNvPr>
          <p:cNvSpPr/>
          <p:nvPr userDrawn="1"/>
        </p:nvSpPr>
        <p:spPr>
          <a:xfrm rot="10800000">
            <a:off x="120967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EF466068-AD20-659C-746B-81BEE50E9ADA}"/>
              </a:ext>
            </a:extLst>
          </p:cNvPr>
          <p:cNvSpPr/>
          <p:nvPr userDrawn="1"/>
        </p:nvSpPr>
        <p:spPr>
          <a:xfrm rot="10800000">
            <a:off x="120965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5" name="Diagonal Stripe 14">
            <a:extLst>
              <a:ext uri="{FF2B5EF4-FFF2-40B4-BE49-F238E27FC236}">
                <a16:creationId xmlns:a16="http://schemas.microsoft.com/office/drawing/2014/main" id="{D82BA350-C437-1B6C-0082-CD7CF0CE547D}"/>
              </a:ext>
            </a:extLst>
          </p:cNvPr>
          <p:cNvSpPr/>
          <p:nvPr userDrawn="1"/>
        </p:nvSpPr>
        <p:spPr>
          <a:xfrm>
            <a:off x="0" y="0"/>
            <a:ext cx="5606143" cy="6858000"/>
          </a:xfrm>
          <a:prstGeom prst="diagStripe">
            <a:avLst/>
          </a:prstGeom>
          <a:solidFill>
            <a:schemeClr val="bg1">
              <a:lumMod val="75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spTree>
    <p:extLst>
      <p:ext uri="{BB962C8B-B14F-4D97-AF65-F5344CB8AC3E}">
        <p14:creationId xmlns:p14="http://schemas.microsoft.com/office/powerpoint/2010/main" val="98221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37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A71898-202E-A9B0-5802-EB291E6E6BDA}"/>
              </a:ext>
            </a:extLst>
          </p:cNvPr>
          <p:cNvSpPr>
            <a:spLocks noGrp="1"/>
          </p:cNvSpPr>
          <p:nvPr>
            <p:ph type="title"/>
          </p:nvPr>
        </p:nvSpPr>
        <p:spPr>
          <a:xfrm>
            <a:off x="838200" y="336550"/>
            <a:ext cx="10515600" cy="1325563"/>
          </a:xfrm>
          <a:prstGeom prst="rect">
            <a:avLst/>
          </a:prstGeom>
        </p:spPr>
        <p:txBody>
          <a:bodyPr vert="horz" lIns="91440" tIns="45720" rIns="91440" bIns="45720" rtlCol="0" anchor="ctr">
            <a:normAutofit/>
          </a:bodyPr>
          <a:lstStyle/>
          <a:p>
            <a:r>
              <a:rPr lang="en-US" dirty="0"/>
              <a:t>Click to edit Master title style</a:t>
            </a:r>
            <a:endParaRPr lang="en-MY" dirty="0"/>
          </a:p>
        </p:txBody>
      </p:sp>
      <p:sp>
        <p:nvSpPr>
          <p:cNvPr id="3" name="Text Placeholder 2">
            <a:extLst>
              <a:ext uri="{FF2B5EF4-FFF2-40B4-BE49-F238E27FC236}">
                <a16:creationId xmlns:a16="http://schemas.microsoft.com/office/drawing/2014/main" id="{7E086769-6690-B393-F5E4-DCECFF419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55DC639E-4B25-1826-B194-296A678A915A}"/>
              </a:ext>
            </a:extLst>
          </p:cNvPr>
          <p:cNvSpPr>
            <a:spLocks noGrp="1"/>
          </p:cNvSpPr>
          <p:nvPr>
            <p:ph type="ftr" sz="quarter" idx="3"/>
          </p:nvPr>
        </p:nvSpPr>
        <p:spPr>
          <a:xfrm>
            <a:off x="186887" y="644403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dirty="0"/>
          </a:p>
        </p:txBody>
      </p:sp>
      <p:sp>
        <p:nvSpPr>
          <p:cNvPr id="9" name="Freeform: Shape 8">
            <a:extLst>
              <a:ext uri="{FF2B5EF4-FFF2-40B4-BE49-F238E27FC236}">
                <a16:creationId xmlns:a16="http://schemas.microsoft.com/office/drawing/2014/main" id="{F6E48471-839B-1190-2A8F-CDE90D81E453}"/>
              </a:ext>
            </a:extLst>
          </p:cNvPr>
          <p:cNvSpPr/>
          <p:nvPr userDrawn="1"/>
        </p:nvSpPr>
        <p:spPr>
          <a:xfrm>
            <a:off x="5553075" y="6413500"/>
            <a:ext cx="1085850" cy="444500"/>
          </a:xfrm>
          <a:custGeom>
            <a:avLst/>
            <a:gdLst>
              <a:gd name="connsiteX0" fmla="*/ 550981 w 2344943"/>
              <a:gd name="connsiteY0" fmla="*/ 0 h 407428"/>
              <a:gd name="connsiteX1" fmla="*/ 940996 w 2344943"/>
              <a:gd name="connsiteY1" fmla="*/ 0 h 407428"/>
              <a:gd name="connsiteX2" fmla="*/ 1403945 w 2344943"/>
              <a:gd name="connsiteY2" fmla="*/ 0 h 407428"/>
              <a:gd name="connsiteX3" fmla="*/ 1793961 w 2344943"/>
              <a:gd name="connsiteY3" fmla="*/ 0 h 407428"/>
              <a:gd name="connsiteX4" fmla="*/ 2288061 w 2344943"/>
              <a:gd name="connsiteY4" fmla="*/ 355358 h 407428"/>
              <a:gd name="connsiteX5" fmla="*/ 2344943 w 2344943"/>
              <a:gd name="connsiteY5" fmla="*/ 407428 h 407428"/>
              <a:gd name="connsiteX6" fmla="*/ 0 w 2344943"/>
              <a:gd name="connsiteY6" fmla="*/ 407428 h 407428"/>
              <a:gd name="connsiteX7" fmla="*/ 56882 w 2344943"/>
              <a:gd name="connsiteY7" fmla="*/ 355358 h 407428"/>
              <a:gd name="connsiteX8" fmla="*/ 550981 w 2344943"/>
              <a:gd name="connsiteY8" fmla="*/ 0 h 40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943" h="407428">
                <a:moveTo>
                  <a:pt x="550981" y="0"/>
                </a:moveTo>
                <a:lnTo>
                  <a:pt x="940996" y="0"/>
                </a:lnTo>
                <a:lnTo>
                  <a:pt x="1403945" y="0"/>
                </a:lnTo>
                <a:lnTo>
                  <a:pt x="1793961" y="0"/>
                </a:lnTo>
                <a:cubicBezTo>
                  <a:pt x="2111814" y="387"/>
                  <a:pt x="2144200" y="198956"/>
                  <a:pt x="2288061" y="355358"/>
                </a:cubicBezTo>
                <a:lnTo>
                  <a:pt x="2344943" y="407428"/>
                </a:lnTo>
                <a:lnTo>
                  <a:pt x="0" y="407428"/>
                </a:lnTo>
                <a:lnTo>
                  <a:pt x="56882" y="355358"/>
                </a:lnTo>
                <a:cubicBezTo>
                  <a:pt x="200743" y="198956"/>
                  <a:pt x="233129" y="387"/>
                  <a:pt x="550981"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9B71315-3089-4F92-F4F2-BBC69C1FAA52}"/>
              </a:ext>
            </a:extLst>
          </p:cNvPr>
          <p:cNvSpPr>
            <a:spLocks noGrp="1"/>
          </p:cNvSpPr>
          <p:nvPr>
            <p:ph type="sldNum" sz="quarter" idx="4"/>
          </p:nvPr>
        </p:nvSpPr>
        <p:spPr>
          <a:xfrm>
            <a:off x="4718816" y="6433021"/>
            <a:ext cx="2743200" cy="365125"/>
          </a:xfrm>
          <a:prstGeom prst="rect">
            <a:avLst/>
          </a:prstGeom>
        </p:spPr>
        <p:txBody>
          <a:bodyPr vert="horz" lIns="91440" tIns="45720" rIns="91440" bIns="45720" rtlCol="0" anchor="ctr"/>
          <a:lstStyle>
            <a:lvl1pPr algn="ctr">
              <a:defRPr sz="1400">
                <a:solidFill>
                  <a:schemeClr val="tx1">
                    <a:lumMod val="85000"/>
                    <a:lumOff val="15000"/>
                  </a:schemeClr>
                </a:solidFill>
              </a:defRPr>
            </a:lvl1pPr>
          </a:lstStyle>
          <a:p>
            <a:fld id="{7737D3DD-0AB3-4F16-99FA-6262B2B4036D}" type="slidenum">
              <a:rPr lang="en-MY" smtClean="0"/>
              <a:pPr/>
              <a:t>‹#›</a:t>
            </a:fld>
            <a:endParaRPr lang="en-MY" dirty="0"/>
          </a:p>
        </p:txBody>
      </p:sp>
    </p:spTree>
    <p:extLst>
      <p:ext uri="{BB962C8B-B14F-4D97-AF65-F5344CB8AC3E}">
        <p14:creationId xmlns:p14="http://schemas.microsoft.com/office/powerpoint/2010/main" val="2158109776"/>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49" r:id="rId3"/>
    <p:sldLayoutId id="2147483654" r:id="rId4"/>
    <p:sldLayoutId id="2147483650" r:id="rId5"/>
    <p:sldLayoutId id="2147483651" r:id="rId6"/>
    <p:sldLayoutId id="2147483652" r:id="rId7"/>
    <p:sldLayoutId id="2147483659" r:id="rId8"/>
    <p:sldLayoutId id="2147483665" r:id="rId9"/>
    <p:sldLayoutId id="2147483666" r:id="rId10"/>
    <p:sldLayoutId id="2147483653" r:id="rId11"/>
    <p:sldLayoutId id="2147483655" r:id="rId12"/>
    <p:sldLayoutId id="2147483663" r:id="rId13"/>
    <p:sldLayoutId id="2147483660" r:id="rId14"/>
    <p:sldLayoutId id="2147483656" r:id="rId15"/>
    <p:sldLayoutId id="2147483657" r:id="rId16"/>
    <p:sldLayoutId id="2147483658" r:id="rId17"/>
    <p:sldLayoutId id="2147483661" r:id="rId18"/>
    <p:sldLayoutId id="2147483664" r:id="rId19"/>
  </p:sldLayoutIdLst>
  <p:hf hdr="0" ftr="0" dt="0"/>
  <p:txStyles>
    <p:titleStyle>
      <a:lvl1pPr algn="l" defTabSz="914400" rtl="0" eaLnBrk="1" latinLnBrk="0" hangingPunct="1">
        <a:lnSpc>
          <a:spcPct val="9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321F6-0790-616A-8EAF-18348D7908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181100-FF79-92DD-2D59-F8730F46A416}"/>
              </a:ext>
            </a:extLst>
          </p:cNvPr>
          <p:cNvSpPr txBox="1"/>
          <p:nvPr/>
        </p:nvSpPr>
        <p:spPr>
          <a:xfrm>
            <a:off x="656092" y="1566952"/>
            <a:ext cx="6372225" cy="1862048"/>
          </a:xfrm>
          <a:prstGeom prst="rect">
            <a:avLst/>
          </a:prstGeom>
          <a:noFill/>
        </p:spPr>
        <p:txBody>
          <a:bodyPr>
            <a:spAutoFit/>
          </a:bodyPr>
          <a:lstStyle/>
          <a:p>
            <a:pPr eaLnBrk="1" fontAlgn="auto" hangingPunct="1">
              <a:lnSpc>
                <a:spcPct val="150000"/>
              </a:lnSpc>
              <a:spcBef>
                <a:spcPts val="0"/>
              </a:spcBef>
              <a:spcAft>
                <a:spcPts val="0"/>
              </a:spcAft>
              <a:defRPr/>
            </a:pPr>
            <a:r>
              <a:rPr lang="en-GB" sz="4000" b="1">
                <a:solidFill>
                  <a:srgbClr val="F2F2F2"/>
                </a:solidFill>
                <a:latin typeface="+mj-lt"/>
              </a:rPr>
              <a:t>Topic 7: </a:t>
            </a:r>
            <a:r>
              <a:rPr lang="en-GB" sz="4000" b="1" dirty="0">
                <a:solidFill>
                  <a:srgbClr val="F2F2F2"/>
                </a:solidFill>
                <a:latin typeface="+mj-lt"/>
              </a:rPr>
              <a:t>User Journey Map (part 2)</a:t>
            </a:r>
          </a:p>
        </p:txBody>
      </p:sp>
      <p:sp>
        <p:nvSpPr>
          <p:cNvPr id="6" name="Rectangle 5">
            <a:extLst>
              <a:ext uri="{FF2B5EF4-FFF2-40B4-BE49-F238E27FC236}">
                <a16:creationId xmlns:a16="http://schemas.microsoft.com/office/drawing/2014/main" id="{8DBE485B-F0EC-0DB9-E008-2849E6E25E8D}"/>
              </a:ext>
            </a:extLst>
          </p:cNvPr>
          <p:cNvSpPr>
            <a:spLocks noChangeArrowheads="1"/>
          </p:cNvSpPr>
          <p:nvPr/>
        </p:nvSpPr>
        <p:spPr bwMode="auto">
          <a:xfrm>
            <a:off x="656092" y="3864656"/>
            <a:ext cx="3544888" cy="1086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nSpc>
                <a:spcPct val="150000"/>
              </a:lnSpc>
            </a:pPr>
            <a:r>
              <a:rPr lang="en-GB" sz="1100" b="1" dirty="0">
                <a:solidFill>
                  <a:schemeClr val="bg2"/>
                </a:solidFill>
              </a:rPr>
              <a:t>SECV2113 Human-Computer Interaction</a:t>
            </a:r>
          </a:p>
          <a:p>
            <a:pPr>
              <a:lnSpc>
                <a:spcPct val="150000"/>
              </a:lnSpc>
            </a:pPr>
            <a:endParaRPr lang="en-GB" sz="1100" b="1" dirty="0">
              <a:solidFill>
                <a:schemeClr val="bg2"/>
              </a:solidFill>
            </a:endParaRPr>
          </a:p>
          <a:p>
            <a:pPr>
              <a:lnSpc>
                <a:spcPct val="150000"/>
              </a:lnSpc>
            </a:pPr>
            <a:r>
              <a:rPr lang="en-GB" sz="1100" b="1" dirty="0">
                <a:solidFill>
                  <a:schemeClr val="bg2"/>
                </a:solidFill>
              </a:rPr>
              <a:t>Faculty of Computing</a:t>
            </a:r>
          </a:p>
          <a:p>
            <a:pPr>
              <a:lnSpc>
                <a:spcPct val="150000"/>
              </a:lnSpc>
            </a:pPr>
            <a:r>
              <a:rPr lang="en-GB" sz="1100" b="1" dirty="0" err="1">
                <a:solidFill>
                  <a:schemeClr val="bg2"/>
                </a:solidFill>
              </a:rPr>
              <a:t>Universiti</a:t>
            </a:r>
            <a:r>
              <a:rPr lang="en-GB" sz="1100" b="1" dirty="0">
                <a:solidFill>
                  <a:schemeClr val="bg2"/>
                </a:solidFill>
              </a:rPr>
              <a:t> </a:t>
            </a:r>
            <a:r>
              <a:rPr lang="en-GB" sz="1100" b="1" dirty="0" err="1">
                <a:solidFill>
                  <a:schemeClr val="bg2"/>
                </a:solidFill>
              </a:rPr>
              <a:t>Teknologi</a:t>
            </a:r>
            <a:r>
              <a:rPr lang="en-GB" sz="1100" b="1" dirty="0">
                <a:solidFill>
                  <a:schemeClr val="bg2"/>
                </a:solidFill>
              </a:rPr>
              <a:t> Malaysia</a:t>
            </a:r>
          </a:p>
        </p:txBody>
      </p:sp>
      <p:sp>
        <p:nvSpPr>
          <p:cNvPr id="2" name="Slide Number Placeholder 1">
            <a:extLst>
              <a:ext uri="{FF2B5EF4-FFF2-40B4-BE49-F238E27FC236}">
                <a16:creationId xmlns:a16="http://schemas.microsoft.com/office/drawing/2014/main" id="{341CED56-1665-8124-A721-BB53B4632B43}"/>
              </a:ext>
            </a:extLst>
          </p:cNvPr>
          <p:cNvSpPr>
            <a:spLocks noGrp="1"/>
          </p:cNvSpPr>
          <p:nvPr>
            <p:ph type="sldNum" sz="quarter" idx="11"/>
          </p:nvPr>
        </p:nvSpPr>
        <p:spPr/>
        <p:txBody>
          <a:bodyPr/>
          <a:lstStyle/>
          <a:p>
            <a:fld id="{7737D3DD-0AB3-4F16-99FA-6262B2B4036D}" type="slidenum">
              <a:rPr lang="en-GB" smtClean="0"/>
              <a:t>1</a:t>
            </a:fld>
            <a:endParaRPr lang="en-GB" dirty="0"/>
          </a:p>
        </p:txBody>
      </p:sp>
    </p:spTree>
    <p:extLst>
      <p:ext uri="{BB962C8B-B14F-4D97-AF65-F5344CB8AC3E}">
        <p14:creationId xmlns:p14="http://schemas.microsoft.com/office/powerpoint/2010/main" val="83958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F91112-E67B-52E0-5CE0-84E598D5ACC2}"/>
              </a:ext>
            </a:extLst>
          </p:cNvPr>
          <p:cNvSpPr txBox="1"/>
          <p:nvPr/>
        </p:nvSpPr>
        <p:spPr>
          <a:xfrm>
            <a:off x="1187312" y="1992074"/>
            <a:ext cx="823913" cy="646112"/>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01</a:t>
            </a:r>
          </a:p>
        </p:txBody>
      </p:sp>
      <p:sp>
        <p:nvSpPr>
          <p:cNvPr id="3" name="TextBox 2">
            <a:extLst>
              <a:ext uri="{FF2B5EF4-FFF2-40B4-BE49-F238E27FC236}">
                <a16:creationId xmlns:a16="http://schemas.microsoft.com/office/drawing/2014/main" id="{0BC73770-F834-B3F6-8C54-7A5C1249A7AA}"/>
              </a:ext>
            </a:extLst>
          </p:cNvPr>
          <p:cNvSpPr txBox="1"/>
          <p:nvPr/>
        </p:nvSpPr>
        <p:spPr>
          <a:xfrm>
            <a:off x="2115106" y="1764241"/>
            <a:ext cx="6246325"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WHAT IS A JOURNEY MAP?</a:t>
            </a:r>
          </a:p>
        </p:txBody>
      </p:sp>
      <p:sp>
        <p:nvSpPr>
          <p:cNvPr id="4" name="TextBox 3">
            <a:extLst>
              <a:ext uri="{FF2B5EF4-FFF2-40B4-BE49-F238E27FC236}">
                <a16:creationId xmlns:a16="http://schemas.microsoft.com/office/drawing/2014/main" id="{BAF8E65B-A985-5225-3DBE-AE4CF54409A9}"/>
              </a:ext>
            </a:extLst>
          </p:cNvPr>
          <p:cNvSpPr txBox="1"/>
          <p:nvPr/>
        </p:nvSpPr>
        <p:spPr>
          <a:xfrm>
            <a:off x="1187312" y="2943847"/>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02</a:t>
            </a:r>
          </a:p>
        </p:txBody>
      </p:sp>
      <p:sp>
        <p:nvSpPr>
          <p:cNvPr id="14" name="Slide Number Placeholder 13">
            <a:extLst>
              <a:ext uri="{FF2B5EF4-FFF2-40B4-BE49-F238E27FC236}">
                <a16:creationId xmlns:a16="http://schemas.microsoft.com/office/drawing/2014/main" id="{57082154-5F28-3427-0747-570968D9939E}"/>
              </a:ext>
            </a:extLst>
          </p:cNvPr>
          <p:cNvSpPr>
            <a:spLocks noGrp="1"/>
          </p:cNvSpPr>
          <p:nvPr>
            <p:ph type="sldNum" sz="quarter" idx="11"/>
          </p:nvPr>
        </p:nvSpPr>
        <p:spPr/>
        <p:txBody>
          <a:bodyPr/>
          <a:lstStyle/>
          <a:p>
            <a:fld id="{7737D3DD-0AB3-4F16-99FA-6262B2B4036D}" type="slidenum">
              <a:rPr lang="en-MY" smtClean="0"/>
              <a:t>2</a:t>
            </a:fld>
            <a:endParaRPr lang="en-MY"/>
          </a:p>
        </p:txBody>
      </p:sp>
      <p:sp>
        <p:nvSpPr>
          <p:cNvPr id="8" name="TextBox 7">
            <a:extLst>
              <a:ext uri="{FF2B5EF4-FFF2-40B4-BE49-F238E27FC236}">
                <a16:creationId xmlns:a16="http://schemas.microsoft.com/office/drawing/2014/main" id="{D6C7A4A7-6CE3-3FED-FB35-D9F97AC95E95}"/>
              </a:ext>
            </a:extLst>
          </p:cNvPr>
          <p:cNvSpPr txBox="1"/>
          <p:nvPr/>
        </p:nvSpPr>
        <p:spPr>
          <a:xfrm>
            <a:off x="2115106" y="2735880"/>
            <a:ext cx="9426654"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DECONSTRUCTION OF A JOURNEY MAP</a:t>
            </a:r>
          </a:p>
        </p:txBody>
      </p:sp>
      <p:sp>
        <p:nvSpPr>
          <p:cNvPr id="9" name="TextBox 8">
            <a:extLst>
              <a:ext uri="{FF2B5EF4-FFF2-40B4-BE49-F238E27FC236}">
                <a16:creationId xmlns:a16="http://schemas.microsoft.com/office/drawing/2014/main" id="{65738E39-9788-6DDA-744C-8B71AE0FE1D4}"/>
              </a:ext>
            </a:extLst>
          </p:cNvPr>
          <p:cNvSpPr txBox="1"/>
          <p:nvPr/>
        </p:nvSpPr>
        <p:spPr>
          <a:xfrm>
            <a:off x="1187312" y="3915486"/>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03</a:t>
            </a:r>
          </a:p>
        </p:txBody>
      </p:sp>
      <p:sp>
        <p:nvSpPr>
          <p:cNvPr id="10" name="TextBox 9">
            <a:extLst>
              <a:ext uri="{FF2B5EF4-FFF2-40B4-BE49-F238E27FC236}">
                <a16:creationId xmlns:a16="http://schemas.microsoft.com/office/drawing/2014/main" id="{33F51578-447E-6366-DBB4-20A22F82B516}"/>
              </a:ext>
            </a:extLst>
          </p:cNvPr>
          <p:cNvSpPr txBox="1"/>
          <p:nvPr/>
        </p:nvSpPr>
        <p:spPr>
          <a:xfrm>
            <a:off x="2115106" y="3707519"/>
            <a:ext cx="9426654"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EXAMPLES</a:t>
            </a:r>
          </a:p>
        </p:txBody>
      </p:sp>
    </p:spTree>
    <p:extLst>
      <p:ext uri="{BB962C8B-B14F-4D97-AF65-F5344CB8AC3E}">
        <p14:creationId xmlns:p14="http://schemas.microsoft.com/office/powerpoint/2010/main" val="261219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accel="20000" decel="6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accel="20000" decel="6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ppt_x"/>
                                          </p:val>
                                        </p:tav>
                                        <p:tav tm="100000">
                                          <p:val>
                                            <p:strVal val="#ppt_x"/>
                                          </p:val>
                                        </p:tav>
                                      </p:tavLst>
                                    </p:anim>
                                    <p:anim calcmode="lin" valueType="num">
                                      <p:cBhvr additive="base">
                                        <p:cTn id="16" dur="10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accel="20000" decel="6000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accel="20000" decel="6000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accel="20000" decel="6000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1000" fill="hold"/>
                                        <p:tgtEl>
                                          <p:spTgt spid="10"/>
                                        </p:tgtEl>
                                        <p:attrNameLst>
                                          <p:attrName>ppt_x</p:attrName>
                                        </p:attrNameLst>
                                      </p:cBhvr>
                                      <p:tavLst>
                                        <p:tav tm="0">
                                          <p:val>
                                            <p:strVal val="#ppt_x"/>
                                          </p:val>
                                        </p:tav>
                                        <p:tav tm="100000">
                                          <p:val>
                                            <p:strVal val="#ppt_x"/>
                                          </p:val>
                                        </p:tav>
                                      </p:tavLst>
                                    </p:anim>
                                    <p:anim calcmode="lin" valueType="num">
                                      <p:cBhvr additive="base">
                                        <p:cTn id="28"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D4571-76D5-058D-01FE-B58F3637C1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51CDEF5-04F5-AB48-8AD4-9CB8FCAD9CD9}"/>
              </a:ext>
            </a:extLst>
          </p:cNvPr>
          <p:cNvSpPr txBox="1"/>
          <p:nvPr/>
        </p:nvSpPr>
        <p:spPr>
          <a:xfrm>
            <a:off x="7296150" y="1782972"/>
            <a:ext cx="4363960" cy="2585323"/>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WHAT IS A</a:t>
            </a:r>
          </a:p>
          <a:p>
            <a:pPr algn="ctr"/>
            <a:r>
              <a:rPr lang="en-US" sz="5400" b="1" kern="0" dirty="0">
                <a:solidFill>
                  <a:srgbClr val="C04C4C"/>
                </a:solidFill>
                <a:latin typeface="+mj-lt"/>
              </a:rPr>
              <a:t>JOURNEY MAP</a:t>
            </a:r>
          </a:p>
        </p:txBody>
      </p:sp>
      <p:sp>
        <p:nvSpPr>
          <p:cNvPr id="2" name="Slide Number Placeholder 1">
            <a:extLst>
              <a:ext uri="{FF2B5EF4-FFF2-40B4-BE49-F238E27FC236}">
                <a16:creationId xmlns:a16="http://schemas.microsoft.com/office/drawing/2014/main" id="{A45FFE68-8D6D-A729-172B-6A2786FEA1F2}"/>
              </a:ext>
            </a:extLst>
          </p:cNvPr>
          <p:cNvSpPr>
            <a:spLocks noGrp="1"/>
          </p:cNvSpPr>
          <p:nvPr>
            <p:ph type="sldNum" sz="quarter" idx="11"/>
          </p:nvPr>
        </p:nvSpPr>
        <p:spPr/>
        <p:txBody>
          <a:bodyPr/>
          <a:lstStyle/>
          <a:p>
            <a:fld id="{7737D3DD-0AB3-4F16-99FA-6262B2B4036D}" type="slidenum">
              <a:rPr lang="en-MY" smtClean="0"/>
              <a:t>3</a:t>
            </a:fld>
            <a:endParaRPr lang="en-MY"/>
          </a:p>
        </p:txBody>
      </p:sp>
    </p:spTree>
    <p:extLst>
      <p:ext uri="{BB962C8B-B14F-4D97-AF65-F5344CB8AC3E}">
        <p14:creationId xmlns:p14="http://schemas.microsoft.com/office/powerpoint/2010/main" val="2389008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2438-6C99-266C-2D7C-86FDF823AC8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F8ABBDF-3747-8705-1924-07418AF13822}"/>
              </a:ext>
            </a:extLst>
          </p:cNvPr>
          <p:cNvSpPr txBox="1"/>
          <p:nvPr/>
        </p:nvSpPr>
        <p:spPr>
          <a:xfrm>
            <a:off x="2090862" y="362151"/>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What is a Journey Map?</a:t>
            </a:r>
          </a:p>
        </p:txBody>
      </p:sp>
      <p:sp>
        <p:nvSpPr>
          <p:cNvPr id="24" name="Rectangle 23">
            <a:extLst>
              <a:ext uri="{FF2B5EF4-FFF2-40B4-BE49-F238E27FC236}">
                <a16:creationId xmlns:a16="http://schemas.microsoft.com/office/drawing/2014/main" id="{F661811A-DEE6-3FF2-146E-A7FF2A655DF1}"/>
              </a:ext>
            </a:extLst>
          </p:cNvPr>
          <p:cNvSpPr/>
          <p:nvPr/>
        </p:nvSpPr>
        <p:spPr>
          <a:xfrm>
            <a:off x="848048" y="1131592"/>
            <a:ext cx="10110060" cy="541302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A </a:t>
            </a:r>
            <a:r>
              <a:rPr lang="en-US" sz="2000" dirty="0" err="1">
                <a:solidFill>
                  <a:schemeClr val="tx1">
                    <a:lumMod val="65000"/>
                    <a:lumOff val="35000"/>
                  </a:schemeClr>
                </a:solidFill>
              </a:rPr>
              <a:t>visualisation</a:t>
            </a:r>
            <a:r>
              <a:rPr lang="en-US" sz="2000" dirty="0">
                <a:solidFill>
                  <a:schemeClr val="tx1">
                    <a:lumMod val="65000"/>
                    <a:lumOff val="35000"/>
                  </a:schemeClr>
                </a:solidFill>
              </a:rPr>
              <a:t> of the process that a person goes through in order to accomplish a goal</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A common UX tool. They come in all shapes, sizes, and formats. Depending on the context, they can be used in a variety of ways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 terms ‘user journey map’ and ‘customer journey map’ can be used interchangeably. Both reference a visualization of a person using your product or service</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In its most basic form, </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journey mapping starts by compiling a series of user actions into a timeline</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Next, the timeline is fleshed out with user thoughts and emotions in order to create a narrative</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This narrative is condensed and polished, ultimately leading to a </a:t>
            </a:r>
            <a:r>
              <a:rPr lang="en-US" dirty="0" err="1">
                <a:solidFill>
                  <a:schemeClr val="tx1">
                    <a:lumMod val="65000"/>
                    <a:lumOff val="35000"/>
                  </a:schemeClr>
                </a:solidFill>
              </a:rPr>
              <a:t>visualisation</a:t>
            </a:r>
            <a:endParaRPr lang="en-US"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9B2989F2-FC63-3B7C-8084-C33836BF910B}"/>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a:t>
            </a:fld>
            <a:endParaRPr lang="en-MY" dirty="0"/>
          </a:p>
        </p:txBody>
      </p:sp>
    </p:spTree>
    <p:extLst>
      <p:ext uri="{BB962C8B-B14F-4D97-AF65-F5344CB8AC3E}">
        <p14:creationId xmlns:p14="http://schemas.microsoft.com/office/powerpoint/2010/main" val="4097058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9CF9D-3B18-B510-44ED-8E3767DACD16}"/>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C52033AC-2745-4969-B5B5-0B989BF6955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a:t>
            </a:fld>
            <a:endParaRPr lang="en-MY" dirty="0"/>
          </a:p>
        </p:txBody>
      </p:sp>
      <p:pic>
        <p:nvPicPr>
          <p:cNvPr id="5" name="Google Shape;119;p27">
            <a:extLst>
              <a:ext uri="{FF2B5EF4-FFF2-40B4-BE49-F238E27FC236}">
                <a16:creationId xmlns:a16="http://schemas.microsoft.com/office/drawing/2014/main" id="{B976D6F0-2B92-694F-D1BD-3B337A00AC8F}"/>
              </a:ext>
            </a:extLst>
          </p:cNvPr>
          <p:cNvPicPr preferRelativeResize="0"/>
          <p:nvPr/>
        </p:nvPicPr>
        <p:blipFill rotWithShape="1">
          <a:blip r:embed="rId2">
            <a:alphaModFix/>
          </a:blip>
          <a:srcRect/>
          <a:stretch/>
        </p:blipFill>
        <p:spPr>
          <a:xfrm>
            <a:off x="2626678" y="0"/>
            <a:ext cx="7426325" cy="6858000"/>
          </a:xfrm>
          <a:prstGeom prst="rect">
            <a:avLst/>
          </a:prstGeom>
          <a:noFill/>
          <a:ln>
            <a:noFill/>
          </a:ln>
        </p:spPr>
      </p:pic>
    </p:spTree>
    <p:extLst>
      <p:ext uri="{BB962C8B-B14F-4D97-AF65-F5344CB8AC3E}">
        <p14:creationId xmlns:p14="http://schemas.microsoft.com/office/powerpoint/2010/main" val="3922235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CDDCC-5E25-B830-5B11-F3DF4C8ACD9F}"/>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8F3C5991-A1E4-CBC1-679A-61D38704C540}"/>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6</a:t>
            </a:fld>
            <a:endParaRPr lang="en-MY" dirty="0"/>
          </a:p>
        </p:txBody>
      </p:sp>
      <p:pic>
        <p:nvPicPr>
          <p:cNvPr id="5" name="Google Shape;644;p44">
            <a:extLst>
              <a:ext uri="{FF2B5EF4-FFF2-40B4-BE49-F238E27FC236}">
                <a16:creationId xmlns:a16="http://schemas.microsoft.com/office/drawing/2014/main" id="{5906C4DF-6558-015F-4F9E-0D8098E6F1EF}"/>
              </a:ext>
            </a:extLst>
          </p:cNvPr>
          <p:cNvPicPr preferRelativeResize="0"/>
          <p:nvPr/>
        </p:nvPicPr>
        <p:blipFill rotWithShape="1">
          <a:blip r:embed="rId2">
            <a:alphaModFix/>
          </a:blip>
          <a:srcRect/>
          <a:stretch/>
        </p:blipFill>
        <p:spPr>
          <a:xfrm>
            <a:off x="660400" y="116840"/>
            <a:ext cx="10871200" cy="6523826"/>
          </a:xfrm>
          <a:prstGeom prst="rect">
            <a:avLst/>
          </a:prstGeom>
          <a:noFill/>
          <a:ln>
            <a:noFill/>
          </a:ln>
        </p:spPr>
      </p:pic>
    </p:spTree>
    <p:extLst>
      <p:ext uri="{BB962C8B-B14F-4D97-AF65-F5344CB8AC3E}">
        <p14:creationId xmlns:p14="http://schemas.microsoft.com/office/powerpoint/2010/main" val="45280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9B727-0EE9-B338-F591-29EFCEADD7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74A2B3F-85B1-8945-E4EB-854EA1B123F9}"/>
              </a:ext>
            </a:extLst>
          </p:cNvPr>
          <p:cNvSpPr txBox="1"/>
          <p:nvPr/>
        </p:nvSpPr>
        <p:spPr>
          <a:xfrm>
            <a:off x="7296150" y="1782972"/>
            <a:ext cx="4363960" cy="2862322"/>
          </a:xfrm>
          <a:prstGeom prst="rect">
            <a:avLst/>
          </a:prstGeom>
          <a:noFill/>
        </p:spPr>
        <p:txBody>
          <a:bodyPr wrap="square" rtlCol="0">
            <a:spAutoFit/>
          </a:bodyPr>
          <a:lstStyle/>
          <a:p>
            <a:pPr algn="ctr"/>
            <a:r>
              <a:rPr lang="en-US" sz="3600" b="1" kern="0" dirty="0">
                <a:solidFill>
                  <a:schemeClr val="tx1">
                    <a:lumMod val="85000"/>
                    <a:lumOff val="15000"/>
                  </a:schemeClr>
                </a:solidFill>
                <a:latin typeface="+mj-lt"/>
              </a:rPr>
              <a:t>DECONSTRUCTION OF A</a:t>
            </a:r>
          </a:p>
          <a:p>
            <a:pPr algn="ctr"/>
            <a:r>
              <a:rPr lang="en-US" sz="5400" b="1" kern="0" dirty="0">
                <a:solidFill>
                  <a:srgbClr val="C04C4C"/>
                </a:solidFill>
                <a:latin typeface="+mj-lt"/>
              </a:rPr>
              <a:t>JOURNEY MAP</a:t>
            </a:r>
          </a:p>
        </p:txBody>
      </p:sp>
      <p:sp>
        <p:nvSpPr>
          <p:cNvPr id="2" name="Slide Number Placeholder 1">
            <a:extLst>
              <a:ext uri="{FF2B5EF4-FFF2-40B4-BE49-F238E27FC236}">
                <a16:creationId xmlns:a16="http://schemas.microsoft.com/office/drawing/2014/main" id="{00C2E973-699A-36C3-A0F2-496E46F276F2}"/>
              </a:ext>
            </a:extLst>
          </p:cNvPr>
          <p:cNvSpPr>
            <a:spLocks noGrp="1"/>
          </p:cNvSpPr>
          <p:nvPr>
            <p:ph type="sldNum" sz="quarter" idx="11"/>
          </p:nvPr>
        </p:nvSpPr>
        <p:spPr/>
        <p:txBody>
          <a:bodyPr/>
          <a:lstStyle/>
          <a:p>
            <a:fld id="{7737D3DD-0AB3-4F16-99FA-6262B2B4036D}" type="slidenum">
              <a:rPr lang="en-MY" smtClean="0"/>
              <a:t>7</a:t>
            </a:fld>
            <a:endParaRPr lang="en-MY"/>
          </a:p>
        </p:txBody>
      </p:sp>
    </p:spTree>
    <p:extLst>
      <p:ext uri="{BB962C8B-B14F-4D97-AF65-F5344CB8AC3E}">
        <p14:creationId xmlns:p14="http://schemas.microsoft.com/office/powerpoint/2010/main" val="3861334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BC38E-E02E-7C85-DD72-19DC40CD936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97A9E21-AFBF-7D9F-3C80-360B3BD8AF71}"/>
              </a:ext>
            </a:extLst>
          </p:cNvPr>
          <p:cNvSpPr txBox="1"/>
          <p:nvPr/>
        </p:nvSpPr>
        <p:spPr>
          <a:xfrm>
            <a:off x="2090862" y="362151"/>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General Model</a:t>
            </a:r>
          </a:p>
        </p:txBody>
      </p:sp>
      <p:sp>
        <p:nvSpPr>
          <p:cNvPr id="24" name="Rectangle 23">
            <a:extLst>
              <a:ext uri="{FF2B5EF4-FFF2-40B4-BE49-F238E27FC236}">
                <a16:creationId xmlns:a16="http://schemas.microsoft.com/office/drawing/2014/main" id="{2DCC927E-F3E7-0077-7C55-3B010D94CA9F}"/>
              </a:ext>
            </a:extLst>
          </p:cNvPr>
          <p:cNvSpPr/>
          <p:nvPr/>
        </p:nvSpPr>
        <p:spPr>
          <a:xfrm>
            <a:off x="848048" y="1131592"/>
            <a:ext cx="10110060" cy="513217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A journey map tend to follow a general model that includes:</a:t>
            </a:r>
          </a:p>
          <a:p>
            <a:pPr marL="800100" lvl="1" indent="-342900" algn="just">
              <a:lnSpc>
                <a:spcPct val="150000"/>
              </a:lnSpc>
              <a:buFont typeface="Arial" panose="020B0604020202020204" pitchFamily="34" charset="0"/>
              <a:buChar char="•"/>
            </a:pPr>
            <a:r>
              <a:rPr lang="en-US" sz="2000" b="1" dirty="0">
                <a:solidFill>
                  <a:schemeClr val="tx1">
                    <a:lumMod val="65000"/>
                    <a:lumOff val="35000"/>
                  </a:schemeClr>
                </a:solidFill>
              </a:rPr>
              <a:t>Zone A: </a:t>
            </a:r>
            <a:r>
              <a:rPr lang="en-US" sz="2000" dirty="0">
                <a:solidFill>
                  <a:schemeClr val="tx1">
                    <a:lumMod val="65000"/>
                    <a:lumOff val="35000"/>
                  </a:schemeClr>
                </a:solidFill>
              </a:rPr>
              <a:t>The lens provides constraints for the map by assigning (1) a persona (“who”) and (2) the scenario to be examined (“what”).</a:t>
            </a:r>
          </a:p>
          <a:p>
            <a:pPr marL="800100" lvl="1" indent="-342900" algn="just">
              <a:lnSpc>
                <a:spcPct val="150000"/>
              </a:lnSpc>
              <a:buFont typeface="Arial" panose="020B0604020202020204" pitchFamily="34" charset="0"/>
              <a:buChar char="•"/>
            </a:pPr>
            <a:r>
              <a:rPr lang="en-US" sz="2000" b="1" dirty="0">
                <a:solidFill>
                  <a:schemeClr val="tx1">
                    <a:lumMod val="65000"/>
                    <a:lumOff val="35000"/>
                  </a:schemeClr>
                </a:solidFill>
              </a:rPr>
              <a:t>Zone B: </a:t>
            </a:r>
            <a:r>
              <a:rPr lang="en-US" sz="2000" dirty="0">
                <a:solidFill>
                  <a:schemeClr val="tx1">
                    <a:lumMod val="65000"/>
                    <a:lumOff val="35000"/>
                  </a:schemeClr>
                </a:solidFill>
              </a:rPr>
              <a:t>The heart of the map is the visualized experience, usually aligned across (3) </a:t>
            </a:r>
            <a:r>
              <a:rPr lang="en-US" sz="2000" dirty="0" err="1">
                <a:solidFill>
                  <a:schemeClr val="tx1">
                    <a:lumMod val="65000"/>
                    <a:lumOff val="35000"/>
                  </a:schemeClr>
                </a:solidFill>
              </a:rPr>
              <a:t>chunkable</a:t>
            </a:r>
            <a:r>
              <a:rPr lang="en-US" sz="2000" dirty="0">
                <a:solidFill>
                  <a:schemeClr val="tx1">
                    <a:lumMod val="65000"/>
                    <a:lumOff val="35000"/>
                  </a:schemeClr>
                </a:solidFill>
              </a:rPr>
              <a:t> phases of the journey. The (4) actions, (5) thoughts, and (6) emotional experience of the user has throughout the journey can be supplemented with quotes or videos from research</a:t>
            </a:r>
          </a:p>
          <a:p>
            <a:pPr marL="800100" lvl="1" indent="-342900" algn="just">
              <a:lnSpc>
                <a:spcPct val="150000"/>
              </a:lnSpc>
              <a:buFont typeface="Arial" panose="020B0604020202020204" pitchFamily="34" charset="0"/>
              <a:buChar char="•"/>
            </a:pPr>
            <a:r>
              <a:rPr lang="en-US" sz="2000" b="1" dirty="0">
                <a:solidFill>
                  <a:schemeClr val="tx1">
                    <a:lumMod val="65000"/>
                    <a:lumOff val="35000"/>
                  </a:schemeClr>
                </a:solidFill>
              </a:rPr>
              <a:t>Zone C: </a:t>
            </a:r>
            <a:r>
              <a:rPr lang="en-US" sz="2000" dirty="0">
                <a:solidFill>
                  <a:schemeClr val="tx1">
                    <a:lumMod val="65000"/>
                    <a:lumOff val="35000"/>
                  </a:schemeClr>
                </a:solidFill>
              </a:rPr>
              <a:t>The output should vary based on the business goal the map supports, but it could describe the insights and pain points discovered, and the (7) opportunities to focus on going forward, as well as (8) internal ownership.</a:t>
            </a:r>
          </a:p>
        </p:txBody>
      </p:sp>
      <p:sp>
        <p:nvSpPr>
          <p:cNvPr id="4" name="Slide Number Placeholder 1">
            <a:extLst>
              <a:ext uri="{FF2B5EF4-FFF2-40B4-BE49-F238E27FC236}">
                <a16:creationId xmlns:a16="http://schemas.microsoft.com/office/drawing/2014/main" id="{51B498C2-B2D3-4982-8886-8DDDBA8D36E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8</a:t>
            </a:fld>
            <a:endParaRPr lang="en-MY" dirty="0"/>
          </a:p>
        </p:txBody>
      </p:sp>
    </p:spTree>
    <p:extLst>
      <p:ext uri="{BB962C8B-B14F-4D97-AF65-F5344CB8AC3E}">
        <p14:creationId xmlns:p14="http://schemas.microsoft.com/office/powerpoint/2010/main" val="2735189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83F11-B92E-7F19-DB54-8386E0F642AE}"/>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0D0AC4-0804-9586-8C7B-F117A0065F6B}"/>
              </a:ext>
            </a:extLst>
          </p:cNvPr>
          <p:cNvSpPr>
            <a:spLocks noGrp="1"/>
          </p:cNvSpPr>
          <p:nvPr>
            <p:ph type="sldNum" sz="quarter" idx="11"/>
          </p:nvPr>
        </p:nvSpPr>
        <p:spPr>
          <a:xfrm>
            <a:off x="4718816" y="6534621"/>
            <a:ext cx="2743200" cy="365125"/>
          </a:xfrm>
        </p:spPr>
        <p:txBody>
          <a:bodyPr/>
          <a:lstStyle/>
          <a:p>
            <a:fld id="{7737D3DD-0AB3-4F16-99FA-6262B2B4036D}" type="slidenum">
              <a:rPr lang="en-MY" smtClean="0"/>
              <a:t>9</a:t>
            </a:fld>
            <a:endParaRPr lang="en-MY" dirty="0"/>
          </a:p>
        </p:txBody>
      </p:sp>
      <p:pic>
        <p:nvPicPr>
          <p:cNvPr id="2" name="Google Shape;132;p8">
            <a:extLst>
              <a:ext uri="{FF2B5EF4-FFF2-40B4-BE49-F238E27FC236}">
                <a16:creationId xmlns:a16="http://schemas.microsoft.com/office/drawing/2014/main" id="{10094A7F-504D-13B1-3547-C1072E2860D8}"/>
              </a:ext>
            </a:extLst>
          </p:cNvPr>
          <p:cNvPicPr preferRelativeResize="0"/>
          <p:nvPr/>
        </p:nvPicPr>
        <p:blipFill rotWithShape="1">
          <a:blip r:embed="rId2">
            <a:alphaModFix/>
          </a:blip>
          <a:srcRect/>
          <a:stretch/>
        </p:blipFill>
        <p:spPr>
          <a:xfrm>
            <a:off x="1518416" y="295275"/>
            <a:ext cx="9144000" cy="6267450"/>
          </a:xfrm>
          <a:prstGeom prst="rect">
            <a:avLst/>
          </a:prstGeom>
          <a:noFill/>
          <a:ln>
            <a:noFill/>
          </a:ln>
        </p:spPr>
      </p:pic>
    </p:spTree>
    <p:extLst>
      <p:ext uri="{BB962C8B-B14F-4D97-AF65-F5344CB8AC3E}">
        <p14:creationId xmlns:p14="http://schemas.microsoft.com/office/powerpoint/2010/main" val="3087694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72083-CA0D-C0B7-12B9-9A1C72BEEC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BE0C0D5-8A85-96F4-DCF8-0969194B672B}"/>
              </a:ext>
            </a:extLst>
          </p:cNvPr>
          <p:cNvSpPr txBox="1"/>
          <p:nvPr/>
        </p:nvSpPr>
        <p:spPr>
          <a:xfrm>
            <a:off x="2090862" y="605474"/>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Key Components</a:t>
            </a:r>
          </a:p>
        </p:txBody>
      </p:sp>
      <p:sp>
        <p:nvSpPr>
          <p:cNvPr id="24" name="Rectangle 23">
            <a:extLst>
              <a:ext uri="{FF2B5EF4-FFF2-40B4-BE49-F238E27FC236}">
                <a16:creationId xmlns:a16="http://schemas.microsoft.com/office/drawing/2014/main" id="{B1002637-FFDD-DF40-70C7-9C1C097B9DB3}"/>
              </a:ext>
            </a:extLst>
          </p:cNvPr>
          <p:cNvSpPr/>
          <p:nvPr/>
        </p:nvSpPr>
        <p:spPr>
          <a:xfrm>
            <a:off x="868368" y="1778930"/>
            <a:ext cx="10110060" cy="374718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 following key elements are common :</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Actor</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Scenario + Expectations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Journey Phases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Actions, Mindsets, and Emotions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Touchpoints and Channels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Opportunities</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A1250E54-18E5-E656-0156-0CEDFD5D34A4}"/>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10</a:t>
            </a:fld>
            <a:endParaRPr lang="en-MY" dirty="0"/>
          </a:p>
        </p:txBody>
      </p:sp>
    </p:spTree>
    <p:extLst>
      <p:ext uri="{BB962C8B-B14F-4D97-AF65-F5344CB8AC3E}">
        <p14:creationId xmlns:p14="http://schemas.microsoft.com/office/powerpoint/2010/main" val="340760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E1BA4-7195-FC14-2AED-9A821CCC305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2DB8DF7-6F0E-95B8-0685-198EBCD4C6B0}"/>
              </a:ext>
            </a:extLst>
          </p:cNvPr>
          <p:cNvSpPr txBox="1"/>
          <p:nvPr/>
        </p:nvSpPr>
        <p:spPr>
          <a:xfrm>
            <a:off x="2090862" y="720890"/>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Actor</a:t>
            </a:r>
          </a:p>
        </p:txBody>
      </p:sp>
      <p:sp>
        <p:nvSpPr>
          <p:cNvPr id="24" name="Rectangle 23">
            <a:extLst>
              <a:ext uri="{FF2B5EF4-FFF2-40B4-BE49-F238E27FC236}">
                <a16:creationId xmlns:a16="http://schemas.microsoft.com/office/drawing/2014/main" id="{BFC7B1C6-5D76-6CBD-67AB-BF32097011B7}"/>
              </a:ext>
            </a:extLst>
          </p:cNvPr>
          <p:cNvSpPr/>
          <p:nvPr/>
        </p:nvSpPr>
        <p:spPr>
          <a:xfrm>
            <a:off x="868368" y="1786242"/>
            <a:ext cx="10110060" cy="328551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 persona or user who experiences the journey.</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Who the journey map is about — a point of view.</a:t>
            </a:r>
          </a:p>
          <a:p>
            <a:pPr algn="just">
              <a:lnSpc>
                <a:spcPct val="150000"/>
              </a:lnSpc>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Provide one point of view per map in order to build a strong, clear narrative. </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For example, for a student and a faculty member as actor — each would result in different journeys, thus need to build two separate maps </a:t>
            </a:r>
          </a:p>
        </p:txBody>
      </p:sp>
      <p:sp>
        <p:nvSpPr>
          <p:cNvPr id="4" name="Slide Number Placeholder 1">
            <a:extLst>
              <a:ext uri="{FF2B5EF4-FFF2-40B4-BE49-F238E27FC236}">
                <a16:creationId xmlns:a16="http://schemas.microsoft.com/office/drawing/2014/main" id="{89EDF071-DC71-0BEB-3008-8ACECADE76B2}"/>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11</a:t>
            </a:fld>
            <a:endParaRPr lang="en-MY" dirty="0"/>
          </a:p>
        </p:txBody>
      </p:sp>
    </p:spTree>
    <p:extLst>
      <p:ext uri="{BB962C8B-B14F-4D97-AF65-F5344CB8AC3E}">
        <p14:creationId xmlns:p14="http://schemas.microsoft.com/office/powerpoint/2010/main" val="1134482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79EC5-FD93-DB78-DE9E-938B8CD9C01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7F6B7D3-90F1-D684-C9A1-674CABD2DE6B}"/>
              </a:ext>
            </a:extLst>
          </p:cNvPr>
          <p:cNvSpPr txBox="1"/>
          <p:nvPr/>
        </p:nvSpPr>
        <p:spPr>
          <a:xfrm>
            <a:off x="2090862" y="720890"/>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Scenario and Expectations</a:t>
            </a:r>
          </a:p>
        </p:txBody>
      </p:sp>
      <p:sp>
        <p:nvSpPr>
          <p:cNvPr id="24" name="Rectangle 23">
            <a:extLst>
              <a:ext uri="{FF2B5EF4-FFF2-40B4-BE49-F238E27FC236}">
                <a16:creationId xmlns:a16="http://schemas.microsoft.com/office/drawing/2014/main" id="{8AEF235A-45CA-F723-B373-73744B320534}"/>
              </a:ext>
            </a:extLst>
          </p:cNvPr>
          <p:cNvSpPr/>
          <p:nvPr/>
        </p:nvSpPr>
        <p:spPr>
          <a:xfrm>
            <a:off x="868368" y="2050402"/>
            <a:ext cx="10110060" cy="328551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Describes the situation that the journey map addresses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Associated with an actor’s goal/need and specific expectations. </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For example, one scenario could be switching mobile plans to save money, and expectations for it include to easily find all the information needed to make a decision.</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Scenarios can be real (for existing products and services) or anticipated — for products that are yet in the design stage.</a:t>
            </a:r>
          </a:p>
        </p:txBody>
      </p:sp>
      <p:sp>
        <p:nvSpPr>
          <p:cNvPr id="4" name="Slide Number Placeholder 1">
            <a:extLst>
              <a:ext uri="{FF2B5EF4-FFF2-40B4-BE49-F238E27FC236}">
                <a16:creationId xmlns:a16="http://schemas.microsoft.com/office/drawing/2014/main" id="{EBB5B060-4DEE-0E74-9C22-1856EDAFF78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12</a:t>
            </a:fld>
            <a:endParaRPr lang="en-MY" dirty="0"/>
          </a:p>
        </p:txBody>
      </p:sp>
    </p:spTree>
    <p:extLst>
      <p:ext uri="{BB962C8B-B14F-4D97-AF65-F5344CB8AC3E}">
        <p14:creationId xmlns:p14="http://schemas.microsoft.com/office/powerpoint/2010/main" val="3621359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20A01-9AC4-D4B9-12AF-E81BC2B1DB6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5218AA1-EBB0-84B0-6387-96B0B84504DC}"/>
              </a:ext>
            </a:extLst>
          </p:cNvPr>
          <p:cNvSpPr txBox="1"/>
          <p:nvPr/>
        </p:nvSpPr>
        <p:spPr>
          <a:xfrm>
            <a:off x="2090862" y="425346"/>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Journey Phases</a:t>
            </a:r>
          </a:p>
        </p:txBody>
      </p:sp>
      <p:sp>
        <p:nvSpPr>
          <p:cNvPr id="24" name="Rectangle 23">
            <a:extLst>
              <a:ext uri="{FF2B5EF4-FFF2-40B4-BE49-F238E27FC236}">
                <a16:creationId xmlns:a16="http://schemas.microsoft.com/office/drawing/2014/main" id="{52A46907-7874-492A-37B8-E06FCFBBA746}"/>
              </a:ext>
            </a:extLst>
          </p:cNvPr>
          <p:cNvSpPr/>
          <p:nvPr/>
        </p:nvSpPr>
        <p:spPr>
          <a:xfrm>
            <a:off x="888688" y="1307769"/>
            <a:ext cx="10110060" cy="513217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 different high-level stages in the journey. </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Provide </a:t>
            </a:r>
            <a:r>
              <a:rPr lang="en-US" sz="2000" dirty="0" err="1">
                <a:solidFill>
                  <a:schemeClr val="tx1">
                    <a:lumMod val="65000"/>
                    <a:lumOff val="35000"/>
                  </a:schemeClr>
                </a:solidFill>
              </a:rPr>
              <a:t>organisation</a:t>
            </a:r>
            <a:r>
              <a:rPr lang="en-US" sz="2000" dirty="0">
                <a:solidFill>
                  <a:schemeClr val="tx1">
                    <a:lumMod val="65000"/>
                    <a:lumOff val="35000"/>
                  </a:schemeClr>
                </a:solidFill>
              </a:rPr>
              <a:t> for the rest of the information in the journey map (actions, thoughts, and emotions). </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 stages will vary from scenario to scenario; each organization will usually have data to help it determine what these phases are for a given scenario.</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Some examples:</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For an ecommerce scenario (like buying Bluetooth speakers), the stages can be discover, try, buy, use, seek support.</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For big (or luxury) purchases (like buying a car), the stages can be engagement, education, research, evaluation, justification.</a:t>
            </a:r>
          </a:p>
        </p:txBody>
      </p:sp>
      <p:sp>
        <p:nvSpPr>
          <p:cNvPr id="4" name="Slide Number Placeholder 1">
            <a:extLst>
              <a:ext uri="{FF2B5EF4-FFF2-40B4-BE49-F238E27FC236}">
                <a16:creationId xmlns:a16="http://schemas.microsoft.com/office/drawing/2014/main" id="{2F90E956-9920-7E45-A60B-DF0F14D41655}"/>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13</a:t>
            </a:fld>
            <a:endParaRPr lang="en-MY" dirty="0"/>
          </a:p>
        </p:txBody>
      </p:sp>
    </p:spTree>
    <p:extLst>
      <p:ext uri="{BB962C8B-B14F-4D97-AF65-F5344CB8AC3E}">
        <p14:creationId xmlns:p14="http://schemas.microsoft.com/office/powerpoint/2010/main" val="4059231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B6EB-31B8-FD60-0F06-191ABD79C1B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712E241-B212-1316-E6E6-B8019EDF0985}"/>
              </a:ext>
            </a:extLst>
          </p:cNvPr>
          <p:cNvSpPr txBox="1"/>
          <p:nvPr/>
        </p:nvSpPr>
        <p:spPr>
          <a:xfrm>
            <a:off x="1489775" y="418057"/>
            <a:ext cx="9201282"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Actions, Mindsets and Emotions</a:t>
            </a:r>
          </a:p>
        </p:txBody>
      </p:sp>
      <p:sp>
        <p:nvSpPr>
          <p:cNvPr id="24" name="Rectangle 23">
            <a:extLst>
              <a:ext uri="{FF2B5EF4-FFF2-40B4-BE49-F238E27FC236}">
                <a16:creationId xmlns:a16="http://schemas.microsoft.com/office/drawing/2014/main" id="{FE8D5F0A-F969-1B08-C0C4-A9F30D82701E}"/>
              </a:ext>
            </a:extLst>
          </p:cNvPr>
          <p:cNvSpPr/>
          <p:nvPr/>
        </p:nvSpPr>
        <p:spPr>
          <a:xfrm>
            <a:off x="774040" y="1187498"/>
            <a:ext cx="10632752" cy="546303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These are behaviors, thoughts, and feelings the actor has throughout the journey and that are mapped within each of the journey phases</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Actions :</a:t>
            </a:r>
          </a:p>
          <a:p>
            <a:pPr marL="800100" lvl="1" indent="-342900" algn="just">
              <a:lnSpc>
                <a:spcPct val="150000"/>
              </a:lnSpc>
              <a:buFont typeface="Arial" panose="020B0604020202020204" pitchFamily="34" charset="0"/>
              <a:buChar char="•"/>
            </a:pPr>
            <a:r>
              <a:rPr lang="en-US" sz="1600" dirty="0">
                <a:solidFill>
                  <a:schemeClr val="tx1">
                    <a:lumMod val="65000"/>
                    <a:lumOff val="35000"/>
                  </a:schemeClr>
                </a:solidFill>
              </a:rPr>
              <a:t>the actual behaviors and steps taken by users</a:t>
            </a:r>
          </a:p>
          <a:p>
            <a:pPr marL="800100" lvl="1" indent="-342900" algn="just">
              <a:lnSpc>
                <a:spcPct val="150000"/>
              </a:lnSpc>
              <a:buFont typeface="Arial" panose="020B0604020202020204" pitchFamily="34" charset="0"/>
              <a:buChar char="•"/>
            </a:pPr>
            <a:r>
              <a:rPr lang="en-US" sz="1600" dirty="0">
                <a:solidFill>
                  <a:schemeClr val="tx1">
                    <a:lumMod val="65000"/>
                    <a:lumOff val="35000"/>
                  </a:schemeClr>
                </a:solidFill>
              </a:rPr>
              <a:t>a narrative of the steps the actor takes during that phase, not meant to be a granular step-by-step log of every discrete interaction</a:t>
            </a: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Mindsets :</a:t>
            </a:r>
          </a:p>
          <a:p>
            <a:pPr marL="800100" lvl="1" indent="-342900" algn="just">
              <a:lnSpc>
                <a:spcPct val="150000"/>
              </a:lnSpc>
              <a:buFont typeface="Arial" panose="020B0604020202020204" pitchFamily="34" charset="0"/>
              <a:buChar char="•"/>
            </a:pPr>
            <a:r>
              <a:rPr lang="en-US" sz="1600" dirty="0">
                <a:solidFill>
                  <a:schemeClr val="tx1">
                    <a:lumMod val="65000"/>
                    <a:lumOff val="35000"/>
                  </a:schemeClr>
                </a:solidFill>
              </a:rPr>
              <a:t>correspond to users’ thoughts, questions, motivations, and information needs at different stages in the journey</a:t>
            </a:r>
          </a:p>
          <a:p>
            <a:pPr marL="800100" lvl="1" indent="-342900" algn="just">
              <a:lnSpc>
                <a:spcPct val="150000"/>
              </a:lnSpc>
              <a:buFont typeface="Arial" panose="020B0604020202020204" pitchFamily="34" charset="0"/>
              <a:buChar char="•"/>
            </a:pPr>
            <a:r>
              <a:rPr lang="en-US" sz="1600" dirty="0">
                <a:solidFill>
                  <a:schemeClr val="tx1">
                    <a:lumMod val="65000"/>
                    <a:lumOff val="35000"/>
                  </a:schemeClr>
                </a:solidFill>
              </a:rPr>
              <a:t>Ideally, these are customer verbatims from research</a:t>
            </a:r>
            <a:endParaRPr lang="en-US"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dirty="0">
                <a:solidFill>
                  <a:schemeClr val="tx1">
                    <a:lumMod val="65000"/>
                    <a:lumOff val="35000"/>
                  </a:schemeClr>
                </a:solidFill>
              </a:rPr>
              <a:t>Emotions:</a:t>
            </a:r>
          </a:p>
          <a:p>
            <a:pPr marL="800100" lvl="1" indent="-342900" algn="just">
              <a:lnSpc>
                <a:spcPct val="150000"/>
              </a:lnSpc>
              <a:buFont typeface="Arial" panose="020B0604020202020204" pitchFamily="34" charset="0"/>
              <a:buChar char="•"/>
            </a:pPr>
            <a:r>
              <a:rPr lang="en-US" sz="1600" dirty="0">
                <a:solidFill>
                  <a:schemeClr val="tx1">
                    <a:lumMod val="65000"/>
                    <a:lumOff val="35000"/>
                  </a:schemeClr>
                </a:solidFill>
              </a:rPr>
              <a:t>are plotted as single line across the journey phases, signaling the emotional “ups” and “downs” of the experience </a:t>
            </a:r>
          </a:p>
          <a:p>
            <a:pPr marL="800100" lvl="1" indent="-342900" algn="just">
              <a:lnSpc>
                <a:spcPct val="150000"/>
              </a:lnSpc>
              <a:buFont typeface="Arial" panose="020B0604020202020204" pitchFamily="34" charset="0"/>
              <a:buChar char="•"/>
            </a:pPr>
            <a:r>
              <a:rPr lang="en-US" sz="1600" dirty="0">
                <a:solidFill>
                  <a:schemeClr val="tx1">
                    <a:lumMod val="65000"/>
                    <a:lumOff val="35000"/>
                  </a:schemeClr>
                </a:solidFill>
              </a:rPr>
              <a:t>tells us at which part of the experience the user is feeling delighted versus feeling frustrated</a:t>
            </a:r>
          </a:p>
        </p:txBody>
      </p:sp>
      <p:sp>
        <p:nvSpPr>
          <p:cNvPr id="4" name="Slide Number Placeholder 1">
            <a:extLst>
              <a:ext uri="{FF2B5EF4-FFF2-40B4-BE49-F238E27FC236}">
                <a16:creationId xmlns:a16="http://schemas.microsoft.com/office/drawing/2014/main" id="{282616AB-D87C-368F-2020-7BD2A0FF18D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14</a:t>
            </a:fld>
            <a:endParaRPr lang="en-MY" dirty="0"/>
          </a:p>
        </p:txBody>
      </p:sp>
    </p:spTree>
    <p:extLst>
      <p:ext uri="{BB962C8B-B14F-4D97-AF65-F5344CB8AC3E}">
        <p14:creationId xmlns:p14="http://schemas.microsoft.com/office/powerpoint/2010/main" val="134923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E485E-06FB-C289-E139-9F564014C85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9EECAD2-A2EF-13CD-214F-9E64FBF8D179}"/>
              </a:ext>
            </a:extLst>
          </p:cNvPr>
          <p:cNvSpPr txBox="1"/>
          <p:nvPr/>
        </p:nvSpPr>
        <p:spPr>
          <a:xfrm>
            <a:off x="2090862" y="425346"/>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Touchpoints and Channels</a:t>
            </a:r>
          </a:p>
        </p:txBody>
      </p:sp>
      <p:sp>
        <p:nvSpPr>
          <p:cNvPr id="24" name="Rectangle 23">
            <a:extLst>
              <a:ext uri="{FF2B5EF4-FFF2-40B4-BE49-F238E27FC236}">
                <a16:creationId xmlns:a16="http://schemas.microsoft.com/office/drawing/2014/main" id="{45814BC2-E138-33B9-3513-C83E6FD04780}"/>
              </a:ext>
            </a:extLst>
          </p:cNvPr>
          <p:cNvSpPr/>
          <p:nvPr/>
        </p:nvSpPr>
        <p:spPr>
          <a:xfrm>
            <a:off x="888688" y="1478649"/>
            <a:ext cx="10110060" cy="467050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Touchpoints - times when the actor in the map actually interacts with the company</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Channels - methods of communication or service delivery, such as the website or physical store </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Map should align touchpoints and channels with user goals and actions.</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These elements are </a:t>
            </a:r>
            <a:r>
              <a:rPr lang="en-US" sz="2000" dirty="0" err="1">
                <a:solidFill>
                  <a:schemeClr val="tx1">
                    <a:lumMod val="65000"/>
                    <a:lumOff val="35000"/>
                  </a:schemeClr>
                </a:solidFill>
              </a:rPr>
              <a:t>emphasised</a:t>
            </a:r>
            <a:r>
              <a:rPr lang="en-US" sz="2000" dirty="0">
                <a:solidFill>
                  <a:schemeClr val="tx1">
                    <a:lumMod val="65000"/>
                    <a:lumOff val="35000"/>
                  </a:schemeClr>
                </a:solidFill>
              </a:rPr>
              <a:t> because they are often where brand inconsistencies and disconnected experiences are uncovered.</a:t>
            </a:r>
          </a:p>
        </p:txBody>
      </p:sp>
      <p:sp>
        <p:nvSpPr>
          <p:cNvPr id="4" name="Slide Number Placeholder 1">
            <a:extLst>
              <a:ext uri="{FF2B5EF4-FFF2-40B4-BE49-F238E27FC236}">
                <a16:creationId xmlns:a16="http://schemas.microsoft.com/office/drawing/2014/main" id="{A80AE58A-6E32-FD5B-8EBA-66AF75C46B3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15</a:t>
            </a:fld>
            <a:endParaRPr lang="en-MY" dirty="0"/>
          </a:p>
        </p:txBody>
      </p:sp>
    </p:spTree>
    <p:extLst>
      <p:ext uri="{BB962C8B-B14F-4D97-AF65-F5344CB8AC3E}">
        <p14:creationId xmlns:p14="http://schemas.microsoft.com/office/powerpoint/2010/main" val="1523888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81719-8BCB-016F-CDB9-97B2DC225F3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E4C0CAA-E0E9-4C1F-D3D4-9201EE25A7A0}"/>
              </a:ext>
            </a:extLst>
          </p:cNvPr>
          <p:cNvSpPr txBox="1"/>
          <p:nvPr/>
        </p:nvSpPr>
        <p:spPr>
          <a:xfrm>
            <a:off x="2090862" y="425346"/>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Opportunities</a:t>
            </a:r>
          </a:p>
        </p:txBody>
      </p:sp>
      <p:sp>
        <p:nvSpPr>
          <p:cNvPr id="24" name="Rectangle 23">
            <a:extLst>
              <a:ext uri="{FF2B5EF4-FFF2-40B4-BE49-F238E27FC236}">
                <a16:creationId xmlns:a16="http://schemas.microsoft.com/office/drawing/2014/main" id="{E44BDD23-82B2-D340-633E-D83E95D36805}"/>
              </a:ext>
            </a:extLst>
          </p:cNvPr>
          <p:cNvSpPr/>
          <p:nvPr/>
        </p:nvSpPr>
        <p:spPr>
          <a:xfrm>
            <a:off x="888688" y="1742809"/>
            <a:ext cx="10110060" cy="374718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Insights gained from mapping; they speak to how the user experience can be optimized.</a:t>
            </a:r>
          </a:p>
          <a:p>
            <a:pPr algn="just">
              <a:lnSpc>
                <a:spcPct val="150000"/>
              </a:lnSpc>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Insights and opportunities help the team draw knowledge from the map:</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What needs to be done with this knowledge?</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Who owns what change?</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Where are the biggest opportunities?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How are we going to measure improvements we implement?</a:t>
            </a:r>
          </a:p>
        </p:txBody>
      </p:sp>
      <p:sp>
        <p:nvSpPr>
          <p:cNvPr id="4" name="Slide Number Placeholder 1">
            <a:extLst>
              <a:ext uri="{FF2B5EF4-FFF2-40B4-BE49-F238E27FC236}">
                <a16:creationId xmlns:a16="http://schemas.microsoft.com/office/drawing/2014/main" id="{58061B25-BFB0-401F-E8E0-A20E509C046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16</a:t>
            </a:fld>
            <a:endParaRPr lang="en-MY" dirty="0"/>
          </a:p>
        </p:txBody>
      </p:sp>
    </p:spTree>
    <p:extLst>
      <p:ext uri="{BB962C8B-B14F-4D97-AF65-F5344CB8AC3E}">
        <p14:creationId xmlns:p14="http://schemas.microsoft.com/office/powerpoint/2010/main" val="64670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CEEF6-51F1-7416-8E9A-DE1E71C9993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BA2DF94-743A-E30B-6542-AB3987675FC7}"/>
              </a:ext>
            </a:extLst>
          </p:cNvPr>
          <p:cNvSpPr txBox="1"/>
          <p:nvPr/>
        </p:nvSpPr>
        <p:spPr>
          <a:xfrm>
            <a:off x="7296150" y="1782972"/>
            <a:ext cx="4363960" cy="923330"/>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EXAMPLES</a:t>
            </a:r>
          </a:p>
        </p:txBody>
      </p:sp>
      <p:sp>
        <p:nvSpPr>
          <p:cNvPr id="2" name="Slide Number Placeholder 1">
            <a:extLst>
              <a:ext uri="{FF2B5EF4-FFF2-40B4-BE49-F238E27FC236}">
                <a16:creationId xmlns:a16="http://schemas.microsoft.com/office/drawing/2014/main" id="{DD0993D3-709B-B58E-1073-3EA64CAA664B}"/>
              </a:ext>
            </a:extLst>
          </p:cNvPr>
          <p:cNvSpPr>
            <a:spLocks noGrp="1"/>
          </p:cNvSpPr>
          <p:nvPr>
            <p:ph type="sldNum" sz="quarter" idx="11"/>
          </p:nvPr>
        </p:nvSpPr>
        <p:spPr/>
        <p:txBody>
          <a:bodyPr/>
          <a:lstStyle/>
          <a:p>
            <a:fld id="{7737D3DD-0AB3-4F16-99FA-6262B2B4036D}" type="slidenum">
              <a:rPr lang="en-MY" smtClean="0"/>
              <a:t>17</a:t>
            </a:fld>
            <a:endParaRPr lang="en-MY"/>
          </a:p>
        </p:txBody>
      </p:sp>
    </p:spTree>
    <p:extLst>
      <p:ext uri="{BB962C8B-B14F-4D97-AF65-F5344CB8AC3E}">
        <p14:creationId xmlns:p14="http://schemas.microsoft.com/office/powerpoint/2010/main" val="2468678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7BC57-EB62-E460-78FB-62897F0911C3}"/>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412DF868-EAB4-C48E-A151-B5D7D77C27A2}"/>
              </a:ext>
            </a:extLst>
          </p:cNvPr>
          <p:cNvSpPr/>
          <p:nvPr/>
        </p:nvSpPr>
        <p:spPr>
          <a:xfrm>
            <a:off x="848047" y="1516937"/>
            <a:ext cx="3559171" cy="2823850"/>
          </a:xfrm>
          <a:prstGeom prst="rect">
            <a:avLst/>
          </a:prstGeom>
        </p:spPr>
        <p:txBody>
          <a:bodyPr wrap="square">
            <a:spAutoFit/>
          </a:bodyPr>
          <a:lstStyle/>
          <a:p>
            <a:pPr algn="just">
              <a:lnSpc>
                <a:spcPct val="150000"/>
              </a:lnSpc>
            </a:pPr>
            <a:r>
              <a:rPr lang="en-US" sz="2000" dirty="0">
                <a:solidFill>
                  <a:schemeClr val="tx1">
                    <a:lumMod val="65000"/>
                    <a:lumOff val="35000"/>
                  </a:schemeClr>
                </a:solidFill>
              </a:rPr>
              <a:t>An example of a simplistic, high-level customer-journey map depicting how the persona “Jumping Jamie” switches her mobile plan. </a:t>
            </a:r>
          </a:p>
        </p:txBody>
      </p:sp>
      <p:sp>
        <p:nvSpPr>
          <p:cNvPr id="4" name="Slide Number Placeholder 1">
            <a:extLst>
              <a:ext uri="{FF2B5EF4-FFF2-40B4-BE49-F238E27FC236}">
                <a16:creationId xmlns:a16="http://schemas.microsoft.com/office/drawing/2014/main" id="{D31DDC1B-0E50-88C4-7443-91C3512B65C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18</a:t>
            </a:fld>
            <a:endParaRPr lang="en-MY" dirty="0"/>
          </a:p>
        </p:txBody>
      </p:sp>
      <p:pic>
        <p:nvPicPr>
          <p:cNvPr id="2" name="Google Shape;195;p5">
            <a:extLst>
              <a:ext uri="{FF2B5EF4-FFF2-40B4-BE49-F238E27FC236}">
                <a16:creationId xmlns:a16="http://schemas.microsoft.com/office/drawing/2014/main" id="{5D4E780B-4E27-A2CC-B386-45A1370F23CD}"/>
              </a:ext>
            </a:extLst>
          </p:cNvPr>
          <p:cNvPicPr preferRelativeResize="0"/>
          <p:nvPr/>
        </p:nvPicPr>
        <p:blipFill rotWithShape="1">
          <a:blip r:embed="rId2">
            <a:alphaModFix/>
          </a:blip>
          <a:srcRect/>
          <a:stretch/>
        </p:blipFill>
        <p:spPr>
          <a:xfrm>
            <a:off x="4533714" y="0"/>
            <a:ext cx="7604125" cy="6858000"/>
          </a:xfrm>
          <a:prstGeom prst="rect">
            <a:avLst/>
          </a:prstGeom>
          <a:noFill/>
          <a:ln>
            <a:noFill/>
          </a:ln>
        </p:spPr>
      </p:pic>
    </p:spTree>
    <p:extLst>
      <p:ext uri="{BB962C8B-B14F-4D97-AF65-F5344CB8AC3E}">
        <p14:creationId xmlns:p14="http://schemas.microsoft.com/office/powerpoint/2010/main" val="617686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F8657-00B8-06BE-ECB8-08441F7A3F5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1AB05467-C4B3-A6AD-C451-12BC6986FB67}"/>
              </a:ext>
            </a:extLst>
          </p:cNvPr>
          <p:cNvSpPr/>
          <p:nvPr/>
        </p:nvSpPr>
        <p:spPr>
          <a:xfrm>
            <a:off x="265528" y="560079"/>
            <a:ext cx="3559171" cy="605550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An example of a customer-journey map that communicates the various steps Emotional Eric takes in the process of researching, driving, and purchasing a new car</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It provides a high-level narrative of the experience from the user’s perspective.</a:t>
            </a:r>
          </a:p>
          <a:p>
            <a:pPr algn="just">
              <a:lnSpc>
                <a:spcPct val="150000"/>
              </a:lnSpc>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D074454A-B2DB-3C47-A0F6-533F480A02F5}"/>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19</a:t>
            </a:fld>
            <a:endParaRPr lang="en-MY" dirty="0"/>
          </a:p>
        </p:txBody>
      </p:sp>
      <p:pic>
        <p:nvPicPr>
          <p:cNvPr id="3" name="Google Shape;212;p90">
            <a:extLst>
              <a:ext uri="{FF2B5EF4-FFF2-40B4-BE49-F238E27FC236}">
                <a16:creationId xmlns:a16="http://schemas.microsoft.com/office/drawing/2014/main" id="{190A9161-6303-6635-B09E-A5F448777422}"/>
              </a:ext>
            </a:extLst>
          </p:cNvPr>
          <p:cNvPicPr preferRelativeResize="0"/>
          <p:nvPr/>
        </p:nvPicPr>
        <p:blipFill rotWithShape="1">
          <a:blip r:embed="rId2">
            <a:alphaModFix/>
          </a:blip>
          <a:srcRect/>
          <a:stretch/>
        </p:blipFill>
        <p:spPr>
          <a:xfrm>
            <a:off x="4122738" y="0"/>
            <a:ext cx="7981950" cy="6858000"/>
          </a:xfrm>
          <a:prstGeom prst="rect">
            <a:avLst/>
          </a:prstGeom>
          <a:noFill/>
          <a:ln>
            <a:noFill/>
          </a:ln>
        </p:spPr>
      </p:pic>
    </p:spTree>
    <p:extLst>
      <p:ext uri="{BB962C8B-B14F-4D97-AF65-F5344CB8AC3E}">
        <p14:creationId xmlns:p14="http://schemas.microsoft.com/office/powerpoint/2010/main" val="1185913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9AEE2-10AB-46E7-C4A6-FD0199FDE3FB}"/>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21888AF-4517-8A6C-BDC1-0DCE99F5641C}"/>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20</a:t>
            </a:fld>
            <a:endParaRPr lang="en-MY" dirty="0"/>
          </a:p>
        </p:txBody>
      </p:sp>
      <p:pic>
        <p:nvPicPr>
          <p:cNvPr id="2" name="Google Shape;634;p43" descr="Uber journey map">
            <a:extLst>
              <a:ext uri="{FF2B5EF4-FFF2-40B4-BE49-F238E27FC236}">
                <a16:creationId xmlns:a16="http://schemas.microsoft.com/office/drawing/2014/main" id="{D4DD200B-E4A7-03BF-4E04-BD879D714A18}"/>
              </a:ext>
            </a:extLst>
          </p:cNvPr>
          <p:cNvPicPr preferRelativeResize="0"/>
          <p:nvPr/>
        </p:nvPicPr>
        <p:blipFill rotWithShape="1">
          <a:blip r:embed="rId2">
            <a:alphaModFix/>
          </a:blip>
          <a:srcRect/>
          <a:stretch/>
        </p:blipFill>
        <p:spPr>
          <a:xfrm>
            <a:off x="543056" y="201357"/>
            <a:ext cx="11094720" cy="6414226"/>
          </a:xfrm>
          <a:prstGeom prst="rect">
            <a:avLst/>
          </a:prstGeom>
          <a:noFill/>
          <a:ln>
            <a:noFill/>
          </a:ln>
        </p:spPr>
      </p:pic>
    </p:spTree>
    <p:extLst>
      <p:ext uri="{BB962C8B-B14F-4D97-AF65-F5344CB8AC3E}">
        <p14:creationId xmlns:p14="http://schemas.microsoft.com/office/powerpoint/2010/main" val="1975334965"/>
      </p:ext>
    </p:extLst>
  </p:cSld>
  <p:clrMapOvr>
    <a:masterClrMapping/>
  </p:clrMapOvr>
</p:sld>
</file>

<file path=ppt/theme/theme1.xml><?xml version="1.0" encoding="utf-8"?>
<a:theme xmlns:a="http://schemas.openxmlformats.org/drawingml/2006/main" name="Office Theme">
  <a:themeElements>
    <a:clrScheme name="PPT custom">
      <a:dk1>
        <a:sysClr val="windowText" lastClr="000000"/>
      </a:dk1>
      <a:lt1>
        <a:sysClr val="window" lastClr="FFFFFF"/>
      </a:lt1>
      <a:dk2>
        <a:srgbClr val="323232"/>
      </a:dk2>
      <a:lt2>
        <a:srgbClr val="E7D7C1"/>
      </a:lt2>
      <a:accent1>
        <a:srgbClr val="74121D"/>
      </a:accent1>
      <a:accent2>
        <a:srgbClr val="A7333F"/>
      </a:accent2>
      <a:accent3>
        <a:srgbClr val="C52233"/>
      </a:accent3>
      <a:accent4>
        <a:srgbClr val="B19C7D"/>
      </a:accent4>
      <a:accent5>
        <a:srgbClr val="7F5F52"/>
      </a:accent5>
      <a:accent6>
        <a:srgbClr val="B27D49"/>
      </a:accent6>
      <a:hlink>
        <a:srgbClr val="FFC000"/>
      </a:hlink>
      <a:folHlink>
        <a:srgbClr val="B26B02"/>
      </a:folHlink>
    </a:clrScheme>
    <a:fontScheme name="Custom 2">
      <a:majorFont>
        <a:latin typeface="Poppins Medium"/>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71585"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9286</TotalTime>
  <Words>945</Words>
  <Application>Microsoft Macintosh PowerPoint</Application>
  <PresentationFormat>Widescreen</PresentationFormat>
  <Paragraphs>106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Poppins</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 IDIANA BINTI HAMIDI</dc:creator>
  <cp:lastModifiedBy>MASITAH BINTI GHAZALI</cp:lastModifiedBy>
  <cp:revision>229</cp:revision>
  <dcterms:created xsi:type="dcterms:W3CDTF">2022-06-08T07:39:09Z</dcterms:created>
  <dcterms:modified xsi:type="dcterms:W3CDTF">2025-10-04T10:20:18Z</dcterms:modified>
</cp:coreProperties>
</file>