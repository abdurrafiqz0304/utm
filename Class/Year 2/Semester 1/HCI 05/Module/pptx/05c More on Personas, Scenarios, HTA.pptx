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350" r:id="rId2"/>
    <p:sldId id="297" r:id="rId3"/>
    <p:sldId id="351" r:id="rId4"/>
    <p:sldId id="361" r:id="rId5"/>
    <p:sldId id="424" r:id="rId6"/>
    <p:sldId id="360" r:id="rId7"/>
    <p:sldId id="422" r:id="rId8"/>
    <p:sldId id="423" r:id="rId9"/>
    <p:sldId id="263" r:id="rId10"/>
    <p:sldId id="264" r:id="rId11"/>
    <p:sldId id="265" r:id="rId12"/>
    <p:sldId id="266" r:id="rId13"/>
    <p:sldId id="267" r:id="rId14"/>
    <p:sldId id="268" r:id="rId15"/>
    <p:sldId id="269" r:id="rId16"/>
    <p:sldId id="425" r:id="rId17"/>
    <p:sldId id="427" r:id="rId18"/>
    <p:sldId id="428" r:id="rId19"/>
    <p:sldId id="433" r:id="rId20"/>
    <p:sldId id="432" r:id="rId21"/>
    <p:sldId id="430" r:id="rId22"/>
    <p:sldId id="431" r:id="rId23"/>
    <p:sldId id="369" r:id="rId24"/>
    <p:sldId id="434" r:id="rId25"/>
    <p:sldId id="429" r:id="rId26"/>
    <p:sldId id="435" r:id="rId27"/>
    <p:sldId id="436" r:id="rId28"/>
    <p:sldId id="437" r:id="rId29"/>
    <p:sldId id="438" r:id="rId30"/>
    <p:sldId id="439" r:id="rId31"/>
    <p:sldId id="440" r:id="rId32"/>
    <p:sldId id="441" r:id="rId33"/>
    <p:sldId id="442" r:id="rId34"/>
    <p:sldId id="444" r:id="rId35"/>
    <p:sldId id="443" r:id="rId36"/>
    <p:sldId id="445" r:id="rId37"/>
    <p:sldId id="446" r:id="rId38"/>
    <p:sldId id="447" r:id="rId39"/>
    <p:sldId id="448" r:id="rId40"/>
    <p:sldId id="449" r:id="rId41"/>
    <p:sldId id="450" r:id="rId42"/>
    <p:sldId id="451" r:id="rId43"/>
    <p:sldId id="452" r:id="rId44"/>
    <p:sldId id="453" r:id="rId45"/>
    <p:sldId id="454" r:id="rId46"/>
    <p:sldId id="455" r:id="rId47"/>
    <p:sldId id="421" r:id="rId48"/>
    <p:sldId id="315" r:id="rId49"/>
    <p:sldId id="457" r:id="rId50"/>
    <p:sldId id="458" r:id="rId51"/>
    <p:sldId id="459" r:id="rId52"/>
    <p:sldId id="460" r:id="rId53"/>
    <p:sldId id="277" r:id="rId54"/>
    <p:sldId id="461" r:id="rId55"/>
    <p:sldId id="462" r:id="rId56"/>
    <p:sldId id="463" r:id="rId57"/>
    <p:sldId id="464"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4FA8269-58EE-2D40-B00B-DAF4343EC4C2}">
          <p14:sldIdLst>
            <p14:sldId id="350"/>
            <p14:sldId id="297"/>
          </p14:sldIdLst>
        </p14:section>
        <p14:section name="01 Creating a persona" id="{AEBCFD91-77C7-D241-AE6F-C09C15C1C2B2}">
          <p14:sldIdLst>
            <p14:sldId id="351"/>
            <p14:sldId id="361"/>
            <p14:sldId id="424"/>
            <p14:sldId id="360"/>
            <p14:sldId id="422"/>
            <p14:sldId id="423"/>
            <p14:sldId id="263"/>
            <p14:sldId id="264"/>
            <p14:sldId id="265"/>
            <p14:sldId id="266"/>
            <p14:sldId id="267"/>
            <p14:sldId id="268"/>
            <p14:sldId id="269"/>
          </p14:sldIdLst>
        </p14:section>
        <p14:section name="02 Tasks Analysis" id="{A7566CE0-8CD8-6B46-8BB5-7668242FD04A}">
          <p14:sldIdLst>
            <p14:sldId id="425"/>
            <p14:sldId id="427"/>
            <p14:sldId id="428"/>
            <p14:sldId id="433"/>
            <p14:sldId id="432"/>
            <p14:sldId id="430"/>
            <p14:sldId id="431"/>
            <p14:sldId id="369"/>
            <p14:sldId id="434"/>
            <p14:sldId id="429"/>
            <p14:sldId id="435"/>
            <p14:sldId id="436"/>
            <p14:sldId id="437"/>
            <p14:sldId id="438"/>
            <p14:sldId id="439"/>
            <p14:sldId id="440"/>
            <p14:sldId id="441"/>
            <p14:sldId id="442"/>
            <p14:sldId id="444"/>
            <p14:sldId id="443"/>
            <p14:sldId id="445"/>
            <p14:sldId id="446"/>
            <p14:sldId id="447"/>
            <p14:sldId id="448"/>
            <p14:sldId id="449"/>
            <p14:sldId id="450"/>
            <p14:sldId id="451"/>
            <p14:sldId id="452"/>
            <p14:sldId id="453"/>
            <p14:sldId id="454"/>
            <p14:sldId id="455"/>
            <p14:sldId id="421"/>
            <p14:sldId id="315"/>
            <p14:sldId id="457"/>
          </p14:sldIdLst>
        </p14:section>
        <p14:section name="03 Scenarios" id="{48AB83CA-504B-0F4B-9203-15AFC8BB5A96}">
          <p14:sldIdLst>
            <p14:sldId id="458"/>
            <p14:sldId id="459"/>
            <p14:sldId id="460"/>
            <p14:sldId id="277"/>
            <p14:sldId id="461"/>
            <p14:sldId id="462"/>
            <p14:sldId id="463"/>
            <p14:sldId id="4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A6A6A6"/>
    <a:srgbClr val="5F5F5F"/>
    <a:srgbClr val="D9D9D9"/>
    <a:srgbClr val="2C2C2C"/>
    <a:srgbClr val="74121D"/>
    <a:srgbClr val="351F2D"/>
    <a:srgbClr val="5A5A5A"/>
    <a:srgbClr val="D3A76D"/>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69619D-8E0C-0940-819A-27B8F8A7FFBD}" v="236" dt="2025-05-17T13:22:27.6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7624" autoAdjust="0"/>
    <p:restoredTop sz="92409" autoAdjust="0"/>
  </p:normalViewPr>
  <p:slideViewPr>
    <p:cSldViewPr snapToGrid="0">
      <p:cViewPr varScale="1">
        <p:scale>
          <a:sx n="61" d="100"/>
          <a:sy n="61" d="100"/>
        </p:scale>
        <p:origin x="4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SITAH BINTI GHAZALI" userId="94db6960-132c-444f-a4d9-23ae1565c350" providerId="ADAL" clId="{0D69619D-8E0C-0940-819A-27B8F8A7FFBD}"/>
    <pc:docChg chg="undo custSel addSld delSld modSld sldOrd addSection modSection">
      <pc:chgData name="MASITAH BINTI GHAZALI" userId="94db6960-132c-444f-a4d9-23ae1565c350" providerId="ADAL" clId="{0D69619D-8E0C-0940-819A-27B8F8A7FFBD}" dt="2025-05-17T13:22:58.650" v="2227" actId="20577"/>
      <pc:docMkLst>
        <pc:docMk/>
      </pc:docMkLst>
      <pc:sldChg chg="add">
        <pc:chgData name="MASITAH BINTI GHAZALI" userId="94db6960-132c-444f-a4d9-23ae1565c350" providerId="ADAL" clId="{0D69619D-8E0C-0940-819A-27B8F8A7FFBD}" dt="2025-05-17T08:22:32.481" v="338"/>
        <pc:sldMkLst>
          <pc:docMk/>
          <pc:sldMk cId="0" sldId="263"/>
        </pc:sldMkLst>
      </pc:sldChg>
      <pc:sldChg chg="add">
        <pc:chgData name="MASITAH BINTI GHAZALI" userId="94db6960-132c-444f-a4d9-23ae1565c350" providerId="ADAL" clId="{0D69619D-8E0C-0940-819A-27B8F8A7FFBD}" dt="2025-05-17T08:22:32.481" v="338"/>
        <pc:sldMkLst>
          <pc:docMk/>
          <pc:sldMk cId="0" sldId="264"/>
        </pc:sldMkLst>
      </pc:sldChg>
      <pc:sldChg chg="add">
        <pc:chgData name="MASITAH BINTI GHAZALI" userId="94db6960-132c-444f-a4d9-23ae1565c350" providerId="ADAL" clId="{0D69619D-8E0C-0940-819A-27B8F8A7FFBD}" dt="2025-05-17T08:22:32.481" v="338"/>
        <pc:sldMkLst>
          <pc:docMk/>
          <pc:sldMk cId="0" sldId="265"/>
        </pc:sldMkLst>
      </pc:sldChg>
      <pc:sldChg chg="modSp add mod">
        <pc:chgData name="MASITAH BINTI GHAZALI" userId="94db6960-132c-444f-a4d9-23ae1565c350" providerId="ADAL" clId="{0D69619D-8E0C-0940-819A-27B8F8A7FFBD}" dt="2025-05-17T08:26:04.192" v="385" actId="20577"/>
        <pc:sldMkLst>
          <pc:docMk/>
          <pc:sldMk cId="0" sldId="266"/>
        </pc:sldMkLst>
        <pc:spChg chg="mod">
          <ac:chgData name="MASITAH BINTI GHAZALI" userId="94db6960-132c-444f-a4d9-23ae1565c350" providerId="ADAL" clId="{0D69619D-8E0C-0940-819A-27B8F8A7FFBD}" dt="2025-05-17T08:23:23.234" v="345" actId="20577"/>
          <ac:spMkLst>
            <pc:docMk/>
            <pc:sldMk cId="0" sldId="266"/>
            <ac:spMk id="160" creationId="{00000000-0000-0000-0000-000000000000}"/>
          </ac:spMkLst>
        </pc:spChg>
        <pc:spChg chg="mod">
          <ac:chgData name="MASITAH BINTI GHAZALI" userId="94db6960-132c-444f-a4d9-23ae1565c350" providerId="ADAL" clId="{0D69619D-8E0C-0940-819A-27B8F8A7FFBD}" dt="2025-05-17T08:26:04.192" v="385" actId="20577"/>
          <ac:spMkLst>
            <pc:docMk/>
            <pc:sldMk cId="0" sldId="266"/>
            <ac:spMk id="161" creationId="{00000000-0000-0000-0000-000000000000}"/>
          </ac:spMkLst>
        </pc:spChg>
        <pc:picChg chg="mod">
          <ac:chgData name="MASITAH BINTI GHAZALI" userId="94db6960-132c-444f-a4d9-23ae1565c350" providerId="ADAL" clId="{0D69619D-8E0C-0940-819A-27B8F8A7FFBD}" dt="2025-05-17T08:26:00.870" v="382" actId="1076"/>
          <ac:picMkLst>
            <pc:docMk/>
            <pc:sldMk cId="0" sldId="266"/>
            <ac:picMk id="162" creationId="{00000000-0000-0000-0000-000000000000}"/>
          </ac:picMkLst>
        </pc:picChg>
      </pc:sldChg>
      <pc:sldChg chg="modSp add mod">
        <pc:chgData name="MASITAH BINTI GHAZALI" userId="94db6960-132c-444f-a4d9-23ae1565c350" providerId="ADAL" clId="{0D69619D-8E0C-0940-819A-27B8F8A7FFBD}" dt="2025-05-17T08:24:56.570" v="360" actId="2710"/>
        <pc:sldMkLst>
          <pc:docMk/>
          <pc:sldMk cId="0" sldId="267"/>
        </pc:sldMkLst>
        <pc:spChg chg="mod">
          <ac:chgData name="MASITAH BINTI GHAZALI" userId="94db6960-132c-444f-a4d9-23ae1565c350" providerId="ADAL" clId="{0D69619D-8E0C-0940-819A-27B8F8A7FFBD}" dt="2025-05-17T08:24:56.570" v="360" actId="2710"/>
          <ac:spMkLst>
            <pc:docMk/>
            <pc:sldMk cId="0" sldId="267"/>
            <ac:spMk id="168" creationId="{00000000-0000-0000-0000-000000000000}"/>
          </ac:spMkLst>
        </pc:spChg>
      </pc:sldChg>
      <pc:sldChg chg="delSp modSp add mod">
        <pc:chgData name="MASITAH BINTI GHAZALI" userId="94db6960-132c-444f-a4d9-23ae1565c350" providerId="ADAL" clId="{0D69619D-8E0C-0940-819A-27B8F8A7FFBD}" dt="2025-05-17T08:26:43.079" v="394" actId="1076"/>
        <pc:sldMkLst>
          <pc:docMk/>
          <pc:sldMk cId="0" sldId="268"/>
        </pc:sldMkLst>
        <pc:spChg chg="mod">
          <ac:chgData name="MASITAH BINTI GHAZALI" userId="94db6960-132c-444f-a4d9-23ae1565c350" providerId="ADAL" clId="{0D69619D-8E0C-0940-819A-27B8F8A7FFBD}" dt="2025-05-17T08:25:11.125" v="365" actId="20577"/>
          <ac:spMkLst>
            <pc:docMk/>
            <pc:sldMk cId="0" sldId="268"/>
            <ac:spMk id="173" creationId="{00000000-0000-0000-0000-000000000000}"/>
          </ac:spMkLst>
        </pc:spChg>
        <pc:spChg chg="del">
          <ac:chgData name="MASITAH BINTI GHAZALI" userId="94db6960-132c-444f-a4d9-23ae1565c350" providerId="ADAL" clId="{0D69619D-8E0C-0940-819A-27B8F8A7FFBD}" dt="2025-05-17T08:26:19.545" v="388" actId="478"/>
          <ac:spMkLst>
            <pc:docMk/>
            <pc:sldMk cId="0" sldId="268"/>
            <ac:spMk id="174" creationId="{00000000-0000-0000-0000-000000000000}"/>
          </ac:spMkLst>
        </pc:spChg>
        <pc:picChg chg="mod">
          <ac:chgData name="MASITAH BINTI GHAZALI" userId="94db6960-132c-444f-a4d9-23ae1565c350" providerId="ADAL" clId="{0D69619D-8E0C-0940-819A-27B8F8A7FFBD}" dt="2025-05-17T08:26:37.577" v="393" actId="1076"/>
          <ac:picMkLst>
            <pc:docMk/>
            <pc:sldMk cId="0" sldId="268"/>
            <ac:picMk id="175" creationId="{00000000-0000-0000-0000-000000000000}"/>
          </ac:picMkLst>
        </pc:picChg>
        <pc:picChg chg="mod">
          <ac:chgData name="MASITAH BINTI GHAZALI" userId="94db6960-132c-444f-a4d9-23ae1565c350" providerId="ADAL" clId="{0D69619D-8E0C-0940-819A-27B8F8A7FFBD}" dt="2025-05-17T08:26:43.079" v="394" actId="1076"/>
          <ac:picMkLst>
            <pc:docMk/>
            <pc:sldMk cId="0" sldId="268"/>
            <ac:picMk id="176" creationId="{00000000-0000-0000-0000-000000000000}"/>
          </ac:picMkLst>
        </pc:picChg>
      </pc:sldChg>
      <pc:sldChg chg="modSp add mod">
        <pc:chgData name="MASITAH BINTI GHAZALI" userId="94db6960-132c-444f-a4d9-23ae1565c350" providerId="ADAL" clId="{0D69619D-8E0C-0940-819A-27B8F8A7FFBD}" dt="2025-05-17T08:26:56.549" v="396" actId="2710"/>
        <pc:sldMkLst>
          <pc:docMk/>
          <pc:sldMk cId="0" sldId="269"/>
        </pc:sldMkLst>
        <pc:spChg chg="mod">
          <ac:chgData name="MASITAH BINTI GHAZALI" userId="94db6960-132c-444f-a4d9-23ae1565c350" providerId="ADAL" clId="{0D69619D-8E0C-0940-819A-27B8F8A7FFBD}" dt="2025-05-17T08:26:49.029" v="395" actId="1076"/>
          <ac:spMkLst>
            <pc:docMk/>
            <pc:sldMk cId="0" sldId="269"/>
            <ac:spMk id="181" creationId="{00000000-0000-0000-0000-000000000000}"/>
          </ac:spMkLst>
        </pc:spChg>
        <pc:spChg chg="mod">
          <ac:chgData name="MASITAH BINTI GHAZALI" userId="94db6960-132c-444f-a4d9-23ae1565c350" providerId="ADAL" clId="{0D69619D-8E0C-0940-819A-27B8F8A7FFBD}" dt="2025-05-17T08:26:56.549" v="396" actId="2710"/>
          <ac:spMkLst>
            <pc:docMk/>
            <pc:sldMk cId="0" sldId="269"/>
            <ac:spMk id="182" creationId="{00000000-0000-0000-0000-000000000000}"/>
          </ac:spMkLst>
        </pc:spChg>
      </pc:sldChg>
      <pc:sldChg chg="addSp delSp modSp add mod">
        <pc:chgData name="MASITAH BINTI GHAZALI" userId="94db6960-132c-444f-a4d9-23ae1565c350" providerId="ADAL" clId="{0D69619D-8E0C-0940-819A-27B8F8A7FFBD}" dt="2025-05-17T10:20:47.890" v="1990" actId="1076"/>
        <pc:sldMkLst>
          <pc:docMk/>
          <pc:sldMk cId="0" sldId="277"/>
        </pc:sldMkLst>
        <pc:spChg chg="add del mod">
          <ac:chgData name="MASITAH BINTI GHAZALI" userId="94db6960-132c-444f-a4d9-23ae1565c350" providerId="ADAL" clId="{0D69619D-8E0C-0940-819A-27B8F8A7FFBD}" dt="2025-05-17T10:20:28.326" v="1988" actId="478"/>
          <ac:spMkLst>
            <pc:docMk/>
            <pc:sldMk cId="0" sldId="277"/>
            <ac:spMk id="3" creationId="{31FE9785-F045-F59F-25C9-5262D039A2E0}"/>
          </ac:spMkLst>
        </pc:spChg>
        <pc:spChg chg="add mod">
          <ac:chgData name="MASITAH BINTI GHAZALI" userId="94db6960-132c-444f-a4d9-23ae1565c350" providerId="ADAL" clId="{0D69619D-8E0C-0940-819A-27B8F8A7FFBD}" dt="2025-05-17T10:20:47.890" v="1990" actId="1076"/>
          <ac:spMkLst>
            <pc:docMk/>
            <pc:sldMk cId="0" sldId="277"/>
            <ac:spMk id="4" creationId="{83EF12A1-829F-C387-70D0-68015B655AB9}"/>
          </ac:spMkLst>
        </pc:spChg>
        <pc:spChg chg="del">
          <ac:chgData name="MASITAH BINTI GHAZALI" userId="94db6960-132c-444f-a4d9-23ae1565c350" providerId="ADAL" clId="{0D69619D-8E0C-0940-819A-27B8F8A7FFBD}" dt="2025-05-17T10:20:26.040" v="1987" actId="478"/>
          <ac:spMkLst>
            <pc:docMk/>
            <pc:sldMk cId="0" sldId="277"/>
            <ac:spMk id="249" creationId="{00000000-0000-0000-0000-000000000000}"/>
          </ac:spMkLst>
        </pc:spChg>
      </pc:sldChg>
      <pc:sldChg chg="delSp modSp mod delAnim">
        <pc:chgData name="MASITAH BINTI GHAZALI" userId="94db6960-132c-444f-a4d9-23ae1565c350" providerId="ADAL" clId="{0D69619D-8E0C-0940-819A-27B8F8A7FFBD}" dt="2025-05-17T10:28:56.820" v="2170" actId="1076"/>
        <pc:sldMkLst>
          <pc:docMk/>
          <pc:sldMk cId="2612194120" sldId="297"/>
        </pc:sldMkLst>
        <pc:spChg chg="mod">
          <ac:chgData name="MASITAH BINTI GHAZALI" userId="94db6960-132c-444f-a4d9-23ae1565c350" providerId="ADAL" clId="{0D69619D-8E0C-0940-819A-27B8F8A7FFBD}" dt="2025-05-17T10:28:56.820" v="2170" actId="1076"/>
          <ac:spMkLst>
            <pc:docMk/>
            <pc:sldMk cId="2612194120" sldId="297"/>
            <ac:spMk id="2" creationId="{ECF91112-E67B-52E0-5CE0-84E598D5ACC2}"/>
          </ac:spMkLst>
        </pc:spChg>
        <pc:spChg chg="mod">
          <ac:chgData name="MASITAH BINTI GHAZALI" userId="94db6960-132c-444f-a4d9-23ae1565c350" providerId="ADAL" clId="{0D69619D-8E0C-0940-819A-27B8F8A7FFBD}" dt="2025-05-17T10:28:56.820" v="2170" actId="1076"/>
          <ac:spMkLst>
            <pc:docMk/>
            <pc:sldMk cId="2612194120" sldId="297"/>
            <ac:spMk id="3" creationId="{0BC73770-F834-B3F6-8C54-7A5C1249A7AA}"/>
          </ac:spMkLst>
        </pc:spChg>
        <pc:spChg chg="mod">
          <ac:chgData name="MASITAH BINTI GHAZALI" userId="94db6960-132c-444f-a4d9-23ae1565c350" providerId="ADAL" clId="{0D69619D-8E0C-0940-819A-27B8F8A7FFBD}" dt="2025-05-17T10:28:56.820" v="2170" actId="1076"/>
          <ac:spMkLst>
            <pc:docMk/>
            <pc:sldMk cId="2612194120" sldId="297"/>
            <ac:spMk id="4" creationId="{BAF8E65B-A985-5225-3DBE-AE4CF54409A9}"/>
          </ac:spMkLst>
        </pc:spChg>
        <pc:spChg chg="mod">
          <ac:chgData name="MASITAH BINTI GHAZALI" userId="94db6960-132c-444f-a4d9-23ae1565c350" providerId="ADAL" clId="{0D69619D-8E0C-0940-819A-27B8F8A7FFBD}" dt="2025-05-17T10:28:56.820" v="2170" actId="1076"/>
          <ac:spMkLst>
            <pc:docMk/>
            <pc:sldMk cId="2612194120" sldId="297"/>
            <ac:spMk id="6" creationId="{2A3CD455-E96D-A90F-3D91-16AFB50725EE}"/>
          </ac:spMkLst>
        </pc:spChg>
        <pc:spChg chg="mod">
          <ac:chgData name="MASITAH BINTI GHAZALI" userId="94db6960-132c-444f-a4d9-23ae1565c350" providerId="ADAL" clId="{0D69619D-8E0C-0940-819A-27B8F8A7FFBD}" dt="2025-05-17T10:28:56.820" v="2170" actId="1076"/>
          <ac:spMkLst>
            <pc:docMk/>
            <pc:sldMk cId="2612194120" sldId="297"/>
            <ac:spMk id="15" creationId="{7EC946D2-7E11-A49F-CFDD-1AC8AF53C957}"/>
          </ac:spMkLst>
        </pc:spChg>
        <pc:spChg chg="mod">
          <ac:chgData name="MASITAH BINTI GHAZALI" userId="94db6960-132c-444f-a4d9-23ae1565c350" providerId="ADAL" clId="{0D69619D-8E0C-0940-819A-27B8F8A7FFBD}" dt="2025-05-17T10:28:56.820" v="2170" actId="1076"/>
          <ac:spMkLst>
            <pc:docMk/>
            <pc:sldMk cId="2612194120" sldId="297"/>
            <ac:spMk id="16" creationId="{A535CD31-F92E-8B2C-2DA9-5474A8A188F5}"/>
          </ac:spMkLst>
        </pc:spChg>
        <pc:spChg chg="del">
          <ac:chgData name="MASITAH BINTI GHAZALI" userId="94db6960-132c-444f-a4d9-23ae1565c350" providerId="ADAL" clId="{0D69619D-8E0C-0940-819A-27B8F8A7FFBD}" dt="2025-05-17T10:28:45.497" v="2168" actId="478"/>
          <ac:spMkLst>
            <pc:docMk/>
            <pc:sldMk cId="2612194120" sldId="297"/>
            <ac:spMk id="17" creationId="{8EFC1AA5-6F7F-F747-4320-0EA3318DBD97}"/>
          </ac:spMkLst>
        </pc:spChg>
        <pc:spChg chg="del">
          <ac:chgData name="MASITAH BINTI GHAZALI" userId="94db6960-132c-444f-a4d9-23ae1565c350" providerId="ADAL" clId="{0D69619D-8E0C-0940-819A-27B8F8A7FFBD}" dt="2025-05-17T10:28:49.104" v="2169" actId="478"/>
          <ac:spMkLst>
            <pc:docMk/>
            <pc:sldMk cId="2612194120" sldId="297"/>
            <ac:spMk id="26" creationId="{DC4E9F6C-91FE-5CC8-7FA1-70BB68B23BFA}"/>
          </ac:spMkLst>
        </pc:spChg>
      </pc:sldChg>
      <pc:sldChg chg="addSp modSp add mod modAnim">
        <pc:chgData name="MASITAH BINTI GHAZALI" userId="94db6960-132c-444f-a4d9-23ae1565c350" providerId="ADAL" clId="{0D69619D-8E0C-0940-819A-27B8F8A7FFBD}" dt="2025-05-17T10:14:52.764" v="1818"/>
        <pc:sldMkLst>
          <pc:docMk/>
          <pc:sldMk cId="0" sldId="315"/>
        </pc:sldMkLst>
        <pc:spChg chg="add mod">
          <ac:chgData name="MASITAH BINTI GHAZALI" userId="94db6960-132c-444f-a4d9-23ae1565c350" providerId="ADAL" clId="{0D69619D-8E0C-0940-819A-27B8F8A7FFBD}" dt="2025-05-17T10:13:01.322" v="1801" actId="14100"/>
          <ac:spMkLst>
            <pc:docMk/>
            <pc:sldMk cId="0" sldId="315"/>
            <ac:spMk id="2" creationId="{6961B3A9-D727-6F56-CA6C-83ACF3FA2222}"/>
          </ac:spMkLst>
        </pc:spChg>
        <pc:spChg chg="add mod">
          <ac:chgData name="MASITAH BINTI GHAZALI" userId="94db6960-132c-444f-a4d9-23ae1565c350" providerId="ADAL" clId="{0D69619D-8E0C-0940-819A-27B8F8A7FFBD}" dt="2025-05-17T10:13:24.178" v="1808" actId="403"/>
          <ac:spMkLst>
            <pc:docMk/>
            <pc:sldMk cId="0" sldId="315"/>
            <ac:spMk id="3" creationId="{AD39481E-EA37-0C41-54D0-2B82967ABB6B}"/>
          </ac:spMkLst>
        </pc:spChg>
        <pc:spChg chg="add mod">
          <ac:chgData name="MASITAH BINTI GHAZALI" userId="94db6960-132c-444f-a4d9-23ae1565c350" providerId="ADAL" clId="{0D69619D-8E0C-0940-819A-27B8F8A7FFBD}" dt="2025-05-17T10:14:16.689" v="1815" actId="1076"/>
          <ac:spMkLst>
            <pc:docMk/>
            <pc:sldMk cId="0" sldId="315"/>
            <ac:spMk id="4" creationId="{A1EAB4F4-F8D7-533D-E0C1-A1314E3072D8}"/>
          </ac:spMkLst>
        </pc:spChg>
        <pc:spChg chg="mod">
          <ac:chgData name="MASITAH BINTI GHAZALI" userId="94db6960-132c-444f-a4d9-23ae1565c350" providerId="ADAL" clId="{0D69619D-8E0C-0940-819A-27B8F8A7FFBD}" dt="2025-05-17T10:12:08.727" v="1785" actId="20577"/>
          <ac:spMkLst>
            <pc:docMk/>
            <pc:sldMk cId="0" sldId="315"/>
            <ac:spMk id="525" creationId="{00000000-0000-0000-0000-000000000000}"/>
          </ac:spMkLst>
        </pc:spChg>
        <pc:spChg chg="mod">
          <ac:chgData name="MASITAH BINTI GHAZALI" userId="94db6960-132c-444f-a4d9-23ae1565c350" providerId="ADAL" clId="{0D69619D-8E0C-0940-819A-27B8F8A7FFBD}" dt="2025-05-17T10:11:59.899" v="1770" actId="1076"/>
          <ac:spMkLst>
            <pc:docMk/>
            <pc:sldMk cId="0" sldId="315"/>
            <ac:spMk id="526" creationId="{00000000-0000-0000-0000-000000000000}"/>
          </ac:spMkLst>
        </pc:spChg>
      </pc:sldChg>
      <pc:sldChg chg="addSp delSp modSp add del mod">
        <pc:chgData name="MASITAH BINTI GHAZALI" userId="94db6960-132c-444f-a4d9-23ae1565c350" providerId="ADAL" clId="{0D69619D-8E0C-0940-819A-27B8F8A7FFBD}" dt="2025-05-17T10:12:30.356" v="1794" actId="2696"/>
        <pc:sldMkLst>
          <pc:docMk/>
          <pc:sldMk cId="0" sldId="316"/>
        </pc:sldMkLst>
        <pc:spChg chg="add mod">
          <ac:chgData name="MASITAH BINTI GHAZALI" userId="94db6960-132c-444f-a4d9-23ae1565c350" providerId="ADAL" clId="{0D69619D-8E0C-0940-819A-27B8F8A7FFBD}" dt="2025-05-17T10:12:13.946" v="1786" actId="21"/>
          <ac:spMkLst>
            <pc:docMk/>
            <pc:sldMk cId="0" sldId="316"/>
            <ac:spMk id="3" creationId="{D3150A1E-2D36-E888-B92E-D94DF3BACF2F}"/>
          </ac:spMkLst>
        </pc:spChg>
        <pc:spChg chg="del">
          <ac:chgData name="MASITAH BINTI GHAZALI" userId="94db6960-132c-444f-a4d9-23ae1565c350" providerId="ADAL" clId="{0D69619D-8E0C-0940-819A-27B8F8A7FFBD}" dt="2025-05-17T10:12:13.946" v="1786" actId="21"/>
          <ac:spMkLst>
            <pc:docMk/>
            <pc:sldMk cId="0" sldId="316"/>
            <ac:spMk id="532" creationId="{00000000-0000-0000-0000-000000000000}"/>
          </ac:spMkLst>
        </pc:spChg>
      </pc:sldChg>
      <pc:sldChg chg="modSp add del mod">
        <pc:chgData name="MASITAH BINTI GHAZALI" userId="94db6960-132c-444f-a4d9-23ae1565c350" providerId="ADAL" clId="{0D69619D-8E0C-0940-819A-27B8F8A7FFBD}" dt="2025-05-17T10:13:34.194" v="1809" actId="2696"/>
        <pc:sldMkLst>
          <pc:docMk/>
          <pc:sldMk cId="0" sldId="317"/>
        </pc:sldMkLst>
        <pc:spChg chg="mod">
          <ac:chgData name="MASITAH BINTI GHAZALI" userId="94db6960-132c-444f-a4d9-23ae1565c350" providerId="ADAL" clId="{0D69619D-8E0C-0940-819A-27B8F8A7FFBD}" dt="2025-05-17T10:11:47.881" v="1769" actId="27636"/>
          <ac:spMkLst>
            <pc:docMk/>
            <pc:sldMk cId="0" sldId="317"/>
            <ac:spMk id="538" creationId="{00000000-0000-0000-0000-000000000000}"/>
          </ac:spMkLst>
        </pc:spChg>
      </pc:sldChg>
      <pc:sldChg chg="addSp delSp modSp add del mod">
        <pc:chgData name="MASITAH BINTI GHAZALI" userId="94db6960-132c-444f-a4d9-23ae1565c350" providerId="ADAL" clId="{0D69619D-8E0C-0940-819A-27B8F8A7FFBD}" dt="2025-05-17T10:14:56.957" v="1819" actId="2696"/>
        <pc:sldMkLst>
          <pc:docMk/>
          <pc:sldMk cId="0" sldId="318"/>
        </pc:sldMkLst>
        <pc:spChg chg="add mod">
          <ac:chgData name="MASITAH BINTI GHAZALI" userId="94db6960-132c-444f-a4d9-23ae1565c350" providerId="ADAL" clId="{0D69619D-8E0C-0940-819A-27B8F8A7FFBD}" dt="2025-05-17T10:13:51.085" v="1810" actId="21"/>
          <ac:spMkLst>
            <pc:docMk/>
            <pc:sldMk cId="0" sldId="318"/>
            <ac:spMk id="3" creationId="{3BAC7571-E41A-67EB-9A42-3402F1A965CB}"/>
          </ac:spMkLst>
        </pc:spChg>
        <pc:spChg chg="del">
          <ac:chgData name="MASITAH BINTI GHAZALI" userId="94db6960-132c-444f-a4d9-23ae1565c350" providerId="ADAL" clId="{0D69619D-8E0C-0940-819A-27B8F8A7FFBD}" dt="2025-05-17T10:13:51.085" v="1810" actId="21"/>
          <ac:spMkLst>
            <pc:docMk/>
            <pc:sldMk cId="0" sldId="318"/>
            <ac:spMk id="544" creationId="{00000000-0000-0000-0000-000000000000}"/>
          </ac:spMkLst>
        </pc:spChg>
      </pc:sldChg>
      <pc:sldChg chg="add del">
        <pc:chgData name="MASITAH BINTI GHAZALI" userId="94db6960-132c-444f-a4d9-23ae1565c350" providerId="ADAL" clId="{0D69619D-8E0C-0940-819A-27B8F8A7FFBD}" dt="2025-05-17T10:16:04.480" v="1845" actId="2696"/>
        <pc:sldMkLst>
          <pc:docMk/>
          <pc:sldMk cId="0" sldId="319"/>
        </pc:sldMkLst>
      </pc:sldChg>
      <pc:sldChg chg="modSp mod">
        <pc:chgData name="MASITAH BINTI GHAZALI" userId="94db6960-132c-444f-a4d9-23ae1565c350" providerId="ADAL" clId="{0D69619D-8E0C-0940-819A-27B8F8A7FFBD}" dt="2025-05-17T13:22:27.628" v="2220" actId="404"/>
        <pc:sldMkLst>
          <pc:docMk/>
          <pc:sldMk cId="839588170" sldId="350"/>
        </pc:sldMkLst>
        <pc:spChg chg="mod">
          <ac:chgData name="MASITAH BINTI GHAZALI" userId="94db6960-132c-444f-a4d9-23ae1565c350" providerId="ADAL" clId="{0D69619D-8E0C-0940-819A-27B8F8A7FFBD}" dt="2025-05-17T13:22:27.628" v="2220" actId="404"/>
          <ac:spMkLst>
            <pc:docMk/>
            <pc:sldMk cId="839588170" sldId="350"/>
            <ac:spMk id="5" creationId="{49181100-FF79-92DD-2D59-F8730F46A416}"/>
          </ac:spMkLst>
        </pc:spChg>
      </pc:sldChg>
      <pc:sldChg chg="modSp mod">
        <pc:chgData name="MASITAH BINTI GHAZALI" userId="94db6960-132c-444f-a4d9-23ae1565c350" providerId="ADAL" clId="{0D69619D-8E0C-0940-819A-27B8F8A7FFBD}" dt="2025-05-17T07:58:11.364" v="80" actId="20577"/>
        <pc:sldMkLst>
          <pc:docMk/>
          <pc:sldMk cId="1386602692" sldId="351"/>
        </pc:sldMkLst>
        <pc:spChg chg="mod">
          <ac:chgData name="MASITAH BINTI GHAZALI" userId="94db6960-132c-444f-a4d9-23ae1565c350" providerId="ADAL" clId="{0D69619D-8E0C-0940-819A-27B8F8A7FFBD}" dt="2025-05-17T07:58:11.364" v="80" actId="20577"/>
          <ac:spMkLst>
            <pc:docMk/>
            <pc:sldMk cId="1386602692" sldId="351"/>
            <ac:spMk id="6" creationId="{A653D112-937F-C422-88F7-4A329C5BA2C3}"/>
          </ac:spMkLst>
        </pc:spChg>
      </pc:sldChg>
      <pc:sldChg chg="addSp modSp mod">
        <pc:chgData name="MASITAH BINTI GHAZALI" userId="94db6960-132c-444f-a4d9-23ae1565c350" providerId="ADAL" clId="{0D69619D-8E0C-0940-819A-27B8F8A7FFBD}" dt="2025-05-17T13:22:54.912" v="2226" actId="20577"/>
        <pc:sldMkLst>
          <pc:docMk/>
          <pc:sldMk cId="330938952" sldId="360"/>
        </pc:sldMkLst>
        <pc:spChg chg="add mod">
          <ac:chgData name="MASITAH BINTI GHAZALI" userId="94db6960-132c-444f-a4d9-23ae1565c350" providerId="ADAL" clId="{0D69619D-8E0C-0940-819A-27B8F8A7FFBD}" dt="2025-05-17T13:22:54.912" v="2226" actId="20577"/>
          <ac:spMkLst>
            <pc:docMk/>
            <pc:sldMk cId="330938952" sldId="360"/>
            <ac:spMk id="3" creationId="{E8C57EB8-9F07-5F97-FFD9-4738C293DBBD}"/>
          </ac:spMkLst>
        </pc:spChg>
        <pc:spChg chg="mod">
          <ac:chgData name="MASITAH BINTI GHAZALI" userId="94db6960-132c-444f-a4d9-23ae1565c350" providerId="ADAL" clId="{0D69619D-8E0C-0940-819A-27B8F8A7FFBD}" dt="2025-05-17T08:15:01.059" v="215" actId="20577"/>
          <ac:spMkLst>
            <pc:docMk/>
            <pc:sldMk cId="330938952" sldId="360"/>
            <ac:spMk id="6" creationId="{DA5982DD-5229-0A3C-FAC7-EA278FD929CD}"/>
          </ac:spMkLst>
        </pc:spChg>
      </pc:sldChg>
      <pc:sldChg chg="addSp modSp mod ord">
        <pc:chgData name="MASITAH BINTI GHAZALI" userId="94db6960-132c-444f-a4d9-23ae1565c350" providerId="ADAL" clId="{0D69619D-8E0C-0940-819A-27B8F8A7FFBD}" dt="2025-05-17T08:19:53.771" v="315" actId="20578"/>
        <pc:sldMkLst>
          <pc:docMk/>
          <pc:sldMk cId="4097058015" sldId="361"/>
        </pc:sldMkLst>
        <pc:spChg chg="mod">
          <ac:chgData name="MASITAH BINTI GHAZALI" userId="94db6960-132c-444f-a4d9-23ae1565c350" providerId="ADAL" clId="{0D69619D-8E0C-0940-819A-27B8F8A7FFBD}" dt="2025-05-17T08:01:34.634" v="127" actId="20577"/>
          <ac:spMkLst>
            <pc:docMk/>
            <pc:sldMk cId="4097058015" sldId="361"/>
            <ac:spMk id="11" creationId="{5F8ABBDF-3747-8705-1924-07418AF13822}"/>
          </ac:spMkLst>
        </pc:spChg>
        <pc:spChg chg="mod">
          <ac:chgData name="MASITAH BINTI GHAZALI" userId="94db6960-132c-444f-a4d9-23ae1565c350" providerId="ADAL" clId="{0D69619D-8E0C-0940-819A-27B8F8A7FFBD}" dt="2025-05-17T08:14:23.894" v="173" actId="403"/>
          <ac:spMkLst>
            <pc:docMk/>
            <pc:sldMk cId="4097058015" sldId="361"/>
            <ac:spMk id="24" creationId="{F661811A-DEE6-3FF2-146E-A7FF2A655DF1}"/>
          </ac:spMkLst>
        </pc:spChg>
        <pc:picChg chg="add mod">
          <ac:chgData name="MASITAH BINTI GHAZALI" userId="94db6960-132c-444f-a4d9-23ae1565c350" providerId="ADAL" clId="{0D69619D-8E0C-0940-819A-27B8F8A7FFBD}" dt="2025-05-17T08:14:18.057" v="171" actId="1076"/>
          <ac:picMkLst>
            <pc:docMk/>
            <pc:sldMk cId="4097058015" sldId="361"/>
            <ac:picMk id="2" creationId="{C8929127-7062-E908-D06A-177347AD3246}"/>
          </ac:picMkLst>
        </pc:picChg>
      </pc:sldChg>
      <pc:sldChg chg="addSp delSp modSp mod ord">
        <pc:chgData name="MASITAH BINTI GHAZALI" userId="94db6960-132c-444f-a4d9-23ae1565c350" providerId="ADAL" clId="{0D69619D-8E0C-0940-819A-27B8F8A7FFBD}" dt="2025-05-17T09:32:02.192" v="1022" actId="20578"/>
        <pc:sldMkLst>
          <pc:docMk/>
          <pc:sldMk cId="3942346286" sldId="369"/>
        </pc:sldMkLst>
        <pc:spChg chg="del">
          <ac:chgData name="MASITAH BINTI GHAZALI" userId="94db6960-132c-444f-a4d9-23ae1565c350" providerId="ADAL" clId="{0D69619D-8E0C-0940-819A-27B8F8A7FFBD}" dt="2025-05-17T09:28:00.789" v="905" actId="478"/>
          <ac:spMkLst>
            <pc:docMk/>
            <pc:sldMk cId="3942346286" sldId="369"/>
            <ac:spMk id="2" creationId="{FB0B7238-08F6-4B9C-BAE5-F5A97F9A07A2}"/>
          </ac:spMkLst>
        </pc:spChg>
        <pc:spChg chg="mod">
          <ac:chgData name="MASITAH BINTI GHAZALI" userId="94db6960-132c-444f-a4d9-23ae1565c350" providerId="ADAL" clId="{0D69619D-8E0C-0940-819A-27B8F8A7FFBD}" dt="2025-05-17T09:27:53.172" v="903" actId="114"/>
          <ac:spMkLst>
            <pc:docMk/>
            <pc:sldMk cId="3942346286" sldId="369"/>
            <ac:spMk id="3" creationId="{D9A191AA-14C3-3603-0A0D-3F6A582A020A}"/>
          </ac:spMkLst>
        </pc:spChg>
        <pc:spChg chg="add mod">
          <ac:chgData name="MASITAH BINTI GHAZALI" userId="94db6960-132c-444f-a4d9-23ae1565c350" providerId="ADAL" clId="{0D69619D-8E0C-0940-819A-27B8F8A7FFBD}" dt="2025-05-17T09:28:01.290" v="906"/>
          <ac:spMkLst>
            <pc:docMk/>
            <pc:sldMk cId="3942346286" sldId="369"/>
            <ac:spMk id="5" creationId="{2AE04CC7-DED2-0BA1-B5A3-A9B5F03D1620}"/>
          </ac:spMkLst>
        </pc:spChg>
        <pc:spChg chg="mod">
          <ac:chgData name="MASITAH BINTI GHAZALI" userId="94db6960-132c-444f-a4d9-23ae1565c350" providerId="ADAL" clId="{0D69619D-8E0C-0940-819A-27B8F8A7FFBD}" dt="2025-05-17T09:27:28.976" v="900" actId="403"/>
          <ac:spMkLst>
            <pc:docMk/>
            <pc:sldMk cId="3942346286" sldId="369"/>
            <ac:spMk id="24" creationId="{97C03751-8B35-1831-DC70-3346370C18B0}"/>
          </ac:spMkLst>
        </pc:spChg>
      </pc:sldChg>
      <pc:sldChg chg="modSp mod">
        <pc:chgData name="MASITAH BINTI GHAZALI" userId="94db6960-132c-444f-a4d9-23ae1565c350" providerId="ADAL" clId="{0D69619D-8E0C-0940-819A-27B8F8A7FFBD}" dt="2025-05-17T10:10:34.266" v="1766" actId="1038"/>
        <pc:sldMkLst>
          <pc:docMk/>
          <pc:sldMk cId="1147029104" sldId="421"/>
        </pc:sldMkLst>
        <pc:spChg chg="mod">
          <ac:chgData name="MASITAH BINTI GHAZALI" userId="94db6960-132c-444f-a4d9-23ae1565c350" providerId="ADAL" clId="{0D69619D-8E0C-0940-819A-27B8F8A7FFBD}" dt="2025-05-17T10:10:02.920" v="1754" actId="20577"/>
          <ac:spMkLst>
            <pc:docMk/>
            <pc:sldMk cId="1147029104" sldId="421"/>
            <ac:spMk id="24" creationId="{715EE004-69A4-5032-DA56-E52938DC7376}"/>
          </ac:spMkLst>
        </pc:spChg>
        <pc:picChg chg="mod">
          <ac:chgData name="MASITAH BINTI GHAZALI" userId="94db6960-132c-444f-a4d9-23ae1565c350" providerId="ADAL" clId="{0D69619D-8E0C-0940-819A-27B8F8A7FFBD}" dt="2025-05-17T10:10:34.266" v="1766" actId="1038"/>
          <ac:picMkLst>
            <pc:docMk/>
            <pc:sldMk cId="1147029104" sldId="421"/>
            <ac:picMk id="1026" creationId="{0AA496EF-CEDC-1251-8A10-A1F86FC88CE1}"/>
          </ac:picMkLst>
        </pc:picChg>
      </pc:sldChg>
      <pc:sldChg chg="modSp add mod">
        <pc:chgData name="MASITAH BINTI GHAZALI" userId="94db6960-132c-444f-a4d9-23ae1565c350" providerId="ADAL" clId="{0D69619D-8E0C-0940-819A-27B8F8A7FFBD}" dt="2025-05-17T13:22:58.650" v="2227" actId="20577"/>
        <pc:sldMkLst>
          <pc:docMk/>
          <pc:sldMk cId="3912309943" sldId="422"/>
        </pc:sldMkLst>
        <pc:spChg chg="mod">
          <ac:chgData name="MASITAH BINTI GHAZALI" userId="94db6960-132c-444f-a4d9-23ae1565c350" providerId="ADAL" clId="{0D69619D-8E0C-0940-819A-27B8F8A7FFBD}" dt="2025-05-17T13:22:58.650" v="2227" actId="20577"/>
          <ac:spMkLst>
            <pc:docMk/>
            <pc:sldMk cId="3912309943" sldId="422"/>
            <ac:spMk id="3" creationId="{F20B4B4B-9A66-12E3-45C5-DBD7ECE17CC4}"/>
          </ac:spMkLst>
        </pc:spChg>
        <pc:spChg chg="mod">
          <ac:chgData name="MASITAH BINTI GHAZALI" userId="94db6960-132c-444f-a4d9-23ae1565c350" providerId="ADAL" clId="{0D69619D-8E0C-0940-819A-27B8F8A7FFBD}" dt="2025-05-17T08:17:29.518" v="243" actId="20577"/>
          <ac:spMkLst>
            <pc:docMk/>
            <pc:sldMk cId="3912309943" sldId="422"/>
            <ac:spMk id="6" creationId="{F444E4DE-7D05-8CB8-B425-7841296E4B41}"/>
          </ac:spMkLst>
        </pc:spChg>
      </pc:sldChg>
      <pc:sldChg chg="modSp add mod">
        <pc:chgData name="MASITAH BINTI GHAZALI" userId="94db6960-132c-444f-a4d9-23ae1565c350" providerId="ADAL" clId="{0D69619D-8E0C-0940-819A-27B8F8A7FFBD}" dt="2025-05-17T08:22:16.387" v="337" actId="113"/>
        <pc:sldMkLst>
          <pc:docMk/>
          <pc:sldMk cId="3471545329" sldId="423"/>
        </pc:sldMkLst>
        <pc:spChg chg="mod">
          <ac:chgData name="MASITAH BINTI GHAZALI" userId="94db6960-132c-444f-a4d9-23ae1565c350" providerId="ADAL" clId="{0D69619D-8E0C-0940-819A-27B8F8A7FFBD}" dt="2025-05-17T08:22:16.387" v="337" actId="113"/>
          <ac:spMkLst>
            <pc:docMk/>
            <pc:sldMk cId="3471545329" sldId="423"/>
            <ac:spMk id="3" creationId="{7D51689B-0B9F-A001-3171-85972705BFEB}"/>
          </ac:spMkLst>
        </pc:spChg>
        <pc:spChg chg="mod">
          <ac:chgData name="MASITAH BINTI GHAZALI" userId="94db6960-132c-444f-a4d9-23ae1565c350" providerId="ADAL" clId="{0D69619D-8E0C-0940-819A-27B8F8A7FFBD}" dt="2025-05-17T08:18:34.821" v="269" actId="20577"/>
          <ac:spMkLst>
            <pc:docMk/>
            <pc:sldMk cId="3471545329" sldId="423"/>
            <ac:spMk id="6" creationId="{5AF7A997-DFDE-5B09-1108-0BFD24B8809D}"/>
          </ac:spMkLst>
        </pc:spChg>
      </pc:sldChg>
      <pc:sldChg chg="modSp add mod ord">
        <pc:chgData name="MASITAH BINTI GHAZALI" userId="94db6960-132c-444f-a4d9-23ae1565c350" providerId="ADAL" clId="{0D69619D-8E0C-0940-819A-27B8F8A7FFBD}" dt="2025-05-17T13:22:50.895" v="2225" actId="20577"/>
        <pc:sldMkLst>
          <pc:docMk/>
          <pc:sldMk cId="1403736732" sldId="424"/>
        </pc:sldMkLst>
        <pc:spChg chg="mod">
          <ac:chgData name="MASITAH BINTI GHAZALI" userId="94db6960-132c-444f-a4d9-23ae1565c350" providerId="ADAL" clId="{0D69619D-8E0C-0940-819A-27B8F8A7FFBD}" dt="2025-05-17T13:22:50.895" v="2225" actId="20577"/>
          <ac:spMkLst>
            <pc:docMk/>
            <pc:sldMk cId="1403736732" sldId="424"/>
            <ac:spMk id="3" creationId="{562D71D4-AA13-CD46-69C8-5D28FD133E13}"/>
          </ac:spMkLst>
        </pc:spChg>
        <pc:spChg chg="mod">
          <ac:chgData name="MASITAH BINTI GHAZALI" userId="94db6960-132c-444f-a4d9-23ae1565c350" providerId="ADAL" clId="{0D69619D-8E0C-0940-819A-27B8F8A7FFBD}" dt="2025-05-17T08:19:27.813" v="309" actId="20577"/>
          <ac:spMkLst>
            <pc:docMk/>
            <pc:sldMk cId="1403736732" sldId="424"/>
            <ac:spMk id="6" creationId="{A50BD019-F6E6-3465-B13C-1727447C9571}"/>
          </ac:spMkLst>
        </pc:spChg>
      </pc:sldChg>
      <pc:sldChg chg="modSp add mod">
        <pc:chgData name="MASITAH BINTI GHAZALI" userId="94db6960-132c-444f-a4d9-23ae1565c350" providerId="ADAL" clId="{0D69619D-8E0C-0940-819A-27B8F8A7FFBD}" dt="2025-05-17T08:27:47.241" v="426" actId="20577"/>
        <pc:sldMkLst>
          <pc:docMk/>
          <pc:sldMk cId="2619455917" sldId="425"/>
        </pc:sldMkLst>
        <pc:spChg chg="mod">
          <ac:chgData name="MASITAH BINTI GHAZALI" userId="94db6960-132c-444f-a4d9-23ae1565c350" providerId="ADAL" clId="{0D69619D-8E0C-0940-819A-27B8F8A7FFBD}" dt="2025-05-17T08:27:47.241" v="426" actId="20577"/>
          <ac:spMkLst>
            <pc:docMk/>
            <pc:sldMk cId="2619455917" sldId="425"/>
            <ac:spMk id="6" creationId="{D4C1252E-704F-1B80-E141-6452FACC0677}"/>
          </ac:spMkLst>
        </pc:spChg>
      </pc:sldChg>
      <pc:sldChg chg="modSp add del mod">
        <pc:chgData name="MASITAH BINTI GHAZALI" userId="94db6960-132c-444f-a4d9-23ae1565c350" providerId="ADAL" clId="{0D69619D-8E0C-0940-819A-27B8F8A7FFBD}" dt="2025-05-17T09:08:45.121" v="452" actId="2696"/>
        <pc:sldMkLst>
          <pc:docMk/>
          <pc:sldMk cId="872781433" sldId="426"/>
        </pc:sldMkLst>
        <pc:spChg chg="mod">
          <ac:chgData name="MASITAH BINTI GHAZALI" userId="94db6960-132c-444f-a4d9-23ae1565c350" providerId="ADAL" clId="{0D69619D-8E0C-0940-819A-27B8F8A7FFBD}" dt="2025-05-17T08:29:46.839" v="449" actId="20577"/>
          <ac:spMkLst>
            <pc:docMk/>
            <pc:sldMk cId="872781433" sldId="426"/>
            <ac:spMk id="3" creationId="{A5AA3D8F-0955-DCC2-CC83-ABF4DEFFBAFF}"/>
          </ac:spMkLst>
        </pc:spChg>
        <pc:spChg chg="mod">
          <ac:chgData name="MASITAH BINTI GHAZALI" userId="94db6960-132c-444f-a4d9-23ae1565c350" providerId="ADAL" clId="{0D69619D-8E0C-0940-819A-27B8F8A7FFBD}" dt="2025-05-17T08:29:20.724" v="444" actId="20577"/>
          <ac:spMkLst>
            <pc:docMk/>
            <pc:sldMk cId="872781433" sldId="426"/>
            <ac:spMk id="6" creationId="{591DA7BB-3F9D-B30C-D0BB-6618336C6F7E}"/>
          </ac:spMkLst>
        </pc:spChg>
      </pc:sldChg>
      <pc:sldChg chg="modSp add mod">
        <pc:chgData name="MASITAH BINTI GHAZALI" userId="94db6960-132c-444f-a4d9-23ae1565c350" providerId="ADAL" clId="{0D69619D-8E0C-0940-819A-27B8F8A7FFBD}" dt="2025-05-17T09:02:22.617" v="451"/>
        <pc:sldMkLst>
          <pc:docMk/>
          <pc:sldMk cId="1323468511" sldId="427"/>
        </pc:sldMkLst>
        <pc:spChg chg="mod">
          <ac:chgData name="MASITAH BINTI GHAZALI" userId="94db6960-132c-444f-a4d9-23ae1565c350" providerId="ADAL" clId="{0D69619D-8E0C-0940-819A-27B8F8A7FFBD}" dt="2025-05-17T09:02:22.617" v="451"/>
          <ac:spMkLst>
            <pc:docMk/>
            <pc:sldMk cId="1323468511" sldId="427"/>
            <ac:spMk id="3" creationId="{74CF24D7-5B54-29DF-CA8A-A63F70DABDC5}"/>
          </ac:spMkLst>
        </pc:spChg>
      </pc:sldChg>
      <pc:sldChg chg="modSp add mod">
        <pc:chgData name="MASITAH BINTI GHAZALI" userId="94db6960-132c-444f-a4d9-23ae1565c350" providerId="ADAL" clId="{0D69619D-8E0C-0940-819A-27B8F8A7FFBD}" dt="2025-05-17T09:13:29.786" v="513" actId="1035"/>
        <pc:sldMkLst>
          <pc:docMk/>
          <pc:sldMk cId="2959137296" sldId="428"/>
        </pc:sldMkLst>
        <pc:spChg chg="mod">
          <ac:chgData name="MASITAH BINTI GHAZALI" userId="94db6960-132c-444f-a4d9-23ae1565c350" providerId="ADAL" clId="{0D69619D-8E0C-0940-819A-27B8F8A7FFBD}" dt="2025-05-17T09:13:29.786" v="513" actId="1035"/>
          <ac:spMkLst>
            <pc:docMk/>
            <pc:sldMk cId="2959137296" sldId="428"/>
            <ac:spMk id="3" creationId="{9D0A891F-2C7F-9290-AC4C-DC465F0F2932}"/>
          </ac:spMkLst>
        </pc:spChg>
        <pc:spChg chg="mod">
          <ac:chgData name="MASITAH BINTI GHAZALI" userId="94db6960-132c-444f-a4d9-23ae1565c350" providerId="ADAL" clId="{0D69619D-8E0C-0940-819A-27B8F8A7FFBD}" dt="2025-05-17T09:10:48.113" v="468" actId="20577"/>
          <ac:spMkLst>
            <pc:docMk/>
            <pc:sldMk cId="2959137296" sldId="428"/>
            <ac:spMk id="6" creationId="{A2486031-D607-B3EC-30B5-C44BBBA71FB6}"/>
          </ac:spMkLst>
        </pc:spChg>
      </pc:sldChg>
      <pc:sldChg chg="addSp modSp add mod">
        <pc:chgData name="MASITAH BINTI GHAZALI" userId="94db6960-132c-444f-a4d9-23ae1565c350" providerId="ADAL" clId="{0D69619D-8E0C-0940-819A-27B8F8A7FFBD}" dt="2025-05-17T09:14:48.605" v="553" actId="1076"/>
        <pc:sldMkLst>
          <pc:docMk/>
          <pc:sldMk cId="2526672234" sldId="429"/>
        </pc:sldMkLst>
        <pc:spChg chg="mod">
          <ac:chgData name="MASITAH BINTI GHAZALI" userId="94db6960-132c-444f-a4d9-23ae1565c350" providerId="ADAL" clId="{0D69619D-8E0C-0940-819A-27B8F8A7FFBD}" dt="2025-05-17T09:14:44.489" v="552" actId="14100"/>
          <ac:spMkLst>
            <pc:docMk/>
            <pc:sldMk cId="2526672234" sldId="429"/>
            <ac:spMk id="3" creationId="{CB30F566-C4CE-BB80-9D61-C423A90F0444}"/>
          </ac:spMkLst>
        </pc:spChg>
        <pc:spChg chg="mod">
          <ac:chgData name="MASITAH BINTI GHAZALI" userId="94db6960-132c-444f-a4d9-23ae1565c350" providerId="ADAL" clId="{0D69619D-8E0C-0940-819A-27B8F8A7FFBD}" dt="2025-05-17T09:14:28.231" v="547"/>
          <ac:spMkLst>
            <pc:docMk/>
            <pc:sldMk cId="2526672234" sldId="429"/>
            <ac:spMk id="4" creationId="{ED9310FA-683D-EFC8-66BB-24F1B0223F7A}"/>
          </ac:spMkLst>
        </pc:spChg>
        <pc:spChg chg="mod">
          <ac:chgData name="MASITAH BINTI GHAZALI" userId="94db6960-132c-444f-a4d9-23ae1565c350" providerId="ADAL" clId="{0D69619D-8E0C-0940-819A-27B8F8A7FFBD}" dt="2025-05-17T09:13:50.934" v="538" actId="20577"/>
          <ac:spMkLst>
            <pc:docMk/>
            <pc:sldMk cId="2526672234" sldId="429"/>
            <ac:spMk id="6" creationId="{9B7E397F-1975-D415-47AA-E74305AA0918}"/>
          </ac:spMkLst>
        </pc:spChg>
        <pc:spChg chg="mod">
          <ac:chgData name="MASITAH BINTI GHAZALI" userId="94db6960-132c-444f-a4d9-23ae1565c350" providerId="ADAL" clId="{0D69619D-8E0C-0940-819A-27B8F8A7FFBD}" dt="2025-05-17T09:14:28.231" v="547"/>
          <ac:spMkLst>
            <pc:docMk/>
            <pc:sldMk cId="2526672234" sldId="429"/>
            <ac:spMk id="7" creationId="{1C48B5CB-4079-3791-2A71-6ECACAF8D9E2}"/>
          </ac:spMkLst>
        </pc:spChg>
        <pc:spChg chg="mod">
          <ac:chgData name="MASITAH BINTI GHAZALI" userId="94db6960-132c-444f-a4d9-23ae1565c350" providerId="ADAL" clId="{0D69619D-8E0C-0940-819A-27B8F8A7FFBD}" dt="2025-05-17T09:14:28.231" v="547"/>
          <ac:spMkLst>
            <pc:docMk/>
            <pc:sldMk cId="2526672234" sldId="429"/>
            <ac:spMk id="8" creationId="{7CBDE4A7-21DA-E61C-F246-F25AD6FA8AB1}"/>
          </ac:spMkLst>
        </pc:spChg>
        <pc:spChg chg="mod">
          <ac:chgData name="MASITAH BINTI GHAZALI" userId="94db6960-132c-444f-a4d9-23ae1565c350" providerId="ADAL" clId="{0D69619D-8E0C-0940-819A-27B8F8A7FFBD}" dt="2025-05-17T09:14:28.231" v="547"/>
          <ac:spMkLst>
            <pc:docMk/>
            <pc:sldMk cId="2526672234" sldId="429"/>
            <ac:spMk id="9" creationId="{A8801C4C-8541-6C08-335D-9C85E7DB321B}"/>
          </ac:spMkLst>
        </pc:spChg>
        <pc:spChg chg="mod">
          <ac:chgData name="MASITAH BINTI GHAZALI" userId="94db6960-132c-444f-a4d9-23ae1565c350" providerId="ADAL" clId="{0D69619D-8E0C-0940-819A-27B8F8A7FFBD}" dt="2025-05-17T09:14:28.231" v="547"/>
          <ac:spMkLst>
            <pc:docMk/>
            <pc:sldMk cId="2526672234" sldId="429"/>
            <ac:spMk id="10" creationId="{A8DDF41D-0448-CEEA-70E2-A66FF07AD360}"/>
          </ac:spMkLst>
        </pc:spChg>
        <pc:spChg chg="mod">
          <ac:chgData name="MASITAH BINTI GHAZALI" userId="94db6960-132c-444f-a4d9-23ae1565c350" providerId="ADAL" clId="{0D69619D-8E0C-0940-819A-27B8F8A7FFBD}" dt="2025-05-17T09:14:28.231" v="547"/>
          <ac:spMkLst>
            <pc:docMk/>
            <pc:sldMk cId="2526672234" sldId="429"/>
            <ac:spMk id="11" creationId="{1FE004B5-9B40-42D3-3A7D-B294F4F35D25}"/>
          </ac:spMkLst>
        </pc:spChg>
        <pc:spChg chg="mod">
          <ac:chgData name="MASITAH BINTI GHAZALI" userId="94db6960-132c-444f-a4d9-23ae1565c350" providerId="ADAL" clId="{0D69619D-8E0C-0940-819A-27B8F8A7FFBD}" dt="2025-05-17T09:14:28.231" v="547"/>
          <ac:spMkLst>
            <pc:docMk/>
            <pc:sldMk cId="2526672234" sldId="429"/>
            <ac:spMk id="12" creationId="{D7578AD5-52E3-788B-0DAA-F50E940C4422}"/>
          </ac:spMkLst>
        </pc:spChg>
        <pc:spChg chg="mod">
          <ac:chgData name="MASITAH BINTI GHAZALI" userId="94db6960-132c-444f-a4d9-23ae1565c350" providerId="ADAL" clId="{0D69619D-8E0C-0940-819A-27B8F8A7FFBD}" dt="2025-05-17T09:14:28.231" v="547"/>
          <ac:spMkLst>
            <pc:docMk/>
            <pc:sldMk cId="2526672234" sldId="429"/>
            <ac:spMk id="13" creationId="{33B3593F-5B36-3BA0-B20C-B849E4B81B2C}"/>
          </ac:spMkLst>
        </pc:spChg>
        <pc:spChg chg="mod">
          <ac:chgData name="MASITAH BINTI GHAZALI" userId="94db6960-132c-444f-a4d9-23ae1565c350" providerId="ADAL" clId="{0D69619D-8E0C-0940-819A-27B8F8A7FFBD}" dt="2025-05-17T09:14:28.231" v="547"/>
          <ac:spMkLst>
            <pc:docMk/>
            <pc:sldMk cId="2526672234" sldId="429"/>
            <ac:spMk id="14" creationId="{E17A6202-C67B-9E43-6A3B-0293DCF6B084}"/>
          </ac:spMkLst>
        </pc:spChg>
        <pc:spChg chg="mod">
          <ac:chgData name="MASITAH BINTI GHAZALI" userId="94db6960-132c-444f-a4d9-23ae1565c350" providerId="ADAL" clId="{0D69619D-8E0C-0940-819A-27B8F8A7FFBD}" dt="2025-05-17T09:14:28.231" v="547"/>
          <ac:spMkLst>
            <pc:docMk/>
            <pc:sldMk cId="2526672234" sldId="429"/>
            <ac:spMk id="15" creationId="{1166FDED-5972-7BD1-2BBE-CF80610770AF}"/>
          </ac:spMkLst>
        </pc:spChg>
        <pc:grpChg chg="mod">
          <ac:chgData name="MASITAH BINTI GHAZALI" userId="94db6960-132c-444f-a4d9-23ae1565c350" providerId="ADAL" clId="{0D69619D-8E0C-0940-819A-27B8F8A7FFBD}" dt="2025-05-17T09:14:48.605" v="553" actId="1076"/>
          <ac:grpSpMkLst>
            <pc:docMk/>
            <pc:sldMk cId="2526672234" sldId="429"/>
            <ac:grpSpMk id="2" creationId="{452508AB-7D33-4145-FF47-92ABB6B8C802}"/>
          </ac:grpSpMkLst>
        </pc:grpChg>
      </pc:sldChg>
      <pc:sldChg chg="modSp add mod ord">
        <pc:chgData name="MASITAH BINTI GHAZALI" userId="94db6960-132c-444f-a4d9-23ae1565c350" providerId="ADAL" clId="{0D69619D-8E0C-0940-819A-27B8F8A7FFBD}" dt="2025-05-17T09:31:30.874" v="1019" actId="20578"/>
        <pc:sldMkLst>
          <pc:docMk/>
          <pc:sldMk cId="2753231520" sldId="430"/>
        </pc:sldMkLst>
        <pc:spChg chg="mod">
          <ac:chgData name="MASITAH BINTI GHAZALI" userId="94db6960-132c-444f-a4d9-23ae1565c350" providerId="ADAL" clId="{0D69619D-8E0C-0940-819A-27B8F8A7FFBD}" dt="2025-05-17T09:15:54.668" v="622" actId="1076"/>
          <ac:spMkLst>
            <pc:docMk/>
            <pc:sldMk cId="2753231520" sldId="430"/>
            <ac:spMk id="3" creationId="{628EDA06-9E5D-3759-07B2-F9BC3738EE17}"/>
          </ac:spMkLst>
        </pc:spChg>
        <pc:spChg chg="mod">
          <ac:chgData name="MASITAH BINTI GHAZALI" userId="94db6960-132c-444f-a4d9-23ae1565c350" providerId="ADAL" clId="{0D69619D-8E0C-0940-819A-27B8F8A7FFBD}" dt="2025-05-17T09:15:25.124" v="608" actId="20577"/>
          <ac:spMkLst>
            <pc:docMk/>
            <pc:sldMk cId="2753231520" sldId="430"/>
            <ac:spMk id="6" creationId="{5615A7C2-AF77-235B-5F4F-A2A272AA277C}"/>
          </ac:spMkLst>
        </pc:spChg>
      </pc:sldChg>
      <pc:sldChg chg="modSp add mod ord">
        <pc:chgData name="MASITAH BINTI GHAZALI" userId="94db6960-132c-444f-a4d9-23ae1565c350" providerId="ADAL" clId="{0D69619D-8E0C-0940-819A-27B8F8A7FFBD}" dt="2025-05-17T09:31:33.485" v="1020" actId="20578"/>
        <pc:sldMkLst>
          <pc:docMk/>
          <pc:sldMk cId="3853938841" sldId="431"/>
        </pc:sldMkLst>
        <pc:spChg chg="mod">
          <ac:chgData name="MASITAH BINTI GHAZALI" userId="94db6960-132c-444f-a4d9-23ae1565c350" providerId="ADAL" clId="{0D69619D-8E0C-0940-819A-27B8F8A7FFBD}" dt="2025-05-17T09:16:46.075" v="656" actId="113"/>
          <ac:spMkLst>
            <pc:docMk/>
            <pc:sldMk cId="3853938841" sldId="431"/>
            <ac:spMk id="3" creationId="{7AA74BBD-9266-2510-08E1-455D798DAFF8}"/>
          </ac:spMkLst>
        </pc:spChg>
        <pc:spChg chg="mod">
          <ac:chgData name="MASITAH BINTI GHAZALI" userId="94db6960-132c-444f-a4d9-23ae1565c350" providerId="ADAL" clId="{0D69619D-8E0C-0940-819A-27B8F8A7FFBD}" dt="2025-05-17T09:16:13.419" v="646" actId="20577"/>
          <ac:spMkLst>
            <pc:docMk/>
            <pc:sldMk cId="3853938841" sldId="431"/>
            <ac:spMk id="6" creationId="{11C71AEA-681C-F23A-BB9A-13F4E6D41992}"/>
          </ac:spMkLst>
        </pc:spChg>
      </pc:sldChg>
      <pc:sldChg chg="modSp add mod ord">
        <pc:chgData name="MASITAH BINTI GHAZALI" userId="94db6960-132c-444f-a4d9-23ae1565c350" providerId="ADAL" clId="{0D69619D-8E0C-0940-819A-27B8F8A7FFBD}" dt="2025-05-17T09:31:56.072" v="1021" actId="20578"/>
        <pc:sldMkLst>
          <pc:docMk/>
          <pc:sldMk cId="72297596" sldId="432"/>
        </pc:sldMkLst>
        <pc:spChg chg="mod">
          <ac:chgData name="MASITAH BINTI GHAZALI" userId="94db6960-132c-444f-a4d9-23ae1565c350" providerId="ADAL" clId="{0D69619D-8E0C-0940-819A-27B8F8A7FFBD}" dt="2025-05-17T09:17:46.673" v="711" actId="1076"/>
          <ac:spMkLst>
            <pc:docMk/>
            <pc:sldMk cId="72297596" sldId="432"/>
            <ac:spMk id="3" creationId="{73E6994A-3508-891B-631F-BA3291B38CDF}"/>
          </ac:spMkLst>
        </pc:spChg>
        <pc:spChg chg="mod">
          <ac:chgData name="MASITAH BINTI GHAZALI" userId="94db6960-132c-444f-a4d9-23ae1565c350" providerId="ADAL" clId="{0D69619D-8E0C-0940-819A-27B8F8A7FFBD}" dt="2025-05-17T09:17:18.601" v="697" actId="1076"/>
          <ac:spMkLst>
            <pc:docMk/>
            <pc:sldMk cId="72297596" sldId="432"/>
            <ac:spMk id="6" creationId="{83761BCF-EDA7-132E-0E92-3B270B66D60D}"/>
          </ac:spMkLst>
        </pc:spChg>
      </pc:sldChg>
      <pc:sldChg chg="modSp add mod ord">
        <pc:chgData name="MASITAH BINTI GHAZALI" userId="94db6960-132c-444f-a4d9-23ae1565c350" providerId="ADAL" clId="{0D69619D-8E0C-0940-819A-27B8F8A7FFBD}" dt="2025-05-17T09:31:18.529" v="1018" actId="20578"/>
        <pc:sldMkLst>
          <pc:docMk/>
          <pc:sldMk cId="873265651" sldId="433"/>
        </pc:sldMkLst>
        <pc:spChg chg="mod">
          <ac:chgData name="MASITAH BINTI GHAZALI" userId="94db6960-132c-444f-a4d9-23ae1565c350" providerId="ADAL" clId="{0D69619D-8E0C-0940-819A-27B8F8A7FFBD}" dt="2025-05-17T09:29:27.598" v="960" actId="1076"/>
          <ac:spMkLst>
            <pc:docMk/>
            <pc:sldMk cId="873265651" sldId="433"/>
            <ac:spMk id="3" creationId="{EC1D380A-2780-FFE3-63CF-4854C7479599}"/>
          </ac:spMkLst>
        </pc:spChg>
        <pc:spChg chg="mod">
          <ac:chgData name="MASITAH BINTI GHAZALI" userId="94db6960-132c-444f-a4d9-23ae1565c350" providerId="ADAL" clId="{0D69619D-8E0C-0940-819A-27B8F8A7FFBD}" dt="2025-05-17T09:28:40.508" v="937" actId="20577"/>
          <ac:spMkLst>
            <pc:docMk/>
            <pc:sldMk cId="873265651" sldId="433"/>
            <ac:spMk id="6" creationId="{3093B401-E43B-FA21-7105-6641891EEEF5}"/>
          </ac:spMkLst>
        </pc:spChg>
      </pc:sldChg>
      <pc:sldChg chg="delSp modSp add del mod">
        <pc:chgData name="MASITAH BINTI GHAZALI" userId="94db6960-132c-444f-a4d9-23ae1565c350" providerId="ADAL" clId="{0D69619D-8E0C-0940-819A-27B8F8A7FFBD}" dt="2025-05-17T09:28:19.404" v="907" actId="2696"/>
        <pc:sldMkLst>
          <pc:docMk/>
          <pc:sldMk cId="3184354925" sldId="433"/>
        </pc:sldMkLst>
        <pc:spChg chg="mod">
          <ac:chgData name="MASITAH BINTI GHAZALI" userId="94db6960-132c-444f-a4d9-23ae1565c350" providerId="ADAL" clId="{0D69619D-8E0C-0940-819A-27B8F8A7FFBD}" dt="2025-05-17T09:25:44.229" v="856" actId="404"/>
          <ac:spMkLst>
            <pc:docMk/>
            <pc:sldMk cId="3184354925" sldId="433"/>
            <ac:spMk id="3" creationId="{F9ACE561-C766-5409-098A-F213F39BF9DC}"/>
          </ac:spMkLst>
        </pc:spChg>
        <pc:spChg chg="del mod">
          <ac:chgData name="MASITAH BINTI GHAZALI" userId="94db6960-132c-444f-a4d9-23ae1565c350" providerId="ADAL" clId="{0D69619D-8E0C-0940-819A-27B8F8A7FFBD}" dt="2025-05-17T09:27:56.853" v="904" actId="21"/>
          <ac:spMkLst>
            <pc:docMk/>
            <pc:sldMk cId="3184354925" sldId="433"/>
            <ac:spMk id="6" creationId="{11B0BF46-91F3-3931-64FB-CC65B334D66B}"/>
          </ac:spMkLst>
        </pc:spChg>
      </pc:sldChg>
      <pc:sldChg chg="modSp add mod ord">
        <pc:chgData name="MASITAH BINTI GHAZALI" userId="94db6960-132c-444f-a4d9-23ae1565c350" providerId="ADAL" clId="{0D69619D-8E0C-0940-819A-27B8F8A7FFBD}" dt="2025-05-17T09:34:11.653" v="1042" actId="1076"/>
        <pc:sldMkLst>
          <pc:docMk/>
          <pc:sldMk cId="3083491916" sldId="434"/>
        </pc:sldMkLst>
        <pc:spChg chg="mod">
          <ac:chgData name="MASITAH BINTI GHAZALI" userId="94db6960-132c-444f-a4d9-23ae1565c350" providerId="ADAL" clId="{0D69619D-8E0C-0940-819A-27B8F8A7FFBD}" dt="2025-05-17T09:30:49.828" v="1016" actId="20577"/>
          <ac:spMkLst>
            <pc:docMk/>
            <pc:sldMk cId="3083491916" sldId="434"/>
            <ac:spMk id="3" creationId="{A612D8AC-9078-60C7-4BDA-B05F5271785C}"/>
          </ac:spMkLst>
        </pc:spChg>
        <pc:spChg chg="mod">
          <ac:chgData name="MASITAH BINTI GHAZALI" userId="94db6960-132c-444f-a4d9-23ae1565c350" providerId="ADAL" clId="{0D69619D-8E0C-0940-819A-27B8F8A7FFBD}" dt="2025-05-17T09:34:11.653" v="1042" actId="1076"/>
          <ac:spMkLst>
            <pc:docMk/>
            <pc:sldMk cId="3083491916" sldId="434"/>
            <ac:spMk id="6" creationId="{16640B0E-0849-B55A-EB49-1F20CEEC2DF6}"/>
          </ac:spMkLst>
        </pc:spChg>
      </pc:sldChg>
      <pc:sldChg chg="modSp add mod">
        <pc:chgData name="MASITAH BINTI GHAZALI" userId="94db6960-132c-444f-a4d9-23ae1565c350" providerId="ADAL" clId="{0D69619D-8E0C-0940-819A-27B8F8A7FFBD}" dt="2025-05-17T09:39:32.766" v="1138" actId="20577"/>
        <pc:sldMkLst>
          <pc:docMk/>
          <pc:sldMk cId="870234875" sldId="435"/>
        </pc:sldMkLst>
        <pc:spChg chg="mod">
          <ac:chgData name="MASITAH BINTI GHAZALI" userId="94db6960-132c-444f-a4d9-23ae1565c350" providerId="ADAL" clId="{0D69619D-8E0C-0940-819A-27B8F8A7FFBD}" dt="2025-05-17T09:39:05.361" v="1103" actId="1076"/>
          <ac:spMkLst>
            <pc:docMk/>
            <pc:sldMk cId="870234875" sldId="435"/>
            <ac:spMk id="3" creationId="{4AB921E5-32CC-4AE9-E0DA-4B2FE4317430}"/>
          </ac:spMkLst>
        </pc:spChg>
        <pc:spChg chg="mod">
          <ac:chgData name="MASITAH BINTI GHAZALI" userId="94db6960-132c-444f-a4d9-23ae1565c350" providerId="ADAL" clId="{0D69619D-8E0C-0940-819A-27B8F8A7FFBD}" dt="2025-05-17T09:39:32.766" v="1138" actId="20577"/>
          <ac:spMkLst>
            <pc:docMk/>
            <pc:sldMk cId="870234875" sldId="435"/>
            <ac:spMk id="6" creationId="{219F1CD4-F7A2-B1CE-C4F5-135E4E8419B4}"/>
          </ac:spMkLst>
        </pc:spChg>
      </pc:sldChg>
      <pc:sldChg chg="addSp delSp modSp add mod">
        <pc:chgData name="MASITAH BINTI GHAZALI" userId="94db6960-132c-444f-a4d9-23ae1565c350" providerId="ADAL" clId="{0D69619D-8E0C-0940-819A-27B8F8A7FFBD}" dt="2025-05-17T09:40:05.958" v="1145"/>
        <pc:sldMkLst>
          <pc:docMk/>
          <pc:sldMk cId="1123662292" sldId="436"/>
        </pc:sldMkLst>
        <pc:spChg chg="del">
          <ac:chgData name="MASITAH BINTI GHAZALI" userId="94db6960-132c-444f-a4d9-23ae1565c350" providerId="ADAL" clId="{0D69619D-8E0C-0940-819A-27B8F8A7FFBD}" dt="2025-05-17T09:39:47.070" v="1140" actId="478"/>
          <ac:spMkLst>
            <pc:docMk/>
            <pc:sldMk cId="1123662292" sldId="436"/>
            <ac:spMk id="3" creationId="{681CF2B8-AFA4-624E-FFBD-82726810033F}"/>
          </ac:spMkLst>
        </pc:spChg>
        <pc:spChg chg="mod">
          <ac:chgData name="MASITAH BINTI GHAZALI" userId="94db6960-132c-444f-a4d9-23ae1565c350" providerId="ADAL" clId="{0D69619D-8E0C-0940-819A-27B8F8A7FFBD}" dt="2025-05-17T09:39:27.488" v="1130" actId="20577"/>
          <ac:spMkLst>
            <pc:docMk/>
            <pc:sldMk cId="1123662292" sldId="436"/>
            <ac:spMk id="6" creationId="{49E837FD-813F-C9B7-5EA6-2D7646A38B3F}"/>
          </ac:spMkLst>
        </pc:spChg>
        <pc:spChg chg="add del mod">
          <ac:chgData name="MASITAH BINTI GHAZALI" userId="94db6960-132c-444f-a4d9-23ae1565c350" providerId="ADAL" clId="{0D69619D-8E0C-0940-819A-27B8F8A7FFBD}" dt="2025-05-17T09:40:05.958" v="1145"/>
          <ac:spMkLst>
            <pc:docMk/>
            <pc:sldMk cId="1123662292" sldId="436"/>
            <ac:spMk id="17" creationId="{9582DB2A-3082-A4AE-A80E-0E7FFA693060}"/>
          </ac:spMkLst>
        </pc:spChg>
        <pc:grpChg chg="del">
          <ac:chgData name="MASITAH BINTI GHAZALI" userId="94db6960-132c-444f-a4d9-23ae1565c350" providerId="ADAL" clId="{0D69619D-8E0C-0940-819A-27B8F8A7FFBD}" dt="2025-05-17T09:39:45.075" v="1139" actId="478"/>
          <ac:grpSpMkLst>
            <pc:docMk/>
            <pc:sldMk cId="1123662292" sldId="436"/>
            <ac:grpSpMk id="2" creationId="{3B7943FB-F19E-0EA1-07F2-8CF7D3FA2D69}"/>
          </ac:grpSpMkLst>
        </pc:grpChg>
        <pc:picChg chg="add mod">
          <ac:chgData name="MASITAH BINTI GHAZALI" userId="94db6960-132c-444f-a4d9-23ae1565c350" providerId="ADAL" clId="{0D69619D-8E0C-0940-819A-27B8F8A7FFBD}" dt="2025-05-17T09:39:57.428" v="1142" actId="1076"/>
          <ac:picMkLst>
            <pc:docMk/>
            <pc:sldMk cId="1123662292" sldId="436"/>
            <ac:picMk id="16" creationId="{E0387242-E6CA-D70E-E681-354C65AFCA6F}"/>
          </ac:picMkLst>
        </pc:picChg>
      </pc:sldChg>
      <pc:sldChg chg="addSp delSp modSp add mod">
        <pc:chgData name="MASITAH BINTI GHAZALI" userId="94db6960-132c-444f-a4d9-23ae1565c350" providerId="ADAL" clId="{0D69619D-8E0C-0940-819A-27B8F8A7FFBD}" dt="2025-05-17T09:40:38.910" v="1171" actId="1076"/>
        <pc:sldMkLst>
          <pc:docMk/>
          <pc:sldMk cId="463938728" sldId="437"/>
        </pc:sldMkLst>
        <pc:spChg chg="add mod">
          <ac:chgData name="MASITAH BINTI GHAZALI" userId="94db6960-132c-444f-a4d9-23ae1565c350" providerId="ADAL" clId="{0D69619D-8E0C-0940-819A-27B8F8A7FFBD}" dt="2025-05-17T09:40:38.910" v="1171" actId="1076"/>
          <ac:spMkLst>
            <pc:docMk/>
            <pc:sldMk cId="463938728" sldId="437"/>
            <ac:spMk id="2" creationId="{6F80C173-6A60-CB27-0308-C497CDD957B5}"/>
          </ac:spMkLst>
        </pc:spChg>
        <pc:spChg chg="del">
          <ac:chgData name="MASITAH BINTI GHAZALI" userId="94db6960-132c-444f-a4d9-23ae1565c350" providerId="ADAL" clId="{0D69619D-8E0C-0940-819A-27B8F8A7FFBD}" dt="2025-05-17T09:40:33.860" v="1169" actId="478"/>
          <ac:spMkLst>
            <pc:docMk/>
            <pc:sldMk cId="463938728" sldId="437"/>
            <ac:spMk id="3" creationId="{EAD21533-8605-3D10-80B5-1CC58208A9B4}"/>
          </ac:spMkLst>
        </pc:spChg>
        <pc:spChg chg="mod">
          <ac:chgData name="MASITAH BINTI GHAZALI" userId="94db6960-132c-444f-a4d9-23ae1565c350" providerId="ADAL" clId="{0D69619D-8E0C-0940-819A-27B8F8A7FFBD}" dt="2025-05-17T09:40:22.768" v="1168" actId="20577"/>
          <ac:spMkLst>
            <pc:docMk/>
            <pc:sldMk cId="463938728" sldId="437"/>
            <ac:spMk id="6" creationId="{F2335B57-4041-90EA-549E-E13F9E444593}"/>
          </ac:spMkLst>
        </pc:spChg>
      </pc:sldChg>
      <pc:sldChg chg="modSp add mod">
        <pc:chgData name="MASITAH BINTI GHAZALI" userId="94db6960-132c-444f-a4d9-23ae1565c350" providerId="ADAL" clId="{0D69619D-8E0C-0940-819A-27B8F8A7FFBD}" dt="2025-05-17T09:41:37.944" v="1203" actId="20577"/>
        <pc:sldMkLst>
          <pc:docMk/>
          <pc:sldMk cId="1069222015" sldId="438"/>
        </pc:sldMkLst>
        <pc:spChg chg="mod">
          <ac:chgData name="MASITAH BINTI GHAZALI" userId="94db6960-132c-444f-a4d9-23ae1565c350" providerId="ADAL" clId="{0D69619D-8E0C-0940-819A-27B8F8A7FFBD}" dt="2025-05-17T09:41:37.944" v="1203" actId="20577"/>
          <ac:spMkLst>
            <pc:docMk/>
            <pc:sldMk cId="1069222015" sldId="438"/>
            <ac:spMk id="3" creationId="{9F321218-FEFE-E558-F9CA-E7FCDF31AA3E}"/>
          </ac:spMkLst>
        </pc:spChg>
        <pc:spChg chg="mod">
          <ac:chgData name="MASITAH BINTI GHAZALI" userId="94db6960-132c-444f-a4d9-23ae1565c350" providerId="ADAL" clId="{0D69619D-8E0C-0940-819A-27B8F8A7FFBD}" dt="2025-05-17T09:41:08.270" v="1185" actId="113"/>
          <ac:spMkLst>
            <pc:docMk/>
            <pc:sldMk cId="1069222015" sldId="438"/>
            <ac:spMk id="6" creationId="{079251E3-70C8-58D7-E17F-FD3EB7548B23}"/>
          </ac:spMkLst>
        </pc:spChg>
      </pc:sldChg>
      <pc:sldChg chg="modSp add mod">
        <pc:chgData name="MASITAH BINTI GHAZALI" userId="94db6960-132c-444f-a4d9-23ae1565c350" providerId="ADAL" clId="{0D69619D-8E0C-0940-819A-27B8F8A7FFBD}" dt="2025-05-17T09:46:50.764" v="1265" actId="404"/>
        <pc:sldMkLst>
          <pc:docMk/>
          <pc:sldMk cId="1980498574" sldId="439"/>
        </pc:sldMkLst>
        <pc:spChg chg="mod">
          <ac:chgData name="MASITAH BINTI GHAZALI" userId="94db6960-132c-444f-a4d9-23ae1565c350" providerId="ADAL" clId="{0D69619D-8E0C-0940-819A-27B8F8A7FFBD}" dt="2025-05-17T09:42:48.707" v="1227" actId="20577"/>
          <ac:spMkLst>
            <pc:docMk/>
            <pc:sldMk cId="1980498574" sldId="439"/>
            <ac:spMk id="3" creationId="{BEA72CA3-176F-2725-0954-AEA5B235BC50}"/>
          </ac:spMkLst>
        </pc:spChg>
        <pc:spChg chg="mod">
          <ac:chgData name="MASITAH BINTI GHAZALI" userId="94db6960-132c-444f-a4d9-23ae1565c350" providerId="ADAL" clId="{0D69619D-8E0C-0940-819A-27B8F8A7FFBD}" dt="2025-05-17T09:46:50.764" v="1265" actId="404"/>
          <ac:spMkLst>
            <pc:docMk/>
            <pc:sldMk cId="1980498574" sldId="439"/>
            <ac:spMk id="6" creationId="{393BAE26-B46B-8BF8-AAD1-4A51B5BE7CC1}"/>
          </ac:spMkLst>
        </pc:spChg>
      </pc:sldChg>
      <pc:sldChg chg="addSp delSp modSp add mod">
        <pc:chgData name="MASITAH BINTI GHAZALI" userId="94db6960-132c-444f-a4d9-23ae1565c350" providerId="ADAL" clId="{0D69619D-8E0C-0940-819A-27B8F8A7FFBD}" dt="2025-05-17T09:46:57.652" v="1267"/>
        <pc:sldMkLst>
          <pc:docMk/>
          <pc:sldMk cId="3752866188" sldId="440"/>
        </pc:sldMkLst>
        <pc:spChg chg="add mod">
          <ac:chgData name="MASITAH BINTI GHAZALI" userId="94db6960-132c-444f-a4d9-23ae1565c350" providerId="ADAL" clId="{0D69619D-8E0C-0940-819A-27B8F8A7FFBD}" dt="2025-05-17T09:44:52.593" v="1264" actId="1076"/>
          <ac:spMkLst>
            <pc:docMk/>
            <pc:sldMk cId="3752866188" sldId="440"/>
            <ac:spMk id="2" creationId="{ECE967A6-BB42-0B54-68F2-97122EC01992}"/>
          </ac:spMkLst>
        </pc:spChg>
        <pc:spChg chg="add mod">
          <ac:chgData name="MASITAH BINTI GHAZALI" userId="94db6960-132c-444f-a4d9-23ae1565c350" providerId="ADAL" clId="{0D69619D-8E0C-0940-819A-27B8F8A7FFBD}" dt="2025-05-17T09:44:52.593" v="1264" actId="1076"/>
          <ac:spMkLst>
            <pc:docMk/>
            <pc:sldMk cId="3752866188" sldId="440"/>
            <ac:spMk id="3" creationId="{1C8FE9C2-996B-3E77-738D-FE6092B2F7BE}"/>
          </ac:spMkLst>
        </pc:spChg>
        <pc:spChg chg="add mod">
          <ac:chgData name="MASITAH BINTI GHAZALI" userId="94db6960-132c-444f-a4d9-23ae1565c350" providerId="ADAL" clId="{0D69619D-8E0C-0940-819A-27B8F8A7FFBD}" dt="2025-05-17T09:46:57.652" v="1267"/>
          <ac:spMkLst>
            <pc:docMk/>
            <pc:sldMk cId="3752866188" sldId="440"/>
            <ac:spMk id="4" creationId="{F47A17A1-D7D7-A197-C112-F98FA4FEA9E8}"/>
          </ac:spMkLst>
        </pc:spChg>
        <pc:spChg chg="mod">
          <ac:chgData name="MASITAH BINTI GHAZALI" userId="94db6960-132c-444f-a4d9-23ae1565c350" providerId="ADAL" clId="{0D69619D-8E0C-0940-819A-27B8F8A7FFBD}" dt="2025-05-17T09:43:31.154" v="1255" actId="1076"/>
          <ac:spMkLst>
            <pc:docMk/>
            <pc:sldMk cId="3752866188" sldId="440"/>
            <ac:spMk id="6" creationId="{9C8DE740-9AC2-E5E7-D3A1-0D6FE0AE8215}"/>
          </ac:spMkLst>
        </pc:spChg>
        <pc:spChg chg="add mod">
          <ac:chgData name="MASITAH BINTI GHAZALI" userId="94db6960-132c-444f-a4d9-23ae1565c350" providerId="ADAL" clId="{0D69619D-8E0C-0940-819A-27B8F8A7FFBD}" dt="2025-05-17T09:46:55.885" v="1266"/>
          <ac:spMkLst>
            <pc:docMk/>
            <pc:sldMk cId="3752866188" sldId="440"/>
            <ac:spMk id="7" creationId="{636A4FEF-811A-698F-B43B-3BAE37B1C321}"/>
          </ac:spMkLst>
        </pc:spChg>
        <pc:picChg chg="del">
          <ac:chgData name="MASITAH BINTI GHAZALI" userId="94db6960-132c-444f-a4d9-23ae1565c350" providerId="ADAL" clId="{0D69619D-8E0C-0940-819A-27B8F8A7FFBD}" dt="2025-05-17T09:43:39.930" v="1256" actId="478"/>
          <ac:picMkLst>
            <pc:docMk/>
            <pc:sldMk cId="3752866188" sldId="440"/>
            <ac:picMk id="16" creationId="{770368EA-D353-7DC9-9F55-A94B47E39EAC}"/>
          </ac:picMkLst>
        </pc:picChg>
      </pc:sldChg>
      <pc:sldChg chg="addSp modSp add mod">
        <pc:chgData name="MASITAH BINTI GHAZALI" userId="94db6960-132c-444f-a4d9-23ae1565c350" providerId="ADAL" clId="{0D69619D-8E0C-0940-819A-27B8F8A7FFBD}" dt="2025-05-17T09:49:14.870" v="1330" actId="14100"/>
        <pc:sldMkLst>
          <pc:docMk/>
          <pc:sldMk cId="119524893" sldId="441"/>
        </pc:sldMkLst>
        <pc:spChg chg="add mod">
          <ac:chgData name="MASITAH BINTI GHAZALI" userId="94db6960-132c-444f-a4d9-23ae1565c350" providerId="ADAL" clId="{0D69619D-8E0C-0940-819A-27B8F8A7FFBD}" dt="2025-05-17T09:49:14.870" v="1330" actId="14100"/>
          <ac:spMkLst>
            <pc:docMk/>
            <pc:sldMk cId="119524893" sldId="441"/>
            <ac:spMk id="2" creationId="{AF96560E-C38F-7BA0-F216-0E7557D9C124}"/>
          </ac:spMkLst>
        </pc:spChg>
        <pc:spChg chg="mod">
          <ac:chgData name="MASITAH BINTI GHAZALI" userId="94db6960-132c-444f-a4d9-23ae1565c350" providerId="ADAL" clId="{0D69619D-8E0C-0940-819A-27B8F8A7FFBD}" dt="2025-05-17T09:48:24.635" v="1312" actId="1076"/>
          <ac:spMkLst>
            <pc:docMk/>
            <pc:sldMk cId="119524893" sldId="441"/>
            <ac:spMk id="3" creationId="{6294F429-28FF-ED07-7176-87C983301D78}"/>
          </ac:spMkLst>
        </pc:spChg>
        <pc:spChg chg="mod">
          <ac:chgData name="MASITAH BINTI GHAZALI" userId="94db6960-132c-444f-a4d9-23ae1565c350" providerId="ADAL" clId="{0D69619D-8E0C-0940-819A-27B8F8A7FFBD}" dt="2025-05-17T09:47:25.508" v="1287" actId="20577"/>
          <ac:spMkLst>
            <pc:docMk/>
            <pc:sldMk cId="119524893" sldId="441"/>
            <ac:spMk id="6" creationId="{2D6A3CE5-B9A3-D99F-7ECD-554EAD3F18CE}"/>
          </ac:spMkLst>
        </pc:spChg>
      </pc:sldChg>
      <pc:sldChg chg="addSp delSp modSp add mod">
        <pc:chgData name="MASITAH BINTI GHAZALI" userId="94db6960-132c-444f-a4d9-23ae1565c350" providerId="ADAL" clId="{0D69619D-8E0C-0940-819A-27B8F8A7FFBD}" dt="2025-05-17T09:49:58.766" v="1347" actId="1076"/>
        <pc:sldMkLst>
          <pc:docMk/>
          <pc:sldMk cId="2988255855" sldId="442"/>
        </pc:sldMkLst>
        <pc:spChg chg="del">
          <ac:chgData name="MASITAH BINTI GHAZALI" userId="94db6960-132c-444f-a4d9-23ae1565c350" providerId="ADAL" clId="{0D69619D-8E0C-0940-819A-27B8F8A7FFBD}" dt="2025-05-17T09:49:55.283" v="1345" actId="478"/>
          <ac:spMkLst>
            <pc:docMk/>
            <pc:sldMk cId="2988255855" sldId="442"/>
            <ac:spMk id="2" creationId="{2FD16187-9FB9-41FB-55AA-4C55B2336B62}"/>
          </ac:spMkLst>
        </pc:spChg>
        <pc:spChg chg="del">
          <ac:chgData name="MASITAH BINTI GHAZALI" userId="94db6960-132c-444f-a4d9-23ae1565c350" providerId="ADAL" clId="{0D69619D-8E0C-0940-819A-27B8F8A7FFBD}" dt="2025-05-17T09:49:55.283" v="1345" actId="478"/>
          <ac:spMkLst>
            <pc:docMk/>
            <pc:sldMk cId="2988255855" sldId="442"/>
            <ac:spMk id="3" creationId="{90CE7E1E-2124-CE8D-657B-CFF8AF313756}"/>
          </ac:spMkLst>
        </pc:spChg>
        <pc:spChg chg="mod">
          <ac:chgData name="MASITAH BINTI GHAZALI" userId="94db6960-132c-444f-a4d9-23ae1565c350" providerId="ADAL" clId="{0D69619D-8E0C-0940-819A-27B8F8A7FFBD}" dt="2025-05-17T09:49:46.780" v="1344" actId="1076"/>
          <ac:spMkLst>
            <pc:docMk/>
            <pc:sldMk cId="2988255855" sldId="442"/>
            <ac:spMk id="6" creationId="{C0EC2201-D74A-7FDE-AE12-9A4FF4D289F9}"/>
          </ac:spMkLst>
        </pc:spChg>
        <pc:picChg chg="add mod">
          <ac:chgData name="MASITAH BINTI GHAZALI" userId="94db6960-132c-444f-a4d9-23ae1565c350" providerId="ADAL" clId="{0D69619D-8E0C-0940-819A-27B8F8A7FFBD}" dt="2025-05-17T09:49:58.766" v="1347" actId="1076"/>
          <ac:picMkLst>
            <pc:docMk/>
            <pc:sldMk cId="2988255855" sldId="442"/>
            <ac:picMk id="4" creationId="{FC770B27-92EA-647D-5594-C6D1CB510344}"/>
          </ac:picMkLst>
        </pc:picChg>
      </pc:sldChg>
      <pc:sldChg chg="addSp delSp modSp add mod">
        <pc:chgData name="MASITAH BINTI GHAZALI" userId="94db6960-132c-444f-a4d9-23ae1565c350" providerId="ADAL" clId="{0D69619D-8E0C-0940-819A-27B8F8A7FFBD}" dt="2025-05-17T09:53:34.061" v="1423" actId="1076"/>
        <pc:sldMkLst>
          <pc:docMk/>
          <pc:sldMk cId="2052719055" sldId="443"/>
        </pc:sldMkLst>
        <pc:spChg chg="del">
          <ac:chgData name="MASITAH BINTI GHAZALI" userId="94db6960-132c-444f-a4d9-23ae1565c350" providerId="ADAL" clId="{0D69619D-8E0C-0940-819A-27B8F8A7FFBD}" dt="2025-05-17T09:50:41.984" v="1371" actId="478"/>
          <ac:spMkLst>
            <pc:docMk/>
            <pc:sldMk cId="2052719055" sldId="443"/>
            <ac:spMk id="2" creationId="{606A5584-111E-7559-92F6-4D4DC71ABB9E}"/>
          </ac:spMkLst>
        </pc:spChg>
        <pc:spChg chg="mod">
          <ac:chgData name="MASITAH BINTI GHAZALI" userId="94db6960-132c-444f-a4d9-23ae1565c350" providerId="ADAL" clId="{0D69619D-8E0C-0940-819A-27B8F8A7FFBD}" dt="2025-05-17T09:53:29.118" v="1420" actId="1076"/>
          <ac:spMkLst>
            <pc:docMk/>
            <pc:sldMk cId="2052719055" sldId="443"/>
            <ac:spMk id="3" creationId="{86C8D092-1DA5-60A9-0507-6830784514CB}"/>
          </ac:spMkLst>
        </pc:spChg>
        <pc:spChg chg="mod">
          <ac:chgData name="MASITAH BINTI GHAZALI" userId="94db6960-132c-444f-a4d9-23ae1565c350" providerId="ADAL" clId="{0D69619D-8E0C-0940-819A-27B8F8A7FFBD}" dt="2025-05-17T09:53:11.800" v="1412" actId="20577"/>
          <ac:spMkLst>
            <pc:docMk/>
            <pc:sldMk cId="2052719055" sldId="443"/>
            <ac:spMk id="6" creationId="{982C7EED-3844-D3CE-61DB-1700AD0FC4A5}"/>
          </ac:spMkLst>
        </pc:spChg>
        <pc:spChg chg="add del mod">
          <ac:chgData name="MASITAH BINTI GHAZALI" userId="94db6960-132c-444f-a4d9-23ae1565c350" providerId="ADAL" clId="{0D69619D-8E0C-0940-819A-27B8F8A7FFBD}" dt="2025-05-17T09:53:17.999" v="1414" actId="478"/>
          <ac:spMkLst>
            <pc:docMk/>
            <pc:sldMk cId="2052719055" sldId="443"/>
            <ac:spMk id="9" creationId="{57AC7A2F-9C70-AB19-6F21-CC236192F7D8}"/>
          </ac:spMkLst>
        </pc:spChg>
        <pc:picChg chg="add mod">
          <ac:chgData name="MASITAH BINTI GHAZALI" userId="94db6960-132c-444f-a4d9-23ae1565c350" providerId="ADAL" clId="{0D69619D-8E0C-0940-819A-27B8F8A7FFBD}" dt="2025-05-17T09:53:34.061" v="1423" actId="1076"/>
          <ac:picMkLst>
            <pc:docMk/>
            <pc:sldMk cId="2052719055" sldId="443"/>
            <ac:picMk id="7" creationId="{97FF548F-48B5-C300-2C42-982CCAF84660}"/>
          </ac:picMkLst>
        </pc:picChg>
      </pc:sldChg>
      <pc:sldChg chg="delSp modSp add mod ord">
        <pc:chgData name="MASITAH BINTI GHAZALI" userId="94db6960-132c-444f-a4d9-23ae1565c350" providerId="ADAL" clId="{0D69619D-8E0C-0940-819A-27B8F8A7FFBD}" dt="2025-05-17T09:53:56.269" v="1427" actId="1076"/>
        <pc:sldMkLst>
          <pc:docMk/>
          <pc:sldMk cId="3599693172" sldId="444"/>
        </pc:sldMkLst>
        <pc:spChg chg="mod">
          <ac:chgData name="MASITAH BINTI GHAZALI" userId="94db6960-132c-444f-a4d9-23ae1565c350" providerId="ADAL" clId="{0D69619D-8E0C-0940-819A-27B8F8A7FFBD}" dt="2025-05-17T09:53:56.269" v="1427" actId="1076"/>
          <ac:spMkLst>
            <pc:docMk/>
            <pc:sldMk cId="3599693172" sldId="444"/>
            <ac:spMk id="3" creationId="{18352B37-E5CC-7494-9EF1-E8502DC1DB15}"/>
          </ac:spMkLst>
        </pc:spChg>
        <pc:spChg chg="del">
          <ac:chgData name="MASITAH BINTI GHAZALI" userId="94db6960-132c-444f-a4d9-23ae1565c350" providerId="ADAL" clId="{0D69619D-8E0C-0940-819A-27B8F8A7FFBD}" dt="2025-05-17T09:53:52.028" v="1425" actId="478"/>
          <ac:spMkLst>
            <pc:docMk/>
            <pc:sldMk cId="3599693172" sldId="444"/>
            <ac:spMk id="9" creationId="{C343AFAF-A7B8-1F7A-4FCC-2CCC37F28FAE}"/>
          </ac:spMkLst>
        </pc:spChg>
        <pc:picChg chg="del">
          <ac:chgData name="MASITAH BINTI GHAZALI" userId="94db6960-132c-444f-a4d9-23ae1565c350" providerId="ADAL" clId="{0D69619D-8E0C-0940-819A-27B8F8A7FFBD}" dt="2025-05-17T09:53:53.986" v="1426" actId="478"/>
          <ac:picMkLst>
            <pc:docMk/>
            <pc:sldMk cId="3599693172" sldId="444"/>
            <ac:picMk id="7" creationId="{B09A07EC-A9A4-5B25-FFBD-81D3E4F4A5A8}"/>
          </ac:picMkLst>
        </pc:picChg>
      </pc:sldChg>
      <pc:sldChg chg="addSp delSp modSp add mod">
        <pc:chgData name="MASITAH BINTI GHAZALI" userId="94db6960-132c-444f-a4d9-23ae1565c350" providerId="ADAL" clId="{0D69619D-8E0C-0940-819A-27B8F8A7FFBD}" dt="2025-05-17T09:55:19.374" v="1470" actId="1076"/>
        <pc:sldMkLst>
          <pc:docMk/>
          <pc:sldMk cId="2820710100" sldId="445"/>
        </pc:sldMkLst>
        <pc:spChg chg="mod">
          <ac:chgData name="MASITAH BINTI GHAZALI" userId="94db6960-132c-444f-a4d9-23ae1565c350" providerId="ADAL" clId="{0D69619D-8E0C-0940-819A-27B8F8A7FFBD}" dt="2025-05-17T09:54:30.286" v="1461"/>
          <ac:spMkLst>
            <pc:docMk/>
            <pc:sldMk cId="2820710100" sldId="445"/>
            <ac:spMk id="3" creationId="{A305BE25-C619-C33C-D18E-70F53804A859}"/>
          </ac:spMkLst>
        </pc:spChg>
        <pc:spChg chg="mod">
          <ac:chgData name="MASITAH BINTI GHAZALI" userId="94db6960-132c-444f-a4d9-23ae1565c350" providerId="ADAL" clId="{0D69619D-8E0C-0940-819A-27B8F8A7FFBD}" dt="2025-05-17T09:54:20.568" v="1460" actId="20577"/>
          <ac:spMkLst>
            <pc:docMk/>
            <pc:sldMk cId="2820710100" sldId="445"/>
            <ac:spMk id="6" creationId="{6C311A86-2261-BBC7-5227-930F1E171FEF}"/>
          </ac:spMkLst>
        </pc:spChg>
        <pc:picChg chg="add mod">
          <ac:chgData name="MASITAH BINTI GHAZALI" userId="94db6960-132c-444f-a4d9-23ae1565c350" providerId="ADAL" clId="{0D69619D-8E0C-0940-819A-27B8F8A7FFBD}" dt="2025-05-17T09:55:19.374" v="1470" actId="1076"/>
          <ac:picMkLst>
            <pc:docMk/>
            <pc:sldMk cId="2820710100" sldId="445"/>
            <ac:picMk id="4" creationId="{A9C5EC0E-DA2E-898D-A161-DDD4F2CDCFF9}"/>
          </ac:picMkLst>
        </pc:picChg>
        <pc:picChg chg="del">
          <ac:chgData name="MASITAH BINTI GHAZALI" userId="94db6960-132c-444f-a4d9-23ae1565c350" providerId="ADAL" clId="{0D69619D-8E0C-0940-819A-27B8F8A7FFBD}" dt="2025-05-17T09:54:49.356" v="1462" actId="478"/>
          <ac:picMkLst>
            <pc:docMk/>
            <pc:sldMk cId="2820710100" sldId="445"/>
            <ac:picMk id="7" creationId="{5C64E003-48B6-F85F-FC2C-6FAC474E5653}"/>
          </ac:picMkLst>
        </pc:picChg>
      </pc:sldChg>
      <pc:sldChg chg="addSp delSp modSp add mod">
        <pc:chgData name="MASITAH BINTI GHAZALI" userId="94db6960-132c-444f-a4d9-23ae1565c350" providerId="ADAL" clId="{0D69619D-8E0C-0940-819A-27B8F8A7FFBD}" dt="2025-05-17T09:56:13.150" v="1493" actId="1076"/>
        <pc:sldMkLst>
          <pc:docMk/>
          <pc:sldMk cId="398725877" sldId="446"/>
        </pc:sldMkLst>
        <pc:spChg chg="add mod">
          <ac:chgData name="MASITAH BINTI GHAZALI" userId="94db6960-132c-444f-a4d9-23ae1565c350" providerId="ADAL" clId="{0D69619D-8E0C-0940-819A-27B8F8A7FFBD}" dt="2025-05-17T09:56:13.150" v="1493" actId="1076"/>
          <ac:spMkLst>
            <pc:docMk/>
            <pc:sldMk cId="398725877" sldId="446"/>
            <ac:spMk id="2" creationId="{26EB9348-8F62-5894-A361-FD1639DCEF9C}"/>
          </ac:spMkLst>
        </pc:spChg>
        <pc:spChg chg="del">
          <ac:chgData name="MASITAH BINTI GHAZALI" userId="94db6960-132c-444f-a4d9-23ae1565c350" providerId="ADAL" clId="{0D69619D-8E0C-0940-819A-27B8F8A7FFBD}" dt="2025-05-17T09:55:53.558" v="1486" actId="478"/>
          <ac:spMkLst>
            <pc:docMk/>
            <pc:sldMk cId="398725877" sldId="446"/>
            <ac:spMk id="3" creationId="{6F9639D1-BD5D-0722-F01D-6302915C16C6}"/>
          </ac:spMkLst>
        </pc:spChg>
        <pc:spChg chg="mod">
          <ac:chgData name="MASITAH BINTI GHAZALI" userId="94db6960-132c-444f-a4d9-23ae1565c350" providerId="ADAL" clId="{0D69619D-8E0C-0940-819A-27B8F8A7FFBD}" dt="2025-05-17T09:55:40.876" v="1484" actId="20577"/>
          <ac:spMkLst>
            <pc:docMk/>
            <pc:sldMk cId="398725877" sldId="446"/>
            <ac:spMk id="6" creationId="{A0D43DFD-8BFC-650F-F255-4A39FF25C897}"/>
          </ac:spMkLst>
        </pc:spChg>
        <pc:picChg chg="del">
          <ac:chgData name="MASITAH BINTI GHAZALI" userId="94db6960-132c-444f-a4d9-23ae1565c350" providerId="ADAL" clId="{0D69619D-8E0C-0940-819A-27B8F8A7FFBD}" dt="2025-05-17T09:55:51.487" v="1485" actId="478"/>
          <ac:picMkLst>
            <pc:docMk/>
            <pc:sldMk cId="398725877" sldId="446"/>
            <ac:picMk id="4" creationId="{6355D379-FC05-BDDA-69D6-D1A91947F35E}"/>
          </ac:picMkLst>
        </pc:picChg>
      </pc:sldChg>
      <pc:sldChg chg="addSp delSp modSp add mod">
        <pc:chgData name="MASITAH BINTI GHAZALI" userId="94db6960-132c-444f-a4d9-23ae1565c350" providerId="ADAL" clId="{0D69619D-8E0C-0940-819A-27B8F8A7FFBD}" dt="2025-05-17T09:57:38.038" v="1519" actId="1076"/>
        <pc:sldMkLst>
          <pc:docMk/>
          <pc:sldMk cId="1928629070" sldId="447"/>
        </pc:sldMkLst>
        <pc:spChg chg="del">
          <ac:chgData name="MASITAH BINTI GHAZALI" userId="94db6960-132c-444f-a4d9-23ae1565c350" providerId="ADAL" clId="{0D69619D-8E0C-0940-819A-27B8F8A7FFBD}" dt="2025-05-17T09:56:42.287" v="1502" actId="478"/>
          <ac:spMkLst>
            <pc:docMk/>
            <pc:sldMk cId="1928629070" sldId="447"/>
            <ac:spMk id="2" creationId="{05BF76C7-D6CE-7424-D6D2-C29F228CE096}"/>
          </ac:spMkLst>
        </pc:spChg>
        <pc:spChg chg="add mod">
          <ac:chgData name="MASITAH BINTI GHAZALI" userId="94db6960-132c-444f-a4d9-23ae1565c350" providerId="ADAL" clId="{0D69619D-8E0C-0940-819A-27B8F8A7FFBD}" dt="2025-05-17T09:57:38.038" v="1519" actId="1076"/>
          <ac:spMkLst>
            <pc:docMk/>
            <pc:sldMk cId="1928629070" sldId="447"/>
            <ac:spMk id="3" creationId="{8F6E9FAA-1A67-C348-EFAA-D2E1D7D4D19B}"/>
          </ac:spMkLst>
        </pc:spChg>
        <pc:spChg chg="add mod">
          <ac:chgData name="MASITAH BINTI GHAZALI" userId="94db6960-132c-444f-a4d9-23ae1565c350" providerId="ADAL" clId="{0D69619D-8E0C-0940-819A-27B8F8A7FFBD}" dt="2025-05-17T09:57:34.909" v="1518" actId="27636"/>
          <ac:spMkLst>
            <pc:docMk/>
            <pc:sldMk cId="1928629070" sldId="447"/>
            <ac:spMk id="4" creationId="{C306C70D-0060-B128-F748-35B72359F115}"/>
          </ac:spMkLst>
        </pc:spChg>
        <pc:spChg chg="mod">
          <ac:chgData name="MASITAH BINTI GHAZALI" userId="94db6960-132c-444f-a4d9-23ae1565c350" providerId="ADAL" clId="{0D69619D-8E0C-0940-819A-27B8F8A7FFBD}" dt="2025-05-17T09:56:34.322" v="1501" actId="20577"/>
          <ac:spMkLst>
            <pc:docMk/>
            <pc:sldMk cId="1928629070" sldId="447"/>
            <ac:spMk id="6" creationId="{C4C5DCEA-FA20-C2B2-41B5-0E5EAECB1A61}"/>
          </ac:spMkLst>
        </pc:spChg>
      </pc:sldChg>
      <pc:sldChg chg="addSp delSp modSp add mod">
        <pc:chgData name="MASITAH BINTI GHAZALI" userId="94db6960-132c-444f-a4d9-23ae1565c350" providerId="ADAL" clId="{0D69619D-8E0C-0940-819A-27B8F8A7FFBD}" dt="2025-05-17T10:03:25.497" v="1552" actId="1076"/>
        <pc:sldMkLst>
          <pc:docMk/>
          <pc:sldMk cId="416097750" sldId="448"/>
        </pc:sldMkLst>
        <pc:spChg chg="add mod">
          <ac:chgData name="MASITAH BINTI GHAZALI" userId="94db6960-132c-444f-a4d9-23ae1565c350" providerId="ADAL" clId="{0D69619D-8E0C-0940-819A-27B8F8A7FFBD}" dt="2025-05-17T10:03:25.497" v="1552" actId="1076"/>
          <ac:spMkLst>
            <pc:docMk/>
            <pc:sldMk cId="416097750" sldId="448"/>
            <ac:spMk id="2" creationId="{E7D0F324-D55C-60FF-4FB2-AD0DC8FD1460}"/>
          </ac:spMkLst>
        </pc:spChg>
        <pc:spChg chg="del">
          <ac:chgData name="MASITAH BINTI GHAZALI" userId="94db6960-132c-444f-a4d9-23ae1565c350" providerId="ADAL" clId="{0D69619D-8E0C-0940-819A-27B8F8A7FFBD}" dt="2025-05-17T10:03:02.587" v="1546" actId="478"/>
          <ac:spMkLst>
            <pc:docMk/>
            <pc:sldMk cId="416097750" sldId="448"/>
            <ac:spMk id="3" creationId="{96EC7FB8-C68C-5004-562A-E026ACAF3B5A}"/>
          </ac:spMkLst>
        </pc:spChg>
        <pc:spChg chg="del">
          <ac:chgData name="MASITAH BINTI GHAZALI" userId="94db6960-132c-444f-a4d9-23ae1565c350" providerId="ADAL" clId="{0D69619D-8E0C-0940-819A-27B8F8A7FFBD}" dt="2025-05-17T10:03:05" v="1547" actId="478"/>
          <ac:spMkLst>
            <pc:docMk/>
            <pc:sldMk cId="416097750" sldId="448"/>
            <ac:spMk id="4" creationId="{4D50DBBC-6BE0-9741-5D3F-AAB4FAB22B90}"/>
          </ac:spMkLst>
        </pc:spChg>
        <pc:spChg chg="mod">
          <ac:chgData name="MASITAH BINTI GHAZALI" userId="94db6960-132c-444f-a4d9-23ae1565c350" providerId="ADAL" clId="{0D69619D-8E0C-0940-819A-27B8F8A7FFBD}" dt="2025-05-17T10:02:58.727" v="1545" actId="20577"/>
          <ac:spMkLst>
            <pc:docMk/>
            <pc:sldMk cId="416097750" sldId="448"/>
            <ac:spMk id="6" creationId="{7E74B99D-D935-F9AD-6221-9C869739FF1A}"/>
          </ac:spMkLst>
        </pc:spChg>
      </pc:sldChg>
      <pc:sldChg chg="addSp delSp modSp add mod">
        <pc:chgData name="MASITAH BINTI GHAZALI" userId="94db6960-132c-444f-a4d9-23ae1565c350" providerId="ADAL" clId="{0D69619D-8E0C-0940-819A-27B8F8A7FFBD}" dt="2025-05-17T10:03:58.392" v="1586" actId="1076"/>
        <pc:sldMkLst>
          <pc:docMk/>
          <pc:sldMk cId="1583234323" sldId="449"/>
        </pc:sldMkLst>
        <pc:spChg chg="del">
          <ac:chgData name="MASITAH BINTI GHAZALI" userId="94db6960-132c-444f-a4d9-23ae1565c350" providerId="ADAL" clId="{0D69619D-8E0C-0940-819A-27B8F8A7FFBD}" dt="2025-05-17T10:03:47.137" v="1581" actId="478"/>
          <ac:spMkLst>
            <pc:docMk/>
            <pc:sldMk cId="1583234323" sldId="449"/>
            <ac:spMk id="2" creationId="{6CE84725-B317-0188-9E48-FF2B4B066829}"/>
          </ac:spMkLst>
        </pc:spChg>
        <pc:spChg chg="add mod">
          <ac:chgData name="MASITAH BINTI GHAZALI" userId="94db6960-132c-444f-a4d9-23ae1565c350" providerId="ADAL" clId="{0D69619D-8E0C-0940-819A-27B8F8A7FFBD}" dt="2025-05-17T10:03:58.392" v="1586" actId="1076"/>
          <ac:spMkLst>
            <pc:docMk/>
            <pc:sldMk cId="1583234323" sldId="449"/>
            <ac:spMk id="3" creationId="{B655B999-9E88-A414-A7A0-D7478934FFAB}"/>
          </ac:spMkLst>
        </pc:spChg>
        <pc:spChg chg="mod">
          <ac:chgData name="MASITAH BINTI GHAZALI" userId="94db6960-132c-444f-a4d9-23ae1565c350" providerId="ADAL" clId="{0D69619D-8E0C-0940-819A-27B8F8A7FFBD}" dt="2025-05-17T10:03:39.706" v="1580" actId="20577"/>
          <ac:spMkLst>
            <pc:docMk/>
            <pc:sldMk cId="1583234323" sldId="449"/>
            <ac:spMk id="6" creationId="{383826CE-C50D-E2D0-1730-6C8846137861}"/>
          </ac:spMkLst>
        </pc:spChg>
      </pc:sldChg>
      <pc:sldChg chg="modSp add mod">
        <pc:chgData name="MASITAH BINTI GHAZALI" userId="94db6960-132c-444f-a4d9-23ae1565c350" providerId="ADAL" clId="{0D69619D-8E0C-0940-819A-27B8F8A7FFBD}" dt="2025-05-17T10:04:38.194" v="1602"/>
        <pc:sldMkLst>
          <pc:docMk/>
          <pc:sldMk cId="1803607099" sldId="450"/>
        </pc:sldMkLst>
        <pc:spChg chg="mod">
          <ac:chgData name="MASITAH BINTI GHAZALI" userId="94db6960-132c-444f-a4d9-23ae1565c350" providerId="ADAL" clId="{0D69619D-8E0C-0940-819A-27B8F8A7FFBD}" dt="2025-05-17T10:04:38.194" v="1602"/>
          <ac:spMkLst>
            <pc:docMk/>
            <pc:sldMk cId="1803607099" sldId="450"/>
            <ac:spMk id="3" creationId="{10769AF1-5ED5-34D8-BF09-5F05ACA4CB89}"/>
          </ac:spMkLst>
        </pc:spChg>
        <pc:spChg chg="mod">
          <ac:chgData name="MASITAH BINTI GHAZALI" userId="94db6960-132c-444f-a4d9-23ae1565c350" providerId="ADAL" clId="{0D69619D-8E0C-0940-819A-27B8F8A7FFBD}" dt="2025-05-17T10:04:29.204" v="1601" actId="20577"/>
          <ac:spMkLst>
            <pc:docMk/>
            <pc:sldMk cId="1803607099" sldId="450"/>
            <ac:spMk id="6" creationId="{EB0B7D02-0B61-18F2-522E-FF76AC1633D7}"/>
          </ac:spMkLst>
        </pc:spChg>
      </pc:sldChg>
      <pc:sldChg chg="modSp add mod">
        <pc:chgData name="MASITAH BINTI GHAZALI" userId="94db6960-132c-444f-a4d9-23ae1565c350" providerId="ADAL" clId="{0D69619D-8E0C-0940-819A-27B8F8A7FFBD}" dt="2025-05-17T10:05:44.720" v="1634" actId="113"/>
        <pc:sldMkLst>
          <pc:docMk/>
          <pc:sldMk cId="1890384618" sldId="451"/>
        </pc:sldMkLst>
        <pc:spChg chg="mod">
          <ac:chgData name="MASITAH BINTI GHAZALI" userId="94db6960-132c-444f-a4d9-23ae1565c350" providerId="ADAL" clId="{0D69619D-8E0C-0940-819A-27B8F8A7FFBD}" dt="2025-05-17T10:05:44.720" v="1634" actId="113"/>
          <ac:spMkLst>
            <pc:docMk/>
            <pc:sldMk cId="1890384618" sldId="451"/>
            <ac:spMk id="3" creationId="{605486A5-B25B-09A7-E81E-EAD1A538DD33}"/>
          </ac:spMkLst>
        </pc:spChg>
        <pc:spChg chg="mod">
          <ac:chgData name="MASITAH BINTI GHAZALI" userId="94db6960-132c-444f-a4d9-23ae1565c350" providerId="ADAL" clId="{0D69619D-8E0C-0940-819A-27B8F8A7FFBD}" dt="2025-05-17T10:05:11.692" v="1630" actId="20577"/>
          <ac:spMkLst>
            <pc:docMk/>
            <pc:sldMk cId="1890384618" sldId="451"/>
            <ac:spMk id="6" creationId="{C295D865-DEBA-787E-073A-73232325B1D4}"/>
          </ac:spMkLst>
        </pc:spChg>
      </pc:sldChg>
      <pc:sldChg chg="addSp delSp modSp add mod">
        <pc:chgData name="MASITAH BINTI GHAZALI" userId="94db6960-132c-444f-a4d9-23ae1565c350" providerId="ADAL" clId="{0D69619D-8E0C-0940-819A-27B8F8A7FFBD}" dt="2025-05-17T10:06:37.499" v="1669" actId="1076"/>
        <pc:sldMkLst>
          <pc:docMk/>
          <pc:sldMk cId="931677769" sldId="452"/>
        </pc:sldMkLst>
        <pc:spChg chg="del">
          <ac:chgData name="MASITAH BINTI GHAZALI" userId="94db6960-132c-444f-a4d9-23ae1565c350" providerId="ADAL" clId="{0D69619D-8E0C-0940-819A-27B8F8A7FFBD}" dt="2025-05-17T10:06:23.073" v="1663" actId="478"/>
          <ac:spMkLst>
            <pc:docMk/>
            <pc:sldMk cId="931677769" sldId="452"/>
            <ac:spMk id="3" creationId="{2F1C413D-F473-EA72-E98E-5589E7C16129}"/>
          </ac:spMkLst>
        </pc:spChg>
        <pc:spChg chg="mod">
          <ac:chgData name="MASITAH BINTI GHAZALI" userId="94db6960-132c-444f-a4d9-23ae1565c350" providerId="ADAL" clId="{0D69619D-8E0C-0940-819A-27B8F8A7FFBD}" dt="2025-05-17T10:06:03.391" v="1662" actId="20577"/>
          <ac:spMkLst>
            <pc:docMk/>
            <pc:sldMk cId="931677769" sldId="452"/>
            <ac:spMk id="6" creationId="{C3558C6A-54FE-6936-F1F6-A56969ED0D35}"/>
          </ac:spMkLst>
        </pc:spChg>
        <pc:picChg chg="add mod">
          <ac:chgData name="MASITAH BINTI GHAZALI" userId="94db6960-132c-444f-a4d9-23ae1565c350" providerId="ADAL" clId="{0D69619D-8E0C-0940-819A-27B8F8A7FFBD}" dt="2025-05-17T10:06:37.499" v="1669" actId="1076"/>
          <ac:picMkLst>
            <pc:docMk/>
            <pc:sldMk cId="931677769" sldId="452"/>
            <ac:picMk id="2" creationId="{5CD4C730-EE65-9E4B-CB09-9E033A1E4DB4}"/>
          </ac:picMkLst>
        </pc:picChg>
      </pc:sldChg>
      <pc:sldChg chg="addSp delSp modSp add mod">
        <pc:chgData name="MASITAH BINTI GHAZALI" userId="94db6960-132c-444f-a4d9-23ae1565c350" providerId="ADAL" clId="{0D69619D-8E0C-0940-819A-27B8F8A7FFBD}" dt="2025-05-17T10:07:40.152" v="1690" actId="1076"/>
        <pc:sldMkLst>
          <pc:docMk/>
          <pc:sldMk cId="3073160885" sldId="453"/>
        </pc:sldMkLst>
        <pc:spChg chg="del">
          <ac:chgData name="MASITAH BINTI GHAZALI" userId="94db6960-132c-444f-a4d9-23ae1565c350" providerId="ADAL" clId="{0D69619D-8E0C-0940-819A-27B8F8A7FFBD}" dt="2025-05-17T10:07:10.050" v="1686" actId="478"/>
          <ac:spMkLst>
            <pc:docMk/>
            <pc:sldMk cId="3073160885" sldId="453"/>
            <ac:spMk id="3" creationId="{4F8CFB7F-B9D0-69A0-D539-8B1D8806DAA0}"/>
          </ac:spMkLst>
        </pc:spChg>
        <pc:spChg chg="mod">
          <ac:chgData name="MASITAH BINTI GHAZALI" userId="94db6960-132c-444f-a4d9-23ae1565c350" providerId="ADAL" clId="{0D69619D-8E0C-0940-819A-27B8F8A7FFBD}" dt="2025-05-17T10:07:04.349" v="1685" actId="20577"/>
          <ac:spMkLst>
            <pc:docMk/>
            <pc:sldMk cId="3073160885" sldId="453"/>
            <ac:spMk id="6" creationId="{613EA57B-0E67-0232-7F9A-C9A398A01C29}"/>
          </ac:spMkLst>
        </pc:spChg>
        <pc:picChg chg="add mod modCrop">
          <ac:chgData name="MASITAH BINTI GHAZALI" userId="94db6960-132c-444f-a4d9-23ae1565c350" providerId="ADAL" clId="{0D69619D-8E0C-0940-819A-27B8F8A7FFBD}" dt="2025-05-17T10:07:40.152" v="1690" actId="1076"/>
          <ac:picMkLst>
            <pc:docMk/>
            <pc:sldMk cId="3073160885" sldId="453"/>
            <ac:picMk id="2" creationId="{4577CE7F-FFDE-349C-53AB-0C211D185E4C}"/>
          </ac:picMkLst>
        </pc:picChg>
      </pc:sldChg>
      <pc:sldChg chg="addSp delSp modSp add mod">
        <pc:chgData name="MASITAH BINTI GHAZALI" userId="94db6960-132c-444f-a4d9-23ae1565c350" providerId="ADAL" clId="{0D69619D-8E0C-0940-819A-27B8F8A7FFBD}" dt="2025-05-17T10:08:42.926" v="1727" actId="1035"/>
        <pc:sldMkLst>
          <pc:docMk/>
          <pc:sldMk cId="2529713767" sldId="454"/>
        </pc:sldMkLst>
        <pc:spChg chg="add del mod">
          <ac:chgData name="MASITAH BINTI GHAZALI" userId="94db6960-132c-444f-a4d9-23ae1565c350" providerId="ADAL" clId="{0D69619D-8E0C-0940-819A-27B8F8A7FFBD}" dt="2025-05-17T10:08:41.194" v="1724"/>
          <ac:spMkLst>
            <pc:docMk/>
            <pc:sldMk cId="2529713767" sldId="454"/>
            <ac:spMk id="4" creationId="{C5173401-CB4F-D903-148B-61B540074FDB}"/>
          </ac:spMkLst>
        </pc:spChg>
        <pc:spChg chg="mod">
          <ac:chgData name="MASITAH BINTI GHAZALI" userId="94db6960-132c-444f-a4d9-23ae1565c350" providerId="ADAL" clId="{0D69619D-8E0C-0940-819A-27B8F8A7FFBD}" dt="2025-05-17T10:07:58.381" v="1712" actId="20577"/>
          <ac:spMkLst>
            <pc:docMk/>
            <pc:sldMk cId="2529713767" sldId="454"/>
            <ac:spMk id="6" creationId="{ADBD0E13-84C8-64B9-F2E9-DF83D2521075}"/>
          </ac:spMkLst>
        </pc:spChg>
        <pc:picChg chg="del">
          <ac:chgData name="MASITAH BINTI GHAZALI" userId="94db6960-132c-444f-a4d9-23ae1565c350" providerId="ADAL" clId="{0D69619D-8E0C-0940-819A-27B8F8A7FFBD}" dt="2025-05-17T10:08:07.296" v="1713" actId="478"/>
          <ac:picMkLst>
            <pc:docMk/>
            <pc:sldMk cId="2529713767" sldId="454"/>
            <ac:picMk id="2" creationId="{C952C623-F72F-5997-EEF2-7A467BB30CDF}"/>
          </ac:picMkLst>
        </pc:picChg>
        <pc:picChg chg="add mod modCrop">
          <ac:chgData name="MASITAH BINTI GHAZALI" userId="94db6960-132c-444f-a4d9-23ae1565c350" providerId="ADAL" clId="{0D69619D-8E0C-0940-819A-27B8F8A7FFBD}" dt="2025-05-17T10:08:42.926" v="1727" actId="1035"/>
          <ac:picMkLst>
            <pc:docMk/>
            <pc:sldMk cId="2529713767" sldId="454"/>
            <ac:picMk id="3" creationId="{5C28FD25-5501-CE06-4903-FA16EA41DF45}"/>
          </ac:picMkLst>
        </pc:picChg>
      </pc:sldChg>
      <pc:sldChg chg="addSp delSp modSp add mod">
        <pc:chgData name="MASITAH BINTI GHAZALI" userId="94db6960-132c-444f-a4d9-23ae1565c350" providerId="ADAL" clId="{0D69619D-8E0C-0940-819A-27B8F8A7FFBD}" dt="2025-05-17T10:09:35.766" v="1747" actId="1076"/>
        <pc:sldMkLst>
          <pc:docMk/>
          <pc:sldMk cId="2814425027" sldId="455"/>
        </pc:sldMkLst>
        <pc:spChg chg="mod">
          <ac:chgData name="MASITAH BINTI GHAZALI" userId="94db6960-132c-444f-a4d9-23ae1565c350" providerId="ADAL" clId="{0D69619D-8E0C-0940-819A-27B8F8A7FFBD}" dt="2025-05-17T10:09:03.737" v="1741" actId="20577"/>
          <ac:spMkLst>
            <pc:docMk/>
            <pc:sldMk cId="2814425027" sldId="455"/>
            <ac:spMk id="6" creationId="{04AB7455-3690-5240-48D0-5AD2AD476B9F}"/>
          </ac:spMkLst>
        </pc:spChg>
        <pc:picChg chg="add mod modCrop">
          <ac:chgData name="MASITAH BINTI GHAZALI" userId="94db6960-132c-444f-a4d9-23ae1565c350" providerId="ADAL" clId="{0D69619D-8E0C-0940-819A-27B8F8A7FFBD}" dt="2025-05-17T10:09:35.766" v="1747" actId="1076"/>
          <ac:picMkLst>
            <pc:docMk/>
            <pc:sldMk cId="2814425027" sldId="455"/>
            <ac:picMk id="2" creationId="{A3BC91E1-7EF1-2C5A-7E56-7F584CA31D5B}"/>
          </ac:picMkLst>
        </pc:picChg>
        <pc:picChg chg="del">
          <ac:chgData name="MASITAH BINTI GHAZALI" userId="94db6960-132c-444f-a4d9-23ae1565c350" providerId="ADAL" clId="{0D69619D-8E0C-0940-819A-27B8F8A7FFBD}" dt="2025-05-17T10:09:10.129" v="1742" actId="478"/>
          <ac:picMkLst>
            <pc:docMk/>
            <pc:sldMk cId="2814425027" sldId="455"/>
            <ac:picMk id="3" creationId="{168E9F5E-732E-F900-8ECE-D9E787BEC623}"/>
          </ac:picMkLst>
        </pc:picChg>
      </pc:sldChg>
      <pc:sldChg chg="new del">
        <pc:chgData name="MASITAH BINTI GHAZALI" userId="94db6960-132c-444f-a4d9-23ae1565c350" providerId="ADAL" clId="{0D69619D-8E0C-0940-819A-27B8F8A7FFBD}" dt="2025-05-17T10:25:12.718" v="2148" actId="2696"/>
        <pc:sldMkLst>
          <pc:docMk/>
          <pc:sldMk cId="2819515049" sldId="456"/>
        </pc:sldMkLst>
      </pc:sldChg>
      <pc:sldChg chg="modSp add mod">
        <pc:chgData name="MASITAH BINTI GHAZALI" userId="94db6960-132c-444f-a4d9-23ae1565c350" providerId="ADAL" clId="{0D69619D-8E0C-0940-819A-27B8F8A7FFBD}" dt="2025-05-17T10:15:59.556" v="1844" actId="1076"/>
        <pc:sldMkLst>
          <pc:docMk/>
          <pc:sldMk cId="706156337" sldId="457"/>
        </pc:sldMkLst>
        <pc:spChg chg="mod">
          <ac:chgData name="MASITAH BINTI GHAZALI" userId="94db6960-132c-444f-a4d9-23ae1565c350" providerId="ADAL" clId="{0D69619D-8E0C-0940-819A-27B8F8A7FFBD}" dt="2025-05-17T10:15:59.556" v="1844" actId="1076"/>
          <ac:spMkLst>
            <pc:docMk/>
            <pc:sldMk cId="706156337" sldId="457"/>
            <ac:spMk id="3" creationId="{0876258B-47E2-CE1E-E925-7C469207EE65}"/>
          </ac:spMkLst>
        </pc:spChg>
        <pc:spChg chg="mod">
          <ac:chgData name="MASITAH BINTI GHAZALI" userId="94db6960-132c-444f-a4d9-23ae1565c350" providerId="ADAL" clId="{0D69619D-8E0C-0940-819A-27B8F8A7FFBD}" dt="2025-05-17T10:15:10.263" v="1832" actId="20577"/>
          <ac:spMkLst>
            <pc:docMk/>
            <pc:sldMk cId="706156337" sldId="457"/>
            <ac:spMk id="6" creationId="{D4B6EFE1-C56E-C401-3642-C59971AF1296}"/>
          </ac:spMkLst>
        </pc:spChg>
      </pc:sldChg>
      <pc:sldChg chg="modSp add mod">
        <pc:chgData name="MASITAH BINTI GHAZALI" userId="94db6960-132c-444f-a4d9-23ae1565c350" providerId="ADAL" clId="{0D69619D-8E0C-0940-819A-27B8F8A7FFBD}" dt="2025-05-17T10:17:11.871" v="1872" actId="20577"/>
        <pc:sldMkLst>
          <pc:docMk/>
          <pc:sldMk cId="1427299275" sldId="458"/>
        </pc:sldMkLst>
        <pc:spChg chg="mod">
          <ac:chgData name="MASITAH BINTI GHAZALI" userId="94db6960-132c-444f-a4d9-23ae1565c350" providerId="ADAL" clId="{0D69619D-8E0C-0940-819A-27B8F8A7FFBD}" dt="2025-05-17T10:17:11.871" v="1872" actId="20577"/>
          <ac:spMkLst>
            <pc:docMk/>
            <pc:sldMk cId="1427299275" sldId="458"/>
            <ac:spMk id="6" creationId="{6352D37D-0C63-6D9E-5F77-D5168917D4A3}"/>
          </ac:spMkLst>
        </pc:spChg>
      </pc:sldChg>
      <pc:sldChg chg="addSp delSp modSp add mod">
        <pc:chgData name="MASITAH BINTI GHAZALI" userId="94db6960-132c-444f-a4d9-23ae1565c350" providerId="ADAL" clId="{0D69619D-8E0C-0940-819A-27B8F8A7FFBD}" dt="2025-05-17T10:18:52.917" v="1935" actId="22"/>
        <pc:sldMkLst>
          <pc:docMk/>
          <pc:sldMk cId="343149354" sldId="459"/>
        </pc:sldMkLst>
        <pc:spChg chg="mod">
          <ac:chgData name="MASITAH BINTI GHAZALI" userId="94db6960-132c-444f-a4d9-23ae1565c350" providerId="ADAL" clId="{0D69619D-8E0C-0940-819A-27B8F8A7FFBD}" dt="2025-05-17T10:18:39.402" v="1933" actId="113"/>
          <ac:spMkLst>
            <pc:docMk/>
            <pc:sldMk cId="343149354" sldId="459"/>
            <ac:spMk id="3" creationId="{6349DB0A-E65E-33A0-959B-747C74CED517}"/>
          </ac:spMkLst>
        </pc:spChg>
        <pc:spChg chg="add del">
          <ac:chgData name="MASITAH BINTI GHAZALI" userId="94db6960-132c-444f-a4d9-23ae1565c350" providerId="ADAL" clId="{0D69619D-8E0C-0940-819A-27B8F8A7FFBD}" dt="2025-05-17T10:18:52.917" v="1935" actId="22"/>
          <ac:spMkLst>
            <pc:docMk/>
            <pc:sldMk cId="343149354" sldId="459"/>
            <ac:spMk id="4" creationId="{E55207B9-978D-2D52-AF3F-792EDCD362DD}"/>
          </ac:spMkLst>
        </pc:spChg>
        <pc:spChg chg="mod">
          <ac:chgData name="MASITAH BINTI GHAZALI" userId="94db6960-132c-444f-a4d9-23ae1565c350" providerId="ADAL" clId="{0D69619D-8E0C-0940-819A-27B8F8A7FFBD}" dt="2025-05-17T10:18:00.639" v="1930" actId="20577"/>
          <ac:spMkLst>
            <pc:docMk/>
            <pc:sldMk cId="343149354" sldId="459"/>
            <ac:spMk id="6" creationId="{B43356EC-BB37-049D-9164-0E3B3A69C550}"/>
          </ac:spMkLst>
        </pc:spChg>
      </pc:sldChg>
      <pc:sldChg chg="modSp add mod">
        <pc:chgData name="MASITAH BINTI GHAZALI" userId="94db6960-132c-444f-a4d9-23ae1565c350" providerId="ADAL" clId="{0D69619D-8E0C-0940-819A-27B8F8A7FFBD}" dt="2025-05-17T10:19:28.748" v="1958" actId="1076"/>
        <pc:sldMkLst>
          <pc:docMk/>
          <pc:sldMk cId="3535229151" sldId="460"/>
        </pc:sldMkLst>
        <pc:spChg chg="mod">
          <ac:chgData name="MASITAH BINTI GHAZALI" userId="94db6960-132c-444f-a4d9-23ae1565c350" providerId="ADAL" clId="{0D69619D-8E0C-0940-819A-27B8F8A7FFBD}" dt="2025-05-17T10:19:28.748" v="1958" actId="1076"/>
          <ac:spMkLst>
            <pc:docMk/>
            <pc:sldMk cId="3535229151" sldId="460"/>
            <ac:spMk id="3" creationId="{D6A19857-8EAB-C265-6A04-BC8A65FDA58A}"/>
          </ac:spMkLst>
        </pc:spChg>
        <pc:spChg chg="mod">
          <ac:chgData name="MASITAH BINTI GHAZALI" userId="94db6960-132c-444f-a4d9-23ae1565c350" providerId="ADAL" clId="{0D69619D-8E0C-0940-819A-27B8F8A7FFBD}" dt="2025-05-17T10:19:02.076" v="1944" actId="20577"/>
          <ac:spMkLst>
            <pc:docMk/>
            <pc:sldMk cId="3535229151" sldId="460"/>
            <ac:spMk id="6" creationId="{25404837-B326-1FB5-F5FB-DB7A81F44E99}"/>
          </ac:spMkLst>
        </pc:spChg>
      </pc:sldChg>
      <pc:sldChg chg="modSp add del mod">
        <pc:chgData name="MASITAH BINTI GHAZALI" userId="94db6960-132c-444f-a4d9-23ae1565c350" providerId="ADAL" clId="{0D69619D-8E0C-0940-819A-27B8F8A7FFBD}" dt="2025-05-17T10:20:53.327" v="1991" actId="2696"/>
        <pc:sldMkLst>
          <pc:docMk/>
          <pc:sldMk cId="576653450" sldId="461"/>
        </pc:sldMkLst>
        <pc:spChg chg="mod">
          <ac:chgData name="MASITAH BINTI GHAZALI" userId="94db6960-132c-444f-a4d9-23ae1565c350" providerId="ADAL" clId="{0D69619D-8E0C-0940-819A-27B8F8A7FFBD}" dt="2025-05-17T10:19:59.552" v="1985" actId="20577"/>
          <ac:spMkLst>
            <pc:docMk/>
            <pc:sldMk cId="576653450" sldId="461"/>
            <ac:spMk id="6" creationId="{CDB802DA-EA06-BBC0-CA24-AFAE33692FFE}"/>
          </ac:spMkLst>
        </pc:spChg>
      </pc:sldChg>
      <pc:sldChg chg="modSp add mod">
        <pc:chgData name="MASITAH BINTI GHAZALI" userId="94db6960-132c-444f-a4d9-23ae1565c350" providerId="ADAL" clId="{0D69619D-8E0C-0940-819A-27B8F8A7FFBD}" dt="2025-05-17T10:21:36.710" v="2022" actId="1076"/>
        <pc:sldMkLst>
          <pc:docMk/>
          <pc:sldMk cId="2922684815" sldId="461"/>
        </pc:sldMkLst>
        <pc:spChg chg="mod">
          <ac:chgData name="MASITAH BINTI GHAZALI" userId="94db6960-132c-444f-a4d9-23ae1565c350" providerId="ADAL" clId="{0D69619D-8E0C-0940-819A-27B8F8A7FFBD}" dt="2025-05-17T10:21:36.710" v="2022" actId="1076"/>
          <ac:spMkLst>
            <pc:docMk/>
            <pc:sldMk cId="2922684815" sldId="461"/>
            <ac:spMk id="3" creationId="{2EF85500-0F44-4FCD-6AF9-057575F86677}"/>
          </ac:spMkLst>
        </pc:spChg>
        <pc:spChg chg="mod">
          <ac:chgData name="MASITAH BINTI GHAZALI" userId="94db6960-132c-444f-a4d9-23ae1565c350" providerId="ADAL" clId="{0D69619D-8E0C-0940-819A-27B8F8A7FFBD}" dt="2025-05-17T10:21:08.065" v="2006" actId="20577"/>
          <ac:spMkLst>
            <pc:docMk/>
            <pc:sldMk cId="2922684815" sldId="461"/>
            <ac:spMk id="6" creationId="{7C887BAA-CE6E-F73F-514A-AE2C2C16201F}"/>
          </ac:spMkLst>
        </pc:spChg>
      </pc:sldChg>
      <pc:sldChg chg="modSp add mod">
        <pc:chgData name="MASITAH BINTI GHAZALI" userId="94db6960-132c-444f-a4d9-23ae1565c350" providerId="ADAL" clId="{0D69619D-8E0C-0940-819A-27B8F8A7FFBD}" dt="2025-05-17T10:23:38.024" v="2100" actId="20577"/>
        <pc:sldMkLst>
          <pc:docMk/>
          <pc:sldMk cId="453173225" sldId="462"/>
        </pc:sldMkLst>
        <pc:spChg chg="mod">
          <ac:chgData name="MASITAH BINTI GHAZALI" userId="94db6960-132c-444f-a4d9-23ae1565c350" providerId="ADAL" clId="{0D69619D-8E0C-0940-819A-27B8F8A7FFBD}" dt="2025-05-17T10:23:38.024" v="2100" actId="20577"/>
          <ac:spMkLst>
            <pc:docMk/>
            <pc:sldMk cId="453173225" sldId="462"/>
            <ac:spMk id="3" creationId="{7CF839EC-34D5-2FAC-F3AB-F5DCC7A46C67}"/>
          </ac:spMkLst>
        </pc:spChg>
        <pc:spChg chg="mod">
          <ac:chgData name="MASITAH BINTI GHAZALI" userId="94db6960-132c-444f-a4d9-23ae1565c350" providerId="ADAL" clId="{0D69619D-8E0C-0940-819A-27B8F8A7FFBD}" dt="2025-05-17T10:22:14.255" v="2029" actId="403"/>
          <ac:spMkLst>
            <pc:docMk/>
            <pc:sldMk cId="453173225" sldId="462"/>
            <ac:spMk id="6" creationId="{AE3E685C-BA07-B586-24E2-981E88E4AFA0}"/>
          </ac:spMkLst>
        </pc:spChg>
      </pc:sldChg>
      <pc:sldChg chg="modSp add mod">
        <pc:chgData name="MASITAH BINTI GHAZALI" userId="94db6960-132c-444f-a4d9-23ae1565c350" providerId="ADAL" clId="{0D69619D-8E0C-0940-819A-27B8F8A7FFBD}" dt="2025-05-17T10:24:54.357" v="2147" actId="1076"/>
        <pc:sldMkLst>
          <pc:docMk/>
          <pc:sldMk cId="2154075036" sldId="463"/>
        </pc:sldMkLst>
        <pc:spChg chg="mod">
          <ac:chgData name="MASITAH BINTI GHAZALI" userId="94db6960-132c-444f-a4d9-23ae1565c350" providerId="ADAL" clId="{0D69619D-8E0C-0940-819A-27B8F8A7FFBD}" dt="2025-05-17T10:24:54.357" v="2147" actId="1076"/>
          <ac:spMkLst>
            <pc:docMk/>
            <pc:sldMk cId="2154075036" sldId="463"/>
            <ac:spMk id="3" creationId="{C762FF43-DF7E-6792-BCB6-10BAB34D5F66}"/>
          </ac:spMkLst>
        </pc:spChg>
        <pc:spChg chg="mod">
          <ac:chgData name="MASITAH BINTI GHAZALI" userId="94db6960-132c-444f-a4d9-23ae1565c350" providerId="ADAL" clId="{0D69619D-8E0C-0940-819A-27B8F8A7FFBD}" dt="2025-05-17T10:24:14.770" v="2132" actId="20577"/>
          <ac:spMkLst>
            <pc:docMk/>
            <pc:sldMk cId="2154075036" sldId="463"/>
            <ac:spMk id="6" creationId="{A5116CFF-0D79-4696-C5E8-EBF080841385}"/>
          </ac:spMkLst>
        </pc:spChg>
      </pc:sldChg>
      <pc:sldChg chg="modSp add mod">
        <pc:chgData name="MASITAH BINTI GHAZALI" userId="94db6960-132c-444f-a4d9-23ae1565c350" providerId="ADAL" clId="{0D69619D-8E0C-0940-819A-27B8F8A7FFBD}" dt="2025-05-17T10:26:25.287" v="2167" actId="1076"/>
        <pc:sldMkLst>
          <pc:docMk/>
          <pc:sldMk cId="2875614797" sldId="464"/>
        </pc:sldMkLst>
        <pc:spChg chg="mod">
          <ac:chgData name="MASITAH BINTI GHAZALI" userId="94db6960-132c-444f-a4d9-23ae1565c350" providerId="ADAL" clId="{0D69619D-8E0C-0940-819A-27B8F8A7FFBD}" dt="2025-05-17T10:26:25.287" v="2167" actId="1076"/>
          <ac:spMkLst>
            <pc:docMk/>
            <pc:sldMk cId="2875614797" sldId="464"/>
            <ac:spMk id="3" creationId="{99948303-AE99-527B-4CC4-7E6072376C98}"/>
          </ac:spMkLst>
        </pc:spChg>
        <pc:spChg chg="mod">
          <ac:chgData name="MASITAH BINTI GHAZALI" userId="94db6960-132c-444f-a4d9-23ae1565c350" providerId="ADAL" clId="{0D69619D-8E0C-0940-819A-27B8F8A7FFBD}" dt="2025-05-17T10:25:24.238" v="2156" actId="20577"/>
          <ac:spMkLst>
            <pc:docMk/>
            <pc:sldMk cId="2875614797" sldId="464"/>
            <ac:spMk id="6" creationId="{039D4047-33C6-375F-780A-D244FABD445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7C0A0B-0DD5-4CD4-9112-161D1F3640A5}" type="datetimeFigureOut">
              <a:rPr lang="en-MY" smtClean="0"/>
              <a:t>13/11/2025</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3F4BD2-F681-4682-A133-A395F45EFB31}" type="slidenum">
              <a:rPr lang="en-MY" smtClean="0"/>
              <a:t>‹#›</a:t>
            </a:fld>
            <a:endParaRPr lang="en-MY"/>
          </a:p>
        </p:txBody>
      </p:sp>
    </p:spTree>
    <p:extLst>
      <p:ext uri="{BB962C8B-B14F-4D97-AF65-F5344CB8AC3E}">
        <p14:creationId xmlns:p14="http://schemas.microsoft.com/office/powerpoint/2010/main" val="51685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8" name="Google Shape;158;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3" name="Google Shape;523;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7" name="Google Shape;247;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C47A934-3E89-05AD-D5A0-7A5B35BA2332}"/>
              </a:ext>
            </a:extLst>
          </p:cNvPr>
          <p:cNvPicPr>
            <a:picLocks noChangeAspect="1"/>
          </p:cNvPicPr>
          <p:nvPr userDrawn="1"/>
        </p:nvPicPr>
        <p:blipFill>
          <a:blip r:embed="rId2"/>
          <a:stretch>
            <a:fillRect/>
          </a:stretch>
        </p:blipFill>
        <p:spPr>
          <a:xfrm flipV="1">
            <a:off x="-5939" y="3718377"/>
            <a:ext cx="12192000" cy="3139623"/>
          </a:xfrm>
          <a:prstGeom prst="rect">
            <a:avLst/>
          </a:prstGeom>
        </p:spPr>
      </p:pic>
      <p:pic>
        <p:nvPicPr>
          <p:cNvPr id="22" name="Graphic 21">
            <a:extLst>
              <a:ext uri="{FF2B5EF4-FFF2-40B4-BE49-F238E27FC236}">
                <a16:creationId xmlns:a16="http://schemas.microsoft.com/office/drawing/2014/main" id="{E508D8A1-89F7-FAFD-B2C1-05BE220248EC}"/>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939" y="0"/>
            <a:ext cx="8736520" cy="6858000"/>
          </a:xfrm>
          <a:prstGeom prst="rect">
            <a:avLst/>
          </a:prstGeom>
        </p:spPr>
      </p:pic>
      <p:pic>
        <p:nvPicPr>
          <p:cNvPr id="13" name="Picture 12" descr="Logo&#10;&#10;Description automatically generated">
            <a:extLst>
              <a:ext uri="{FF2B5EF4-FFF2-40B4-BE49-F238E27FC236}">
                <a16:creationId xmlns:a16="http://schemas.microsoft.com/office/drawing/2014/main" id="{F9298E6D-C367-3666-0F68-F1EE2297BD95}"/>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12346" y="943365"/>
            <a:ext cx="1963312" cy="664029"/>
          </a:xfrm>
          <a:prstGeom prst="rect">
            <a:avLst/>
          </a:prstGeom>
        </p:spPr>
      </p:pic>
      <p:sp>
        <p:nvSpPr>
          <p:cNvPr id="5" name="Picture Placeholder 58">
            <a:extLst>
              <a:ext uri="{FF2B5EF4-FFF2-40B4-BE49-F238E27FC236}">
                <a16:creationId xmlns:a16="http://schemas.microsoft.com/office/drawing/2014/main" id="{E4A24835-5836-BEDC-49A3-504DF24B1D3B}"/>
              </a:ext>
            </a:extLst>
          </p:cNvPr>
          <p:cNvSpPr>
            <a:spLocks noGrp="1"/>
          </p:cNvSpPr>
          <p:nvPr>
            <p:ph type="pic" sz="quarter" idx="10"/>
          </p:nvPr>
        </p:nvSpPr>
        <p:spPr>
          <a:xfrm>
            <a:off x="7093358" y="-16187"/>
            <a:ext cx="5097012" cy="6880967"/>
          </a:xfrm>
          <a:custGeom>
            <a:avLst/>
            <a:gdLst>
              <a:gd name="connsiteX0" fmla="*/ 0 w 7679193"/>
              <a:gd name="connsiteY0" fmla="*/ 3502541 h 7005082"/>
              <a:gd name="connsiteX1" fmla="*/ 1751271 w 7679193"/>
              <a:gd name="connsiteY1" fmla="*/ 2 h 7005082"/>
              <a:gd name="connsiteX2" fmla="*/ 5927923 w 7679193"/>
              <a:gd name="connsiteY2" fmla="*/ 2 h 7005082"/>
              <a:gd name="connsiteX3" fmla="*/ 7679193 w 7679193"/>
              <a:gd name="connsiteY3" fmla="*/ 3502541 h 7005082"/>
              <a:gd name="connsiteX4" fmla="*/ 5927923 w 7679193"/>
              <a:gd name="connsiteY4" fmla="*/ 7005080 h 7005082"/>
              <a:gd name="connsiteX5" fmla="*/ 1751271 w 7679193"/>
              <a:gd name="connsiteY5" fmla="*/ 7005080 h 7005082"/>
              <a:gd name="connsiteX6" fmla="*/ 0 w 7679193"/>
              <a:gd name="connsiteY6" fmla="*/ 3502541 h 7005082"/>
              <a:gd name="connsiteX0" fmla="*/ 0 w 7679193"/>
              <a:gd name="connsiteY0" fmla="*/ 3502539 h 7005078"/>
              <a:gd name="connsiteX1" fmla="*/ 1751271 w 7679193"/>
              <a:gd name="connsiteY1" fmla="*/ 0 h 7005078"/>
              <a:gd name="connsiteX2" fmla="*/ 7637969 w 7679193"/>
              <a:gd name="connsiteY2" fmla="*/ 106878 h 7005078"/>
              <a:gd name="connsiteX3" fmla="*/ 7679193 w 7679193"/>
              <a:gd name="connsiteY3" fmla="*/ 3502539 h 7005078"/>
              <a:gd name="connsiteX4" fmla="*/ 5927923 w 7679193"/>
              <a:gd name="connsiteY4" fmla="*/ 7005078 h 7005078"/>
              <a:gd name="connsiteX5" fmla="*/ 1751271 w 7679193"/>
              <a:gd name="connsiteY5" fmla="*/ 7005078 h 7005078"/>
              <a:gd name="connsiteX6" fmla="*/ 0 w 7679193"/>
              <a:gd name="connsiteY6" fmla="*/ 3502539 h 7005078"/>
              <a:gd name="connsiteX0" fmla="*/ 0 w 7679193"/>
              <a:gd name="connsiteY0" fmla="*/ 3502539 h 7005078"/>
              <a:gd name="connsiteX1" fmla="*/ 1751271 w 7679193"/>
              <a:gd name="connsiteY1" fmla="*/ 0 h 7005078"/>
              <a:gd name="connsiteX2" fmla="*/ 7637969 w 7679193"/>
              <a:gd name="connsiteY2" fmla="*/ 106878 h 7005078"/>
              <a:gd name="connsiteX3" fmla="*/ 7679193 w 7679193"/>
              <a:gd name="connsiteY3" fmla="*/ 3502539 h 7005078"/>
              <a:gd name="connsiteX4" fmla="*/ 5927923 w 7679193"/>
              <a:gd name="connsiteY4" fmla="*/ 7005078 h 7005078"/>
              <a:gd name="connsiteX5" fmla="*/ 1751271 w 7679193"/>
              <a:gd name="connsiteY5" fmla="*/ 7005078 h 7005078"/>
              <a:gd name="connsiteX6" fmla="*/ 0 w 7679193"/>
              <a:gd name="connsiteY6" fmla="*/ 3502539 h 7005078"/>
              <a:gd name="connsiteX0" fmla="*/ 0 w 7679193"/>
              <a:gd name="connsiteY0" fmla="*/ 3502539 h 7005078"/>
              <a:gd name="connsiteX1" fmla="*/ 1751271 w 7679193"/>
              <a:gd name="connsiteY1" fmla="*/ 0 h 7005078"/>
              <a:gd name="connsiteX2" fmla="*/ 7661719 w 7679193"/>
              <a:gd name="connsiteY2" fmla="*/ 23750 h 7005078"/>
              <a:gd name="connsiteX3" fmla="*/ 7679193 w 7679193"/>
              <a:gd name="connsiteY3" fmla="*/ 3502539 h 7005078"/>
              <a:gd name="connsiteX4" fmla="*/ 5927923 w 7679193"/>
              <a:gd name="connsiteY4" fmla="*/ 7005078 h 7005078"/>
              <a:gd name="connsiteX5" fmla="*/ 1751271 w 7679193"/>
              <a:gd name="connsiteY5" fmla="*/ 7005078 h 7005078"/>
              <a:gd name="connsiteX6" fmla="*/ 0 w 7679193"/>
              <a:gd name="connsiteY6" fmla="*/ 3502539 h 7005078"/>
              <a:gd name="connsiteX0" fmla="*/ 0 w 7679193"/>
              <a:gd name="connsiteY0" fmla="*/ 3490663 h 6993202"/>
              <a:gd name="connsiteX1" fmla="*/ 4221339 w 7679193"/>
              <a:gd name="connsiteY1" fmla="*/ 0 h 6993202"/>
              <a:gd name="connsiteX2" fmla="*/ 7661719 w 7679193"/>
              <a:gd name="connsiteY2" fmla="*/ 11874 h 6993202"/>
              <a:gd name="connsiteX3" fmla="*/ 7679193 w 7679193"/>
              <a:gd name="connsiteY3" fmla="*/ 3490663 h 6993202"/>
              <a:gd name="connsiteX4" fmla="*/ 5927923 w 7679193"/>
              <a:gd name="connsiteY4" fmla="*/ 6993202 h 6993202"/>
              <a:gd name="connsiteX5" fmla="*/ 1751271 w 7679193"/>
              <a:gd name="connsiteY5" fmla="*/ 6993202 h 6993202"/>
              <a:gd name="connsiteX6" fmla="*/ 0 w 7679193"/>
              <a:gd name="connsiteY6" fmla="*/ 3490663 h 6993202"/>
              <a:gd name="connsiteX0" fmla="*/ 0 w 7679193"/>
              <a:gd name="connsiteY0" fmla="*/ 3478789 h 6981328"/>
              <a:gd name="connsiteX1" fmla="*/ 4236579 w 7679193"/>
              <a:gd name="connsiteY1" fmla="*/ 3366 h 6981328"/>
              <a:gd name="connsiteX2" fmla="*/ 7661719 w 7679193"/>
              <a:gd name="connsiteY2" fmla="*/ 0 h 6981328"/>
              <a:gd name="connsiteX3" fmla="*/ 7679193 w 7679193"/>
              <a:gd name="connsiteY3" fmla="*/ 3478789 h 6981328"/>
              <a:gd name="connsiteX4" fmla="*/ 5927923 w 7679193"/>
              <a:gd name="connsiteY4" fmla="*/ 6981328 h 6981328"/>
              <a:gd name="connsiteX5" fmla="*/ 1751271 w 7679193"/>
              <a:gd name="connsiteY5" fmla="*/ 6981328 h 6981328"/>
              <a:gd name="connsiteX6" fmla="*/ 0 w 7679193"/>
              <a:gd name="connsiteY6" fmla="*/ 3478789 h 6981328"/>
              <a:gd name="connsiteX0" fmla="*/ 1898709 w 5927922"/>
              <a:gd name="connsiteY0" fmla="*/ 1794769 h 6981328"/>
              <a:gd name="connsiteX1" fmla="*/ 2485308 w 5927922"/>
              <a:gd name="connsiteY1" fmla="*/ 3366 h 6981328"/>
              <a:gd name="connsiteX2" fmla="*/ 5910448 w 5927922"/>
              <a:gd name="connsiteY2" fmla="*/ 0 h 6981328"/>
              <a:gd name="connsiteX3" fmla="*/ 5927922 w 5927922"/>
              <a:gd name="connsiteY3" fmla="*/ 3478789 h 6981328"/>
              <a:gd name="connsiteX4" fmla="*/ 4176652 w 5927922"/>
              <a:gd name="connsiteY4" fmla="*/ 6981328 h 6981328"/>
              <a:gd name="connsiteX5" fmla="*/ 0 w 5927922"/>
              <a:gd name="connsiteY5" fmla="*/ 6981328 h 6981328"/>
              <a:gd name="connsiteX6" fmla="*/ 1898709 w 5927922"/>
              <a:gd name="connsiteY6" fmla="*/ 1794769 h 6981328"/>
              <a:gd name="connsiteX0" fmla="*/ 1898709 w 5927922"/>
              <a:gd name="connsiteY0" fmla="*/ 1794769 h 6981328"/>
              <a:gd name="connsiteX1" fmla="*/ 2447208 w 5927922"/>
              <a:gd name="connsiteY1" fmla="*/ 3366 h 6981328"/>
              <a:gd name="connsiteX2" fmla="*/ 5910448 w 5927922"/>
              <a:gd name="connsiteY2" fmla="*/ 0 h 6981328"/>
              <a:gd name="connsiteX3" fmla="*/ 5927922 w 5927922"/>
              <a:gd name="connsiteY3" fmla="*/ 3478789 h 6981328"/>
              <a:gd name="connsiteX4" fmla="*/ 4176652 w 5927922"/>
              <a:gd name="connsiteY4" fmla="*/ 6981328 h 6981328"/>
              <a:gd name="connsiteX5" fmla="*/ 0 w 5927922"/>
              <a:gd name="connsiteY5" fmla="*/ 6981328 h 6981328"/>
              <a:gd name="connsiteX6" fmla="*/ 1898709 w 5927922"/>
              <a:gd name="connsiteY6" fmla="*/ 1794769 h 6981328"/>
              <a:gd name="connsiteX0" fmla="*/ 1898709 w 5927922"/>
              <a:gd name="connsiteY0" fmla="*/ 1794769 h 6981328"/>
              <a:gd name="connsiteX1" fmla="*/ 2470068 w 5927922"/>
              <a:gd name="connsiteY1" fmla="*/ 3366 h 6981328"/>
              <a:gd name="connsiteX2" fmla="*/ 5910448 w 5927922"/>
              <a:gd name="connsiteY2" fmla="*/ 0 h 6981328"/>
              <a:gd name="connsiteX3" fmla="*/ 5927922 w 5927922"/>
              <a:gd name="connsiteY3" fmla="*/ 3478789 h 6981328"/>
              <a:gd name="connsiteX4" fmla="*/ 4176652 w 5927922"/>
              <a:gd name="connsiteY4" fmla="*/ 6981328 h 6981328"/>
              <a:gd name="connsiteX5" fmla="*/ 0 w 5927922"/>
              <a:gd name="connsiteY5" fmla="*/ 6981328 h 6981328"/>
              <a:gd name="connsiteX6" fmla="*/ 1898709 w 5927922"/>
              <a:gd name="connsiteY6" fmla="*/ 1794769 h 6981328"/>
              <a:gd name="connsiteX0" fmla="*/ 1898709 w 5927922"/>
              <a:gd name="connsiteY0" fmla="*/ 1794769 h 6981328"/>
              <a:gd name="connsiteX1" fmla="*/ 2470068 w 5927922"/>
              <a:gd name="connsiteY1" fmla="*/ 3366 h 6981328"/>
              <a:gd name="connsiteX2" fmla="*/ 5910448 w 5927922"/>
              <a:gd name="connsiteY2" fmla="*/ 0 h 6981328"/>
              <a:gd name="connsiteX3" fmla="*/ 5927922 w 5927922"/>
              <a:gd name="connsiteY3" fmla="*/ 6891062 h 6981328"/>
              <a:gd name="connsiteX4" fmla="*/ 4176652 w 5927922"/>
              <a:gd name="connsiteY4" fmla="*/ 6981328 h 6981328"/>
              <a:gd name="connsiteX5" fmla="*/ 0 w 5927922"/>
              <a:gd name="connsiteY5" fmla="*/ 6981328 h 6981328"/>
              <a:gd name="connsiteX6" fmla="*/ 1898709 w 5927922"/>
              <a:gd name="connsiteY6" fmla="*/ 1794769 h 6981328"/>
              <a:gd name="connsiteX0" fmla="*/ 1898709 w 5916771"/>
              <a:gd name="connsiteY0" fmla="*/ 1794769 h 6981328"/>
              <a:gd name="connsiteX1" fmla="*/ 2470068 w 5916771"/>
              <a:gd name="connsiteY1" fmla="*/ 3366 h 6981328"/>
              <a:gd name="connsiteX2" fmla="*/ 5910448 w 5916771"/>
              <a:gd name="connsiteY2" fmla="*/ 0 h 6981328"/>
              <a:gd name="connsiteX3" fmla="*/ 5916771 w 5916771"/>
              <a:gd name="connsiteY3" fmla="*/ 6902214 h 6981328"/>
              <a:gd name="connsiteX4" fmla="*/ 4176652 w 5916771"/>
              <a:gd name="connsiteY4" fmla="*/ 6981328 h 6981328"/>
              <a:gd name="connsiteX5" fmla="*/ 0 w 5916771"/>
              <a:gd name="connsiteY5" fmla="*/ 6981328 h 6981328"/>
              <a:gd name="connsiteX6" fmla="*/ 1898709 w 5916771"/>
              <a:gd name="connsiteY6" fmla="*/ 1794769 h 6981328"/>
              <a:gd name="connsiteX0" fmla="*/ 1898709 w 5916771"/>
              <a:gd name="connsiteY0" fmla="*/ 1794769 h 6981328"/>
              <a:gd name="connsiteX1" fmla="*/ 2470068 w 5916771"/>
              <a:gd name="connsiteY1" fmla="*/ 3366 h 6981328"/>
              <a:gd name="connsiteX2" fmla="*/ 5910448 w 5916771"/>
              <a:gd name="connsiteY2" fmla="*/ 0 h 6981328"/>
              <a:gd name="connsiteX3" fmla="*/ 5916771 w 5916771"/>
              <a:gd name="connsiteY3" fmla="*/ 6902214 h 6981328"/>
              <a:gd name="connsiteX4" fmla="*/ 730925 w 5916771"/>
              <a:gd name="connsiteY4" fmla="*/ 6892118 h 6981328"/>
              <a:gd name="connsiteX5" fmla="*/ 0 w 5916771"/>
              <a:gd name="connsiteY5" fmla="*/ 6981328 h 6981328"/>
              <a:gd name="connsiteX6" fmla="*/ 1898709 w 5916771"/>
              <a:gd name="connsiteY6" fmla="*/ 1794769 h 6981328"/>
              <a:gd name="connsiteX0" fmla="*/ 1167784 w 5185846"/>
              <a:gd name="connsiteY0" fmla="*/ 1794769 h 6902214"/>
              <a:gd name="connsiteX1" fmla="*/ 1739143 w 5185846"/>
              <a:gd name="connsiteY1" fmla="*/ 3366 h 6902214"/>
              <a:gd name="connsiteX2" fmla="*/ 5179523 w 5185846"/>
              <a:gd name="connsiteY2" fmla="*/ 0 h 6902214"/>
              <a:gd name="connsiteX3" fmla="*/ 5185846 w 5185846"/>
              <a:gd name="connsiteY3" fmla="*/ 6902214 h 6902214"/>
              <a:gd name="connsiteX4" fmla="*/ 0 w 5185846"/>
              <a:gd name="connsiteY4" fmla="*/ 6892118 h 6902214"/>
              <a:gd name="connsiteX5" fmla="*/ 1700041 w 5185846"/>
              <a:gd name="connsiteY5" fmla="*/ 1818313 h 6902214"/>
              <a:gd name="connsiteX6" fmla="*/ 1167784 w 5185846"/>
              <a:gd name="connsiteY6" fmla="*/ 1794769 h 6902214"/>
              <a:gd name="connsiteX0" fmla="*/ 1112028 w 5130090"/>
              <a:gd name="connsiteY0" fmla="*/ 1794769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44285 w 5130090"/>
              <a:gd name="connsiteY5" fmla="*/ 1818313 h 6902214"/>
              <a:gd name="connsiteX6" fmla="*/ 1112028 w 5130090"/>
              <a:gd name="connsiteY6" fmla="*/ 1794769 h 6902214"/>
              <a:gd name="connsiteX0" fmla="*/ 1112028 w 5130090"/>
              <a:gd name="connsiteY0" fmla="*/ 1794769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23020 w 5130090"/>
              <a:gd name="connsiteY5" fmla="*/ 1811225 h 6902214"/>
              <a:gd name="connsiteX6" fmla="*/ 1112028 w 5130090"/>
              <a:gd name="connsiteY6" fmla="*/ 1794769 h 6902214"/>
              <a:gd name="connsiteX0" fmla="*/ 1112028 w 5130090"/>
              <a:gd name="connsiteY0" fmla="*/ 1794769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08843 w 5130090"/>
              <a:gd name="connsiteY5" fmla="*/ 1789960 h 6902214"/>
              <a:gd name="connsiteX6" fmla="*/ 1112028 w 5130090"/>
              <a:gd name="connsiteY6" fmla="*/ 1794769 h 6902214"/>
              <a:gd name="connsiteX0" fmla="*/ 1112028 w 5130090"/>
              <a:gd name="connsiteY0" fmla="*/ 1794769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23020 w 5130090"/>
              <a:gd name="connsiteY5" fmla="*/ 1811225 h 6902214"/>
              <a:gd name="connsiteX6" fmla="*/ 1112028 w 5130090"/>
              <a:gd name="connsiteY6" fmla="*/ 1794769 h 6902214"/>
              <a:gd name="connsiteX0" fmla="*/ 1097851 w 5130090"/>
              <a:gd name="connsiteY0" fmla="*/ 1808946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23020 w 5130090"/>
              <a:gd name="connsiteY5" fmla="*/ 1811225 h 6902214"/>
              <a:gd name="connsiteX6" fmla="*/ 1097851 w 5130090"/>
              <a:gd name="connsiteY6" fmla="*/ 1808946 h 6902214"/>
              <a:gd name="connsiteX0" fmla="*/ 1069498 w 5101737"/>
              <a:gd name="connsiteY0" fmla="*/ 1808946 h 6902214"/>
              <a:gd name="connsiteX1" fmla="*/ 1655034 w 5101737"/>
              <a:gd name="connsiteY1" fmla="*/ 3366 h 6902214"/>
              <a:gd name="connsiteX2" fmla="*/ 5095414 w 5101737"/>
              <a:gd name="connsiteY2" fmla="*/ 0 h 6902214"/>
              <a:gd name="connsiteX3" fmla="*/ 5101737 w 5101737"/>
              <a:gd name="connsiteY3" fmla="*/ 6902214 h 6902214"/>
              <a:gd name="connsiteX4" fmla="*/ 0 w 5101737"/>
              <a:gd name="connsiteY4" fmla="*/ 6880967 h 6902214"/>
              <a:gd name="connsiteX5" fmla="*/ 1594667 w 5101737"/>
              <a:gd name="connsiteY5" fmla="*/ 1811225 h 6902214"/>
              <a:gd name="connsiteX6" fmla="*/ 1069498 w 5101737"/>
              <a:gd name="connsiteY6" fmla="*/ 1808946 h 6902214"/>
              <a:gd name="connsiteX0" fmla="*/ 1069498 w 5101737"/>
              <a:gd name="connsiteY0" fmla="*/ 1808946 h 6895125"/>
              <a:gd name="connsiteX1" fmla="*/ 1655034 w 5101737"/>
              <a:gd name="connsiteY1" fmla="*/ 3366 h 6895125"/>
              <a:gd name="connsiteX2" fmla="*/ 5095414 w 5101737"/>
              <a:gd name="connsiteY2" fmla="*/ 0 h 6895125"/>
              <a:gd name="connsiteX3" fmla="*/ 5101737 w 5101737"/>
              <a:gd name="connsiteY3" fmla="*/ 6895125 h 6895125"/>
              <a:gd name="connsiteX4" fmla="*/ 0 w 5101737"/>
              <a:gd name="connsiteY4" fmla="*/ 6880967 h 6895125"/>
              <a:gd name="connsiteX5" fmla="*/ 1594667 w 5101737"/>
              <a:gd name="connsiteY5" fmla="*/ 1811225 h 6895125"/>
              <a:gd name="connsiteX6" fmla="*/ 1069498 w 5101737"/>
              <a:gd name="connsiteY6" fmla="*/ 1808946 h 6895125"/>
              <a:gd name="connsiteX0" fmla="*/ 1069498 w 5097012"/>
              <a:gd name="connsiteY0" fmla="*/ 1808946 h 6880967"/>
              <a:gd name="connsiteX1" fmla="*/ 1655034 w 5097012"/>
              <a:gd name="connsiteY1" fmla="*/ 3366 h 6880967"/>
              <a:gd name="connsiteX2" fmla="*/ 5095414 w 5097012"/>
              <a:gd name="connsiteY2" fmla="*/ 0 h 6880967"/>
              <a:gd name="connsiteX3" fmla="*/ 5094649 w 5097012"/>
              <a:gd name="connsiteY3" fmla="*/ 6880948 h 6880967"/>
              <a:gd name="connsiteX4" fmla="*/ 0 w 5097012"/>
              <a:gd name="connsiteY4" fmla="*/ 6880967 h 6880967"/>
              <a:gd name="connsiteX5" fmla="*/ 1594667 w 5097012"/>
              <a:gd name="connsiteY5" fmla="*/ 1811225 h 6880967"/>
              <a:gd name="connsiteX6" fmla="*/ 1069498 w 5097012"/>
              <a:gd name="connsiteY6" fmla="*/ 1808946 h 688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97012" h="6880967">
                <a:moveTo>
                  <a:pt x="1069498" y="1808946"/>
                </a:moveTo>
                <a:lnTo>
                  <a:pt x="1655034" y="3366"/>
                </a:lnTo>
                <a:lnTo>
                  <a:pt x="5095414" y="0"/>
                </a:lnTo>
                <a:cubicBezTo>
                  <a:pt x="5101239" y="1159596"/>
                  <a:pt x="5088824" y="5721352"/>
                  <a:pt x="5094649" y="6880948"/>
                </a:cubicBezTo>
                <a:lnTo>
                  <a:pt x="0" y="6880967"/>
                </a:lnTo>
                <a:lnTo>
                  <a:pt x="1594667" y="1811225"/>
                </a:lnTo>
                <a:lnTo>
                  <a:pt x="1069498" y="1808946"/>
                </a:lnTo>
                <a:close/>
              </a:path>
            </a:pathLst>
          </a:custGeom>
        </p:spPr>
        <p:txBody>
          <a:bodyPr/>
          <a:lstStyle/>
          <a:p>
            <a:endParaRPr lang="en-MY"/>
          </a:p>
        </p:txBody>
      </p:sp>
    </p:spTree>
    <p:extLst>
      <p:ext uri="{BB962C8B-B14F-4D97-AF65-F5344CB8AC3E}">
        <p14:creationId xmlns:p14="http://schemas.microsoft.com/office/powerpoint/2010/main" val="2732219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intro">
    <p:bg>
      <p:bgPr>
        <a:solidFill>
          <a:srgbClr val="2C2C2C"/>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09DAC918-69A7-1F81-9143-C4470BEA4510}"/>
              </a:ext>
            </a:extLst>
          </p:cNvPr>
          <p:cNvSpPr/>
          <p:nvPr userDrawn="1"/>
        </p:nvSpPr>
        <p:spPr>
          <a:xfrm>
            <a:off x="0" y="0"/>
            <a:ext cx="12192000" cy="6858000"/>
          </a:xfrm>
          <a:prstGeom prst="rect">
            <a:avLst/>
          </a:prstGeom>
          <a:gradFill>
            <a:gsLst>
              <a:gs pos="52000">
                <a:schemeClr val="bg1"/>
              </a:gs>
              <a:gs pos="82000">
                <a:schemeClr val="bg1">
                  <a:lumMod val="95000"/>
                </a:schemeClr>
              </a:gs>
              <a:gs pos="100000">
                <a:schemeClr val="bg1"/>
              </a:gs>
            </a:gsLst>
            <a:lin ang="6000000" scaled="0"/>
          </a:gradFill>
          <a:ln w="71585" cap="flat">
            <a:noFill/>
            <a:prstDash val="solid"/>
            <a:miter/>
          </a:ln>
        </p:spPr>
        <p:txBody>
          <a:bodyPr rtlCol="0" anchor="ctr"/>
          <a:lstStyle/>
          <a:p>
            <a:pPr algn="l"/>
            <a:endParaRPr lang="en-MY"/>
          </a:p>
        </p:txBody>
      </p:sp>
      <p:sp>
        <p:nvSpPr>
          <p:cNvPr id="59" name="Picture Placeholder 58">
            <a:extLst>
              <a:ext uri="{FF2B5EF4-FFF2-40B4-BE49-F238E27FC236}">
                <a16:creationId xmlns:a16="http://schemas.microsoft.com/office/drawing/2014/main" id="{24F89DFC-6C4C-1B65-FADE-ED74049BFD28}"/>
              </a:ext>
            </a:extLst>
          </p:cNvPr>
          <p:cNvSpPr>
            <a:spLocks noGrp="1"/>
          </p:cNvSpPr>
          <p:nvPr>
            <p:ph type="pic" sz="quarter" idx="10"/>
          </p:nvPr>
        </p:nvSpPr>
        <p:spPr>
          <a:xfrm>
            <a:off x="4527052" y="-39938"/>
            <a:ext cx="7679193" cy="7005082"/>
          </a:xfrm>
          <a:custGeom>
            <a:avLst/>
            <a:gdLst>
              <a:gd name="connsiteX0" fmla="*/ 7 w 6342063"/>
              <a:gd name="connsiteY0" fmla="*/ 2636495 h 6902450"/>
              <a:gd name="connsiteX1" fmla="*/ 3171032 w 6342063"/>
              <a:gd name="connsiteY1" fmla="*/ 0 h 6902450"/>
              <a:gd name="connsiteX2" fmla="*/ 6342056 w 6342063"/>
              <a:gd name="connsiteY2" fmla="*/ 2636495 h 6902450"/>
              <a:gd name="connsiteX3" fmla="*/ 5130833 w 6342063"/>
              <a:gd name="connsiteY3" fmla="*/ 6902432 h 6902450"/>
              <a:gd name="connsiteX4" fmla="*/ 1211230 w 6342063"/>
              <a:gd name="connsiteY4" fmla="*/ 6902432 h 6902450"/>
              <a:gd name="connsiteX5" fmla="*/ 7 w 6342063"/>
              <a:gd name="connsiteY5" fmla="*/ 2636495 h 6902450"/>
              <a:gd name="connsiteX0" fmla="*/ 930398 w 7272447"/>
              <a:gd name="connsiteY0" fmla="*/ 2636495 h 6902432"/>
              <a:gd name="connsiteX1" fmla="*/ 4101423 w 7272447"/>
              <a:gd name="connsiteY1" fmla="*/ 0 h 6902432"/>
              <a:gd name="connsiteX2" fmla="*/ 7272447 w 7272447"/>
              <a:gd name="connsiteY2" fmla="*/ 2636495 h 6902432"/>
              <a:gd name="connsiteX3" fmla="*/ 6061224 w 7272447"/>
              <a:gd name="connsiteY3" fmla="*/ 6902432 h 6902432"/>
              <a:gd name="connsiteX4" fmla="*/ 0 w 7272447"/>
              <a:gd name="connsiteY4" fmla="*/ 6866337 h 6902432"/>
              <a:gd name="connsiteX5" fmla="*/ 930398 w 7272447"/>
              <a:gd name="connsiteY5" fmla="*/ 2636495 h 6902432"/>
              <a:gd name="connsiteX0" fmla="*/ 3637504 w 7272447"/>
              <a:gd name="connsiteY0" fmla="*/ 25642 h 6902432"/>
              <a:gd name="connsiteX1" fmla="*/ 4101423 w 7272447"/>
              <a:gd name="connsiteY1" fmla="*/ 0 h 6902432"/>
              <a:gd name="connsiteX2" fmla="*/ 7272447 w 7272447"/>
              <a:gd name="connsiteY2" fmla="*/ 2636495 h 6902432"/>
              <a:gd name="connsiteX3" fmla="*/ 6061224 w 7272447"/>
              <a:gd name="connsiteY3" fmla="*/ 6902432 h 6902432"/>
              <a:gd name="connsiteX4" fmla="*/ 0 w 7272447"/>
              <a:gd name="connsiteY4" fmla="*/ 6866337 h 6902432"/>
              <a:gd name="connsiteX5" fmla="*/ 3637504 w 7272447"/>
              <a:gd name="connsiteY5" fmla="*/ 25642 h 6902432"/>
              <a:gd name="connsiteX0" fmla="*/ 4022514 w 7657457"/>
              <a:gd name="connsiteY0" fmla="*/ 25642 h 6902432"/>
              <a:gd name="connsiteX1" fmla="*/ 4486433 w 7657457"/>
              <a:gd name="connsiteY1" fmla="*/ 0 h 6902432"/>
              <a:gd name="connsiteX2" fmla="*/ 7657457 w 7657457"/>
              <a:gd name="connsiteY2" fmla="*/ 2636495 h 6902432"/>
              <a:gd name="connsiteX3" fmla="*/ 6446234 w 7657457"/>
              <a:gd name="connsiteY3" fmla="*/ 6902432 h 6902432"/>
              <a:gd name="connsiteX4" fmla="*/ 0 w 7657457"/>
              <a:gd name="connsiteY4" fmla="*/ 6878369 h 6902432"/>
              <a:gd name="connsiteX5" fmla="*/ 4022514 w 7657457"/>
              <a:gd name="connsiteY5" fmla="*/ 25642 h 6902432"/>
              <a:gd name="connsiteX0" fmla="*/ 3842040 w 7657457"/>
              <a:gd name="connsiteY0" fmla="*/ 0 h 6924916"/>
              <a:gd name="connsiteX1" fmla="*/ 4486433 w 7657457"/>
              <a:gd name="connsiteY1" fmla="*/ 22484 h 6924916"/>
              <a:gd name="connsiteX2" fmla="*/ 7657457 w 7657457"/>
              <a:gd name="connsiteY2" fmla="*/ 2658979 h 6924916"/>
              <a:gd name="connsiteX3" fmla="*/ 6446234 w 7657457"/>
              <a:gd name="connsiteY3" fmla="*/ 6924916 h 6924916"/>
              <a:gd name="connsiteX4" fmla="*/ 0 w 7657457"/>
              <a:gd name="connsiteY4" fmla="*/ 6900853 h 6924916"/>
              <a:gd name="connsiteX5" fmla="*/ 3842040 w 7657457"/>
              <a:gd name="connsiteY5" fmla="*/ 0 h 6924916"/>
              <a:gd name="connsiteX0" fmla="*/ 3842040 w 7759022"/>
              <a:gd name="connsiteY0" fmla="*/ 1579 h 6926495"/>
              <a:gd name="connsiteX1" fmla="*/ 7759022 w 7759022"/>
              <a:gd name="connsiteY1" fmla="*/ 0 h 6926495"/>
              <a:gd name="connsiteX2" fmla="*/ 7657457 w 7759022"/>
              <a:gd name="connsiteY2" fmla="*/ 2660558 h 6926495"/>
              <a:gd name="connsiteX3" fmla="*/ 6446234 w 7759022"/>
              <a:gd name="connsiteY3" fmla="*/ 6926495 h 6926495"/>
              <a:gd name="connsiteX4" fmla="*/ 0 w 7759022"/>
              <a:gd name="connsiteY4" fmla="*/ 6902432 h 6926495"/>
              <a:gd name="connsiteX5" fmla="*/ 3842040 w 7759022"/>
              <a:gd name="connsiteY5" fmla="*/ 1579 h 6926495"/>
              <a:gd name="connsiteX0" fmla="*/ 3842040 w 7777773"/>
              <a:gd name="connsiteY0" fmla="*/ 1579 h 6926495"/>
              <a:gd name="connsiteX1" fmla="*/ 7759022 w 7777773"/>
              <a:gd name="connsiteY1" fmla="*/ 0 h 6926495"/>
              <a:gd name="connsiteX2" fmla="*/ 7777773 w 7777773"/>
              <a:gd name="connsiteY2" fmla="*/ 3177916 h 6926495"/>
              <a:gd name="connsiteX3" fmla="*/ 6446234 w 7777773"/>
              <a:gd name="connsiteY3" fmla="*/ 6926495 h 6926495"/>
              <a:gd name="connsiteX4" fmla="*/ 0 w 7777773"/>
              <a:gd name="connsiteY4" fmla="*/ 6902432 h 6926495"/>
              <a:gd name="connsiteX5" fmla="*/ 3842040 w 7777773"/>
              <a:gd name="connsiteY5" fmla="*/ 1579 h 6926495"/>
              <a:gd name="connsiteX0" fmla="*/ 3842040 w 7777773"/>
              <a:gd name="connsiteY0" fmla="*/ 1579 h 6926495"/>
              <a:gd name="connsiteX1" fmla="*/ 7759022 w 7777773"/>
              <a:gd name="connsiteY1" fmla="*/ 0 h 6926495"/>
              <a:gd name="connsiteX2" fmla="*/ 7777773 w 7777773"/>
              <a:gd name="connsiteY2" fmla="*/ 3177916 h 6926495"/>
              <a:gd name="connsiteX3" fmla="*/ 6446234 w 7777773"/>
              <a:gd name="connsiteY3" fmla="*/ 6926495 h 6926495"/>
              <a:gd name="connsiteX4" fmla="*/ 0 w 7777773"/>
              <a:gd name="connsiteY4" fmla="*/ 6902432 h 6926495"/>
              <a:gd name="connsiteX5" fmla="*/ 3842040 w 7777773"/>
              <a:gd name="connsiteY5" fmla="*/ 1579 h 6926495"/>
              <a:gd name="connsiteX0" fmla="*/ 3842040 w 7777773"/>
              <a:gd name="connsiteY0" fmla="*/ 1579 h 6926495"/>
              <a:gd name="connsiteX1" fmla="*/ 7759022 w 7777773"/>
              <a:gd name="connsiteY1" fmla="*/ 0 h 6926495"/>
              <a:gd name="connsiteX2" fmla="*/ 7777773 w 7777773"/>
              <a:gd name="connsiteY2" fmla="*/ 3335232 h 6926495"/>
              <a:gd name="connsiteX3" fmla="*/ 6446234 w 7777773"/>
              <a:gd name="connsiteY3" fmla="*/ 6926495 h 6926495"/>
              <a:gd name="connsiteX4" fmla="*/ 0 w 7777773"/>
              <a:gd name="connsiteY4" fmla="*/ 6902432 h 6926495"/>
              <a:gd name="connsiteX5" fmla="*/ 3842040 w 7777773"/>
              <a:gd name="connsiteY5" fmla="*/ 1579 h 6926495"/>
              <a:gd name="connsiteX0" fmla="*/ 3842040 w 7759022"/>
              <a:gd name="connsiteY0" fmla="*/ 1579 h 6926495"/>
              <a:gd name="connsiteX1" fmla="*/ 7759022 w 7759022"/>
              <a:gd name="connsiteY1" fmla="*/ 0 h 6926495"/>
              <a:gd name="connsiteX2" fmla="*/ 7758109 w 7759022"/>
              <a:gd name="connsiteY2" fmla="*/ 3276239 h 6926495"/>
              <a:gd name="connsiteX3" fmla="*/ 6446234 w 7759022"/>
              <a:gd name="connsiteY3" fmla="*/ 6926495 h 6926495"/>
              <a:gd name="connsiteX4" fmla="*/ 0 w 7759022"/>
              <a:gd name="connsiteY4" fmla="*/ 6902432 h 6926495"/>
              <a:gd name="connsiteX5" fmla="*/ 3842040 w 7759022"/>
              <a:gd name="connsiteY5" fmla="*/ 1579 h 6926495"/>
              <a:gd name="connsiteX0" fmla="*/ 3842040 w 7759022"/>
              <a:gd name="connsiteY0" fmla="*/ 1579 h 6926495"/>
              <a:gd name="connsiteX1" fmla="*/ 7759022 w 7759022"/>
              <a:gd name="connsiteY1" fmla="*/ 0 h 6926495"/>
              <a:gd name="connsiteX2" fmla="*/ 7758109 w 7759022"/>
              <a:gd name="connsiteY2" fmla="*/ 3276239 h 6926495"/>
              <a:gd name="connsiteX3" fmla="*/ 6303015 w 7759022"/>
              <a:gd name="connsiteY3" fmla="*/ 6926495 h 6926495"/>
              <a:gd name="connsiteX4" fmla="*/ 0 w 7759022"/>
              <a:gd name="connsiteY4" fmla="*/ 6902432 h 6926495"/>
              <a:gd name="connsiteX5" fmla="*/ 3842040 w 7759022"/>
              <a:gd name="connsiteY5" fmla="*/ 1579 h 6926495"/>
              <a:gd name="connsiteX0" fmla="*/ 3842040 w 7759022"/>
              <a:gd name="connsiteY0" fmla="*/ 1579 h 6926495"/>
              <a:gd name="connsiteX1" fmla="*/ 7759022 w 7759022"/>
              <a:gd name="connsiteY1" fmla="*/ 0 h 6926495"/>
              <a:gd name="connsiteX2" fmla="*/ 7758109 w 7759022"/>
              <a:gd name="connsiteY2" fmla="*/ 4333859 h 6926495"/>
              <a:gd name="connsiteX3" fmla="*/ 6303015 w 7759022"/>
              <a:gd name="connsiteY3" fmla="*/ 6926495 h 6926495"/>
              <a:gd name="connsiteX4" fmla="*/ 0 w 7759022"/>
              <a:gd name="connsiteY4" fmla="*/ 6902432 h 6926495"/>
              <a:gd name="connsiteX5" fmla="*/ 3842040 w 7759022"/>
              <a:gd name="connsiteY5" fmla="*/ 1579 h 6926495"/>
              <a:gd name="connsiteX0" fmla="*/ 3842040 w 7759022"/>
              <a:gd name="connsiteY0" fmla="*/ 1579 h 6959545"/>
              <a:gd name="connsiteX1" fmla="*/ 7759022 w 7759022"/>
              <a:gd name="connsiteY1" fmla="*/ 0 h 6959545"/>
              <a:gd name="connsiteX2" fmla="*/ 7758109 w 7759022"/>
              <a:gd name="connsiteY2" fmla="*/ 4333859 h 6959545"/>
              <a:gd name="connsiteX3" fmla="*/ 6258948 w 7759022"/>
              <a:gd name="connsiteY3" fmla="*/ 6959545 h 6959545"/>
              <a:gd name="connsiteX4" fmla="*/ 0 w 7759022"/>
              <a:gd name="connsiteY4" fmla="*/ 6902432 h 6959545"/>
              <a:gd name="connsiteX5" fmla="*/ 3842040 w 7759022"/>
              <a:gd name="connsiteY5" fmla="*/ 1579 h 6959545"/>
              <a:gd name="connsiteX0" fmla="*/ 3842040 w 7759022"/>
              <a:gd name="connsiteY0" fmla="*/ 1579 h 6990567"/>
              <a:gd name="connsiteX1" fmla="*/ 7759022 w 7759022"/>
              <a:gd name="connsiteY1" fmla="*/ 0 h 6990567"/>
              <a:gd name="connsiteX2" fmla="*/ 7758109 w 7759022"/>
              <a:gd name="connsiteY2" fmla="*/ 4333859 h 6990567"/>
              <a:gd name="connsiteX3" fmla="*/ 6258948 w 7759022"/>
              <a:gd name="connsiteY3" fmla="*/ 6959545 h 6990567"/>
              <a:gd name="connsiteX4" fmla="*/ 0 w 7759022"/>
              <a:gd name="connsiteY4" fmla="*/ 6990567 h 6990567"/>
              <a:gd name="connsiteX5" fmla="*/ 3842040 w 7759022"/>
              <a:gd name="connsiteY5" fmla="*/ 1579 h 6990567"/>
              <a:gd name="connsiteX0" fmla="*/ 4125068 w 7759022"/>
              <a:gd name="connsiteY0" fmla="*/ 1579 h 6990567"/>
              <a:gd name="connsiteX1" fmla="*/ 7759022 w 7759022"/>
              <a:gd name="connsiteY1" fmla="*/ 0 h 6990567"/>
              <a:gd name="connsiteX2" fmla="*/ 7758109 w 7759022"/>
              <a:gd name="connsiteY2" fmla="*/ 4333859 h 6990567"/>
              <a:gd name="connsiteX3" fmla="*/ 6258948 w 7759022"/>
              <a:gd name="connsiteY3" fmla="*/ 6959545 h 6990567"/>
              <a:gd name="connsiteX4" fmla="*/ 0 w 7759022"/>
              <a:gd name="connsiteY4" fmla="*/ 6990567 h 6990567"/>
              <a:gd name="connsiteX5" fmla="*/ 4125068 w 7759022"/>
              <a:gd name="connsiteY5" fmla="*/ 1579 h 6990567"/>
              <a:gd name="connsiteX0" fmla="*/ 4023468 w 7657422"/>
              <a:gd name="connsiteY0" fmla="*/ 1579 h 6959545"/>
              <a:gd name="connsiteX1" fmla="*/ 7657422 w 7657422"/>
              <a:gd name="connsiteY1" fmla="*/ 0 h 6959545"/>
              <a:gd name="connsiteX2" fmla="*/ 7656509 w 7657422"/>
              <a:gd name="connsiteY2" fmla="*/ 4333859 h 6959545"/>
              <a:gd name="connsiteX3" fmla="*/ 6157348 w 7657422"/>
              <a:gd name="connsiteY3" fmla="*/ 6959545 h 6959545"/>
              <a:gd name="connsiteX4" fmla="*/ 0 w 7657422"/>
              <a:gd name="connsiteY4" fmla="*/ 6939767 h 6959545"/>
              <a:gd name="connsiteX5" fmla="*/ 4023468 w 7657422"/>
              <a:gd name="connsiteY5" fmla="*/ 1579 h 6959545"/>
              <a:gd name="connsiteX0" fmla="*/ 4045239 w 7679193"/>
              <a:gd name="connsiteY0" fmla="*/ 1579 h 7005082"/>
              <a:gd name="connsiteX1" fmla="*/ 7679193 w 7679193"/>
              <a:gd name="connsiteY1" fmla="*/ 0 h 7005082"/>
              <a:gd name="connsiteX2" fmla="*/ 7678280 w 7679193"/>
              <a:gd name="connsiteY2" fmla="*/ 4333859 h 7005082"/>
              <a:gd name="connsiteX3" fmla="*/ 6179119 w 7679193"/>
              <a:gd name="connsiteY3" fmla="*/ 6959545 h 7005082"/>
              <a:gd name="connsiteX4" fmla="*/ 0 w 7679193"/>
              <a:gd name="connsiteY4" fmla="*/ 7005082 h 7005082"/>
              <a:gd name="connsiteX5" fmla="*/ 4045239 w 7679193"/>
              <a:gd name="connsiteY5" fmla="*/ 1579 h 7005082"/>
              <a:gd name="connsiteX0" fmla="*/ 4045239 w 7679193"/>
              <a:gd name="connsiteY0" fmla="*/ 1579 h 7005082"/>
              <a:gd name="connsiteX1" fmla="*/ 7679193 w 7679193"/>
              <a:gd name="connsiteY1" fmla="*/ 0 h 7005082"/>
              <a:gd name="connsiteX2" fmla="*/ 7678280 w 7679193"/>
              <a:gd name="connsiteY2" fmla="*/ 4333859 h 7005082"/>
              <a:gd name="connsiteX3" fmla="*/ 5707404 w 7679193"/>
              <a:gd name="connsiteY3" fmla="*/ 6988573 h 7005082"/>
              <a:gd name="connsiteX4" fmla="*/ 0 w 7679193"/>
              <a:gd name="connsiteY4" fmla="*/ 7005082 h 7005082"/>
              <a:gd name="connsiteX5" fmla="*/ 4045239 w 7679193"/>
              <a:gd name="connsiteY5" fmla="*/ 1579 h 7005082"/>
              <a:gd name="connsiteX0" fmla="*/ 4045239 w 7679193"/>
              <a:gd name="connsiteY0" fmla="*/ 1579 h 7005082"/>
              <a:gd name="connsiteX1" fmla="*/ 7679193 w 7679193"/>
              <a:gd name="connsiteY1" fmla="*/ 0 h 7005082"/>
              <a:gd name="connsiteX2" fmla="*/ 7678280 w 7679193"/>
              <a:gd name="connsiteY2" fmla="*/ 4333859 h 7005082"/>
              <a:gd name="connsiteX3" fmla="*/ 5801747 w 7679193"/>
              <a:gd name="connsiteY3" fmla="*/ 6988573 h 7005082"/>
              <a:gd name="connsiteX4" fmla="*/ 0 w 7679193"/>
              <a:gd name="connsiteY4" fmla="*/ 7005082 h 7005082"/>
              <a:gd name="connsiteX5" fmla="*/ 4045239 w 7679193"/>
              <a:gd name="connsiteY5" fmla="*/ 1579 h 7005082"/>
              <a:gd name="connsiteX0" fmla="*/ 4045239 w 7679193"/>
              <a:gd name="connsiteY0" fmla="*/ 1579 h 7005082"/>
              <a:gd name="connsiteX1" fmla="*/ 7679193 w 7679193"/>
              <a:gd name="connsiteY1" fmla="*/ 0 h 7005082"/>
              <a:gd name="connsiteX2" fmla="*/ 7663766 w 7679193"/>
              <a:gd name="connsiteY2" fmla="*/ 3804087 h 7005082"/>
              <a:gd name="connsiteX3" fmla="*/ 5801747 w 7679193"/>
              <a:gd name="connsiteY3" fmla="*/ 6988573 h 7005082"/>
              <a:gd name="connsiteX4" fmla="*/ 0 w 7679193"/>
              <a:gd name="connsiteY4" fmla="*/ 7005082 h 7005082"/>
              <a:gd name="connsiteX5" fmla="*/ 4045239 w 7679193"/>
              <a:gd name="connsiteY5" fmla="*/ 1579 h 7005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79193" h="7005082">
                <a:moveTo>
                  <a:pt x="4045239" y="1579"/>
                </a:moveTo>
                <a:lnTo>
                  <a:pt x="7679193" y="0"/>
                </a:lnTo>
                <a:cubicBezTo>
                  <a:pt x="7678889" y="1092080"/>
                  <a:pt x="7664070" y="2712007"/>
                  <a:pt x="7663766" y="3804087"/>
                </a:cubicBezTo>
                <a:lnTo>
                  <a:pt x="5801747" y="6988573"/>
                </a:lnTo>
                <a:lnTo>
                  <a:pt x="0" y="7005082"/>
                </a:lnTo>
                <a:lnTo>
                  <a:pt x="4045239" y="1579"/>
                </a:lnTo>
                <a:close/>
              </a:path>
            </a:pathLst>
          </a:custGeom>
        </p:spPr>
        <p:txBody>
          <a:bodyPr/>
          <a:lstStyle/>
          <a:p>
            <a:endParaRPr lang="en-MY"/>
          </a:p>
        </p:txBody>
      </p:sp>
      <p:sp>
        <p:nvSpPr>
          <p:cNvPr id="38" name="Freeform 5">
            <a:extLst>
              <a:ext uri="{FF2B5EF4-FFF2-40B4-BE49-F238E27FC236}">
                <a16:creationId xmlns:a16="http://schemas.microsoft.com/office/drawing/2014/main" id="{A67EEDB7-4D0A-A800-DE28-0C4984B110CA}"/>
              </a:ext>
            </a:extLst>
          </p:cNvPr>
          <p:cNvSpPr>
            <a:spLocks/>
          </p:cNvSpPr>
          <p:nvPr userDrawn="1"/>
        </p:nvSpPr>
        <p:spPr bwMode="auto">
          <a:xfrm>
            <a:off x="876629" y="-15775"/>
            <a:ext cx="7686809" cy="6857999"/>
          </a:xfrm>
          <a:custGeom>
            <a:avLst/>
            <a:gdLst>
              <a:gd name="T0" fmla="*/ 0 w 956"/>
              <a:gd name="T1" fmla="*/ 513 h 801"/>
              <a:gd name="T2" fmla="*/ 0 w 956"/>
              <a:gd name="T3" fmla="*/ 801 h 801"/>
              <a:gd name="T4" fmla="*/ 495 w 956"/>
              <a:gd name="T5" fmla="*/ 801 h 801"/>
              <a:gd name="T6" fmla="*/ 956 w 956"/>
              <a:gd name="T7" fmla="*/ 0 h 801"/>
              <a:gd name="T8" fmla="*/ 290 w 956"/>
              <a:gd name="T9" fmla="*/ 0 h 801"/>
              <a:gd name="T10" fmla="*/ 0 w 956"/>
              <a:gd name="T11" fmla="*/ 513 h 801"/>
              <a:gd name="connsiteX0" fmla="*/ 0 w 10000"/>
              <a:gd name="connsiteY0" fmla="*/ 6404 h 10000"/>
              <a:gd name="connsiteX1" fmla="*/ 0 w 10000"/>
              <a:gd name="connsiteY1" fmla="*/ 10000 h 10000"/>
              <a:gd name="connsiteX2" fmla="*/ 4844 w 10000"/>
              <a:gd name="connsiteY2" fmla="*/ 10000 h 10000"/>
              <a:gd name="connsiteX3" fmla="*/ 10000 w 10000"/>
              <a:gd name="connsiteY3" fmla="*/ 0 h 10000"/>
              <a:gd name="connsiteX4" fmla="*/ 3033 w 10000"/>
              <a:gd name="connsiteY4" fmla="*/ 0 h 10000"/>
              <a:gd name="connsiteX5" fmla="*/ 0 w 10000"/>
              <a:gd name="connsiteY5" fmla="*/ 6404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0" y="6404"/>
                </a:moveTo>
                <a:lnTo>
                  <a:pt x="0" y="10000"/>
                </a:lnTo>
                <a:lnTo>
                  <a:pt x="4844" y="10000"/>
                </a:lnTo>
                <a:lnTo>
                  <a:pt x="10000" y="0"/>
                </a:lnTo>
                <a:lnTo>
                  <a:pt x="3033" y="0"/>
                </a:lnTo>
                <a:lnTo>
                  <a:pt x="0" y="6404"/>
                </a:lnTo>
                <a:close/>
              </a:path>
            </a:pathLst>
          </a:custGeom>
          <a:gradFill>
            <a:gsLst>
              <a:gs pos="5000">
                <a:srgbClr val="2C2C2C"/>
              </a:gs>
              <a:gs pos="62000">
                <a:schemeClr val="tx2">
                  <a:lumMod val="50000"/>
                  <a:lumOff val="50000"/>
                </a:schemeClr>
              </a:gs>
              <a:gs pos="100000">
                <a:schemeClr val="bg1">
                  <a:lumMod val="50000"/>
                </a:schemeClr>
              </a:gs>
            </a:gsLst>
            <a:lin ang="6000000" scaled="0"/>
          </a:gradFill>
          <a:ln>
            <a:noFill/>
          </a:ln>
        </p:spPr>
        <p:txBody>
          <a:bodyPr vert="horz" wrap="square" lIns="91440" tIns="45720" rIns="91440" bIns="45720" numCol="1" anchor="t" anchorCtr="0" compatLnSpc="1">
            <a:prstTxWarp prst="textNoShape">
              <a:avLst/>
            </a:prstTxWarp>
          </a:bodyPr>
          <a:lstStyle/>
          <a:p>
            <a:endParaRPr lang="id-ID"/>
          </a:p>
        </p:txBody>
      </p:sp>
      <p:sp>
        <p:nvSpPr>
          <p:cNvPr id="31" name="Freeform 5">
            <a:extLst>
              <a:ext uri="{FF2B5EF4-FFF2-40B4-BE49-F238E27FC236}">
                <a16:creationId xmlns:a16="http://schemas.microsoft.com/office/drawing/2014/main" id="{33CB460A-39A9-54F6-0195-13B362A33766}"/>
              </a:ext>
            </a:extLst>
          </p:cNvPr>
          <p:cNvSpPr>
            <a:spLocks/>
          </p:cNvSpPr>
          <p:nvPr userDrawn="1"/>
        </p:nvSpPr>
        <p:spPr bwMode="auto">
          <a:xfrm>
            <a:off x="-32223" y="-14401"/>
            <a:ext cx="8108976" cy="6902576"/>
          </a:xfrm>
          <a:custGeom>
            <a:avLst/>
            <a:gdLst>
              <a:gd name="T0" fmla="*/ 0 w 722"/>
              <a:gd name="T1" fmla="*/ 0 h 796"/>
              <a:gd name="T2" fmla="*/ 722 w 722"/>
              <a:gd name="T3" fmla="*/ 0 h 796"/>
              <a:gd name="T4" fmla="*/ 273 w 722"/>
              <a:gd name="T5" fmla="*/ 796 h 796"/>
              <a:gd name="T6" fmla="*/ 0 w 722"/>
              <a:gd name="T7" fmla="*/ 796 h 796"/>
              <a:gd name="T8" fmla="*/ 0 w 722"/>
              <a:gd name="T9" fmla="*/ 0 h 796"/>
              <a:gd name="connsiteX0" fmla="*/ 0 w 10000"/>
              <a:gd name="connsiteY0" fmla="*/ 0 h 10000"/>
              <a:gd name="connsiteX1" fmla="*/ 10000 w 10000"/>
              <a:gd name="connsiteY1" fmla="*/ 0 h 10000"/>
              <a:gd name="connsiteX2" fmla="*/ 6231 w 10000"/>
              <a:gd name="connsiteY2" fmla="*/ 9977 h 10000"/>
              <a:gd name="connsiteX3" fmla="*/ 0 w 10000"/>
              <a:gd name="connsiteY3" fmla="*/ 10000 h 10000"/>
              <a:gd name="connsiteX4" fmla="*/ 0 w 10000"/>
              <a:gd name="connsiteY4" fmla="*/ 0 h 10000"/>
              <a:gd name="connsiteX0" fmla="*/ 0 w 12115"/>
              <a:gd name="connsiteY0" fmla="*/ 23 h 10023"/>
              <a:gd name="connsiteX1" fmla="*/ 12115 w 12115"/>
              <a:gd name="connsiteY1" fmla="*/ 0 h 10023"/>
              <a:gd name="connsiteX2" fmla="*/ 6231 w 12115"/>
              <a:gd name="connsiteY2" fmla="*/ 10000 h 10023"/>
              <a:gd name="connsiteX3" fmla="*/ 0 w 12115"/>
              <a:gd name="connsiteY3" fmla="*/ 10023 h 10023"/>
              <a:gd name="connsiteX4" fmla="*/ 0 w 12115"/>
              <a:gd name="connsiteY4" fmla="*/ 23 h 10023"/>
              <a:gd name="connsiteX0" fmla="*/ 0 w 12270"/>
              <a:gd name="connsiteY0" fmla="*/ 46 h 10046"/>
              <a:gd name="connsiteX1" fmla="*/ 12270 w 12270"/>
              <a:gd name="connsiteY1" fmla="*/ 0 h 10046"/>
              <a:gd name="connsiteX2" fmla="*/ 6231 w 12270"/>
              <a:gd name="connsiteY2" fmla="*/ 10023 h 10046"/>
              <a:gd name="connsiteX3" fmla="*/ 0 w 12270"/>
              <a:gd name="connsiteY3" fmla="*/ 10046 h 10046"/>
              <a:gd name="connsiteX4" fmla="*/ 0 w 12270"/>
              <a:gd name="connsiteY4" fmla="*/ 46 h 10046"/>
              <a:gd name="connsiteX0" fmla="*/ 0 w 12451"/>
              <a:gd name="connsiteY0" fmla="*/ 23 h 10023"/>
              <a:gd name="connsiteX1" fmla="*/ 12451 w 12451"/>
              <a:gd name="connsiteY1" fmla="*/ 0 h 10023"/>
              <a:gd name="connsiteX2" fmla="*/ 6231 w 12451"/>
              <a:gd name="connsiteY2" fmla="*/ 10000 h 10023"/>
              <a:gd name="connsiteX3" fmla="*/ 0 w 12451"/>
              <a:gd name="connsiteY3" fmla="*/ 10023 h 10023"/>
              <a:gd name="connsiteX4" fmla="*/ 0 w 12451"/>
              <a:gd name="connsiteY4" fmla="*/ 23 h 10023"/>
              <a:gd name="connsiteX0" fmla="*/ 0 w 12606"/>
              <a:gd name="connsiteY0" fmla="*/ 23 h 10023"/>
              <a:gd name="connsiteX1" fmla="*/ 12606 w 12606"/>
              <a:gd name="connsiteY1" fmla="*/ 0 h 10023"/>
              <a:gd name="connsiteX2" fmla="*/ 6231 w 12606"/>
              <a:gd name="connsiteY2" fmla="*/ 10000 h 10023"/>
              <a:gd name="connsiteX3" fmla="*/ 0 w 12606"/>
              <a:gd name="connsiteY3" fmla="*/ 10023 h 10023"/>
              <a:gd name="connsiteX4" fmla="*/ 0 w 12606"/>
              <a:gd name="connsiteY4" fmla="*/ 23 h 10023"/>
              <a:gd name="connsiteX0" fmla="*/ 1496 w 14102"/>
              <a:gd name="connsiteY0" fmla="*/ 23 h 10046"/>
              <a:gd name="connsiteX1" fmla="*/ 14102 w 14102"/>
              <a:gd name="connsiteY1" fmla="*/ 0 h 10046"/>
              <a:gd name="connsiteX2" fmla="*/ 7727 w 14102"/>
              <a:gd name="connsiteY2" fmla="*/ 10000 h 10046"/>
              <a:gd name="connsiteX3" fmla="*/ 0 w 14102"/>
              <a:gd name="connsiteY3" fmla="*/ 10046 h 10046"/>
              <a:gd name="connsiteX4" fmla="*/ 1496 w 14102"/>
              <a:gd name="connsiteY4" fmla="*/ 23 h 10046"/>
              <a:gd name="connsiteX0" fmla="*/ 52 w 14102"/>
              <a:gd name="connsiteY0" fmla="*/ 23 h 10046"/>
              <a:gd name="connsiteX1" fmla="*/ 14102 w 14102"/>
              <a:gd name="connsiteY1" fmla="*/ 0 h 10046"/>
              <a:gd name="connsiteX2" fmla="*/ 7727 w 14102"/>
              <a:gd name="connsiteY2" fmla="*/ 10000 h 10046"/>
              <a:gd name="connsiteX3" fmla="*/ 0 w 14102"/>
              <a:gd name="connsiteY3" fmla="*/ 10046 h 10046"/>
              <a:gd name="connsiteX4" fmla="*/ 52 w 14102"/>
              <a:gd name="connsiteY4" fmla="*/ 23 h 10046"/>
              <a:gd name="connsiteX0" fmla="*/ 52 w 14102"/>
              <a:gd name="connsiteY0" fmla="*/ 23 h 10046"/>
              <a:gd name="connsiteX1" fmla="*/ 14102 w 14102"/>
              <a:gd name="connsiteY1" fmla="*/ 0 h 10046"/>
              <a:gd name="connsiteX2" fmla="*/ 7762 w 14102"/>
              <a:gd name="connsiteY2" fmla="*/ 10016 h 10046"/>
              <a:gd name="connsiteX3" fmla="*/ 0 w 14102"/>
              <a:gd name="connsiteY3" fmla="*/ 10046 h 10046"/>
              <a:gd name="connsiteX4" fmla="*/ 52 w 14102"/>
              <a:gd name="connsiteY4" fmla="*/ 23 h 10046"/>
              <a:gd name="connsiteX0" fmla="*/ 52 w 16864"/>
              <a:gd name="connsiteY0" fmla="*/ 3 h 10026"/>
              <a:gd name="connsiteX1" fmla="*/ 16864 w 16864"/>
              <a:gd name="connsiteY1" fmla="*/ 0 h 10026"/>
              <a:gd name="connsiteX2" fmla="*/ 7762 w 16864"/>
              <a:gd name="connsiteY2" fmla="*/ 9996 h 10026"/>
              <a:gd name="connsiteX3" fmla="*/ 0 w 16864"/>
              <a:gd name="connsiteY3" fmla="*/ 10026 h 10026"/>
              <a:gd name="connsiteX4" fmla="*/ 52 w 16864"/>
              <a:gd name="connsiteY4" fmla="*/ 3 h 10026"/>
              <a:gd name="connsiteX0" fmla="*/ 52 w 16864"/>
              <a:gd name="connsiteY0" fmla="*/ 3 h 10036"/>
              <a:gd name="connsiteX1" fmla="*/ 16864 w 16864"/>
              <a:gd name="connsiteY1" fmla="*/ 0 h 10036"/>
              <a:gd name="connsiteX2" fmla="*/ 10479 w 16864"/>
              <a:gd name="connsiteY2" fmla="*/ 10036 h 10036"/>
              <a:gd name="connsiteX3" fmla="*/ 0 w 16864"/>
              <a:gd name="connsiteY3" fmla="*/ 10026 h 10036"/>
              <a:gd name="connsiteX4" fmla="*/ 52 w 16864"/>
              <a:gd name="connsiteY4" fmla="*/ 3 h 10036"/>
              <a:gd name="connsiteX0" fmla="*/ 52 w 17532"/>
              <a:gd name="connsiteY0" fmla="*/ 3 h 10036"/>
              <a:gd name="connsiteX1" fmla="*/ 17532 w 17532"/>
              <a:gd name="connsiteY1" fmla="*/ 0 h 10036"/>
              <a:gd name="connsiteX2" fmla="*/ 10479 w 17532"/>
              <a:gd name="connsiteY2" fmla="*/ 10036 h 10036"/>
              <a:gd name="connsiteX3" fmla="*/ 0 w 17532"/>
              <a:gd name="connsiteY3" fmla="*/ 10026 h 10036"/>
              <a:gd name="connsiteX4" fmla="*/ 52 w 17532"/>
              <a:gd name="connsiteY4" fmla="*/ 3 h 10036"/>
              <a:gd name="connsiteX0" fmla="*/ 52 w 17532"/>
              <a:gd name="connsiteY0" fmla="*/ 3 h 10026"/>
              <a:gd name="connsiteX1" fmla="*/ 17532 w 17532"/>
              <a:gd name="connsiteY1" fmla="*/ 0 h 10026"/>
              <a:gd name="connsiteX2" fmla="*/ 11014 w 17532"/>
              <a:gd name="connsiteY2" fmla="*/ 9975 h 10026"/>
              <a:gd name="connsiteX3" fmla="*/ 0 w 17532"/>
              <a:gd name="connsiteY3" fmla="*/ 10026 h 10026"/>
              <a:gd name="connsiteX4" fmla="*/ 52 w 17532"/>
              <a:gd name="connsiteY4" fmla="*/ 3 h 10026"/>
              <a:gd name="connsiteX0" fmla="*/ 52 w 17532"/>
              <a:gd name="connsiteY0" fmla="*/ 3 h 10026"/>
              <a:gd name="connsiteX1" fmla="*/ 17532 w 17532"/>
              <a:gd name="connsiteY1" fmla="*/ 0 h 10026"/>
              <a:gd name="connsiteX2" fmla="*/ 11081 w 17532"/>
              <a:gd name="connsiteY2" fmla="*/ 9975 h 10026"/>
              <a:gd name="connsiteX3" fmla="*/ 0 w 17532"/>
              <a:gd name="connsiteY3" fmla="*/ 10026 h 10026"/>
              <a:gd name="connsiteX4" fmla="*/ 52 w 17532"/>
              <a:gd name="connsiteY4" fmla="*/ 3 h 10026"/>
              <a:gd name="connsiteX0" fmla="*/ 52 w 17532"/>
              <a:gd name="connsiteY0" fmla="*/ 3 h 10026"/>
              <a:gd name="connsiteX1" fmla="*/ 17532 w 17532"/>
              <a:gd name="connsiteY1" fmla="*/ 0 h 10026"/>
              <a:gd name="connsiteX2" fmla="*/ 11215 w 17532"/>
              <a:gd name="connsiteY2" fmla="*/ 9995 h 10026"/>
              <a:gd name="connsiteX3" fmla="*/ 0 w 17532"/>
              <a:gd name="connsiteY3" fmla="*/ 10026 h 10026"/>
              <a:gd name="connsiteX4" fmla="*/ 52 w 17532"/>
              <a:gd name="connsiteY4" fmla="*/ 3 h 10026"/>
              <a:gd name="connsiteX0" fmla="*/ 19 w 17532"/>
              <a:gd name="connsiteY0" fmla="*/ 3 h 10026"/>
              <a:gd name="connsiteX1" fmla="*/ 17532 w 17532"/>
              <a:gd name="connsiteY1" fmla="*/ 0 h 10026"/>
              <a:gd name="connsiteX2" fmla="*/ 11215 w 17532"/>
              <a:gd name="connsiteY2" fmla="*/ 9995 h 10026"/>
              <a:gd name="connsiteX3" fmla="*/ 0 w 17532"/>
              <a:gd name="connsiteY3" fmla="*/ 10026 h 10026"/>
              <a:gd name="connsiteX4" fmla="*/ 19 w 17532"/>
              <a:gd name="connsiteY4" fmla="*/ 3 h 10026"/>
              <a:gd name="connsiteX0" fmla="*/ 19 w 17543"/>
              <a:gd name="connsiteY0" fmla="*/ 13 h 10036"/>
              <a:gd name="connsiteX1" fmla="*/ 17543 w 17543"/>
              <a:gd name="connsiteY1" fmla="*/ 0 h 10036"/>
              <a:gd name="connsiteX2" fmla="*/ 11215 w 17543"/>
              <a:gd name="connsiteY2" fmla="*/ 10005 h 10036"/>
              <a:gd name="connsiteX3" fmla="*/ 0 w 17543"/>
              <a:gd name="connsiteY3" fmla="*/ 10036 h 10036"/>
              <a:gd name="connsiteX4" fmla="*/ 19 w 17543"/>
              <a:gd name="connsiteY4" fmla="*/ 13 h 10036"/>
              <a:gd name="connsiteX0" fmla="*/ 8 w 17543"/>
              <a:gd name="connsiteY0" fmla="*/ 0 h 10044"/>
              <a:gd name="connsiteX1" fmla="*/ 17543 w 17543"/>
              <a:gd name="connsiteY1" fmla="*/ 8 h 10044"/>
              <a:gd name="connsiteX2" fmla="*/ 11215 w 17543"/>
              <a:gd name="connsiteY2" fmla="*/ 10013 h 10044"/>
              <a:gd name="connsiteX3" fmla="*/ 0 w 17543"/>
              <a:gd name="connsiteY3" fmla="*/ 10044 h 10044"/>
              <a:gd name="connsiteX4" fmla="*/ 8 w 17543"/>
              <a:gd name="connsiteY4" fmla="*/ 0 h 10044"/>
              <a:gd name="connsiteX0" fmla="*/ 8 w 11215"/>
              <a:gd name="connsiteY0" fmla="*/ 27 h 10071"/>
              <a:gd name="connsiteX1" fmla="*/ 10522 w 11215"/>
              <a:gd name="connsiteY1" fmla="*/ 0 h 10071"/>
              <a:gd name="connsiteX2" fmla="*/ 11215 w 11215"/>
              <a:gd name="connsiteY2" fmla="*/ 10040 h 10071"/>
              <a:gd name="connsiteX3" fmla="*/ 0 w 11215"/>
              <a:gd name="connsiteY3" fmla="*/ 10071 h 10071"/>
              <a:gd name="connsiteX4" fmla="*/ 8 w 11215"/>
              <a:gd name="connsiteY4" fmla="*/ 27 h 10071"/>
              <a:gd name="connsiteX0" fmla="*/ 8 w 10522"/>
              <a:gd name="connsiteY0" fmla="*/ 27 h 10075"/>
              <a:gd name="connsiteX1" fmla="*/ 10522 w 10522"/>
              <a:gd name="connsiteY1" fmla="*/ 0 h 10075"/>
              <a:gd name="connsiteX2" fmla="*/ 6940 w 10522"/>
              <a:gd name="connsiteY2" fmla="*/ 10075 h 10075"/>
              <a:gd name="connsiteX3" fmla="*/ 0 w 10522"/>
              <a:gd name="connsiteY3" fmla="*/ 10071 h 10075"/>
              <a:gd name="connsiteX4" fmla="*/ 8 w 10522"/>
              <a:gd name="connsiteY4" fmla="*/ 27 h 10075"/>
              <a:gd name="connsiteX0" fmla="*/ 8 w 13036"/>
              <a:gd name="connsiteY0" fmla="*/ 0 h 10048"/>
              <a:gd name="connsiteX1" fmla="*/ 13036 w 13036"/>
              <a:gd name="connsiteY1" fmla="*/ 26 h 10048"/>
              <a:gd name="connsiteX2" fmla="*/ 6940 w 13036"/>
              <a:gd name="connsiteY2" fmla="*/ 10048 h 10048"/>
              <a:gd name="connsiteX3" fmla="*/ 0 w 13036"/>
              <a:gd name="connsiteY3" fmla="*/ 10044 h 10048"/>
              <a:gd name="connsiteX4" fmla="*/ 8 w 13036"/>
              <a:gd name="connsiteY4" fmla="*/ 0 h 10048"/>
              <a:gd name="connsiteX0" fmla="*/ 8 w 13036"/>
              <a:gd name="connsiteY0" fmla="*/ 0 h 10044"/>
              <a:gd name="connsiteX1" fmla="*/ 13036 w 13036"/>
              <a:gd name="connsiteY1" fmla="*/ 26 h 10044"/>
              <a:gd name="connsiteX2" fmla="*/ 6882 w 13036"/>
              <a:gd name="connsiteY2" fmla="*/ 10030 h 10044"/>
              <a:gd name="connsiteX3" fmla="*/ 0 w 13036"/>
              <a:gd name="connsiteY3" fmla="*/ 10044 h 10044"/>
              <a:gd name="connsiteX4" fmla="*/ 8 w 13036"/>
              <a:gd name="connsiteY4" fmla="*/ 0 h 10044"/>
              <a:gd name="connsiteX0" fmla="*/ 8 w 13036"/>
              <a:gd name="connsiteY0" fmla="*/ 0 h 10065"/>
              <a:gd name="connsiteX1" fmla="*/ 13036 w 13036"/>
              <a:gd name="connsiteY1" fmla="*/ 26 h 10065"/>
              <a:gd name="connsiteX2" fmla="*/ 6689 w 13036"/>
              <a:gd name="connsiteY2" fmla="*/ 10065 h 10065"/>
              <a:gd name="connsiteX3" fmla="*/ 0 w 13036"/>
              <a:gd name="connsiteY3" fmla="*/ 10044 h 10065"/>
              <a:gd name="connsiteX4" fmla="*/ 8 w 13036"/>
              <a:gd name="connsiteY4" fmla="*/ 0 h 1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36" h="10065">
                <a:moveTo>
                  <a:pt x="8" y="0"/>
                </a:moveTo>
                <a:lnTo>
                  <a:pt x="13036" y="26"/>
                </a:lnTo>
                <a:lnTo>
                  <a:pt x="6689" y="10065"/>
                </a:lnTo>
                <a:lnTo>
                  <a:pt x="0" y="10044"/>
                </a:lnTo>
                <a:cubicBezTo>
                  <a:pt x="17" y="6703"/>
                  <a:pt x="-9" y="3341"/>
                  <a:pt x="8" y="0"/>
                </a:cubicBezTo>
                <a:close/>
              </a:path>
            </a:pathLst>
          </a:custGeom>
          <a:gradFill>
            <a:gsLst>
              <a:gs pos="52000">
                <a:schemeClr val="tx1">
                  <a:lumMod val="75000"/>
                  <a:lumOff val="25000"/>
                </a:schemeClr>
              </a:gs>
              <a:gs pos="82000">
                <a:srgbClr val="5A5A5A"/>
              </a:gs>
              <a:gs pos="100000">
                <a:srgbClr val="5F5F5F"/>
              </a:gs>
            </a:gsLst>
            <a:lin ang="3000000" scaled="0"/>
          </a:gra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a:p>
        </p:txBody>
      </p:sp>
      <p:sp>
        <p:nvSpPr>
          <p:cNvPr id="33" name="Freeform 6">
            <a:extLst>
              <a:ext uri="{FF2B5EF4-FFF2-40B4-BE49-F238E27FC236}">
                <a16:creationId xmlns:a16="http://schemas.microsoft.com/office/drawing/2014/main" id="{5D4E811A-68E1-6A97-C96E-3F27C8F76BE0}"/>
              </a:ext>
            </a:extLst>
          </p:cNvPr>
          <p:cNvSpPr>
            <a:spLocks/>
          </p:cNvSpPr>
          <p:nvPr userDrawn="1"/>
        </p:nvSpPr>
        <p:spPr bwMode="auto">
          <a:xfrm>
            <a:off x="2209176" y="3456710"/>
            <a:ext cx="4299176" cy="3429000"/>
          </a:xfrm>
          <a:custGeom>
            <a:avLst/>
            <a:gdLst>
              <a:gd name="T0" fmla="*/ 499 w 499"/>
              <a:gd name="T1" fmla="*/ 0 h 398"/>
              <a:gd name="T2" fmla="*/ 226 w 499"/>
              <a:gd name="T3" fmla="*/ 0 h 398"/>
              <a:gd name="T4" fmla="*/ 0 w 499"/>
              <a:gd name="T5" fmla="*/ 398 h 398"/>
              <a:gd name="T6" fmla="*/ 273 w 499"/>
              <a:gd name="T7" fmla="*/ 398 h 398"/>
              <a:gd name="T8" fmla="*/ 499 w 499"/>
              <a:gd name="T9" fmla="*/ 0 h 398"/>
            </a:gdLst>
            <a:ahLst/>
            <a:cxnLst>
              <a:cxn ang="0">
                <a:pos x="T0" y="T1"/>
              </a:cxn>
              <a:cxn ang="0">
                <a:pos x="T2" y="T3"/>
              </a:cxn>
              <a:cxn ang="0">
                <a:pos x="T4" y="T5"/>
              </a:cxn>
              <a:cxn ang="0">
                <a:pos x="T6" y="T7"/>
              </a:cxn>
              <a:cxn ang="0">
                <a:pos x="T8" y="T9"/>
              </a:cxn>
            </a:cxnLst>
            <a:rect l="0" t="0" r="r" b="b"/>
            <a:pathLst>
              <a:path w="499" h="398">
                <a:moveTo>
                  <a:pt x="499" y="0"/>
                </a:moveTo>
                <a:lnTo>
                  <a:pt x="226" y="0"/>
                </a:lnTo>
                <a:lnTo>
                  <a:pt x="0" y="398"/>
                </a:lnTo>
                <a:lnTo>
                  <a:pt x="273" y="398"/>
                </a:lnTo>
                <a:lnTo>
                  <a:pt x="499" y="0"/>
                </a:lnTo>
                <a:close/>
              </a:path>
            </a:pathLst>
          </a:custGeom>
          <a:gradFill>
            <a:gsLst>
              <a:gs pos="100000">
                <a:schemeClr val="bg1">
                  <a:lumMod val="75000"/>
                </a:schemeClr>
              </a:gs>
              <a:gs pos="68000">
                <a:schemeClr val="tx2">
                  <a:lumMod val="50000"/>
                  <a:lumOff val="50000"/>
                </a:schemeClr>
              </a:gs>
              <a:gs pos="0">
                <a:schemeClr val="tx1">
                  <a:lumMod val="65000"/>
                  <a:lumOff val="35000"/>
                </a:schemeClr>
              </a:gs>
            </a:gsLst>
            <a:lin ang="5400000" scaled="0"/>
          </a:gra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a:p>
        </p:txBody>
      </p:sp>
      <p:sp>
        <p:nvSpPr>
          <p:cNvPr id="34" name="Freeform 7">
            <a:extLst>
              <a:ext uri="{FF2B5EF4-FFF2-40B4-BE49-F238E27FC236}">
                <a16:creationId xmlns:a16="http://schemas.microsoft.com/office/drawing/2014/main" id="{CF0C25A0-646B-916D-80E6-B03039928697}"/>
              </a:ext>
            </a:extLst>
          </p:cNvPr>
          <p:cNvSpPr>
            <a:spLocks/>
          </p:cNvSpPr>
          <p:nvPr userDrawn="1"/>
        </p:nvSpPr>
        <p:spPr bwMode="auto">
          <a:xfrm>
            <a:off x="3960220" y="3450562"/>
            <a:ext cx="2619136" cy="3429000"/>
          </a:xfrm>
          <a:custGeom>
            <a:avLst/>
            <a:gdLst>
              <a:gd name="T0" fmla="*/ 0 w 304"/>
              <a:gd name="T1" fmla="*/ 398 h 398"/>
              <a:gd name="T2" fmla="*/ 74 w 304"/>
              <a:gd name="T3" fmla="*/ 398 h 398"/>
              <a:gd name="T4" fmla="*/ 304 w 304"/>
              <a:gd name="T5" fmla="*/ 0 h 398"/>
              <a:gd name="T6" fmla="*/ 223 w 304"/>
              <a:gd name="T7" fmla="*/ 0 h 398"/>
              <a:gd name="T8" fmla="*/ 0 w 304"/>
              <a:gd name="T9" fmla="*/ 398 h 398"/>
            </a:gdLst>
            <a:ahLst/>
            <a:cxnLst>
              <a:cxn ang="0">
                <a:pos x="T0" y="T1"/>
              </a:cxn>
              <a:cxn ang="0">
                <a:pos x="T2" y="T3"/>
              </a:cxn>
              <a:cxn ang="0">
                <a:pos x="T4" y="T5"/>
              </a:cxn>
              <a:cxn ang="0">
                <a:pos x="T6" y="T7"/>
              </a:cxn>
              <a:cxn ang="0">
                <a:pos x="T8" y="T9"/>
              </a:cxn>
            </a:cxnLst>
            <a:rect l="0" t="0" r="r" b="b"/>
            <a:pathLst>
              <a:path w="304" h="398">
                <a:moveTo>
                  <a:pt x="0" y="398"/>
                </a:moveTo>
                <a:lnTo>
                  <a:pt x="74" y="398"/>
                </a:lnTo>
                <a:lnTo>
                  <a:pt x="304" y="0"/>
                </a:lnTo>
                <a:lnTo>
                  <a:pt x="223" y="0"/>
                </a:lnTo>
                <a:lnTo>
                  <a:pt x="0" y="398"/>
                </a:lnTo>
                <a:close/>
              </a:path>
            </a:pathLst>
          </a:custGeom>
          <a:solidFill>
            <a:schemeClr val="bg1">
              <a:lumMod val="65000"/>
            </a:schemeClr>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dirty="0"/>
          </a:p>
        </p:txBody>
      </p:sp>
      <p:sp>
        <p:nvSpPr>
          <p:cNvPr id="35" name="Freeform 8">
            <a:extLst>
              <a:ext uri="{FF2B5EF4-FFF2-40B4-BE49-F238E27FC236}">
                <a16:creationId xmlns:a16="http://schemas.microsoft.com/office/drawing/2014/main" id="{C4A6C08A-1102-22D6-CDC7-F94643959DC1}"/>
              </a:ext>
            </a:extLst>
          </p:cNvPr>
          <p:cNvSpPr>
            <a:spLocks/>
          </p:cNvSpPr>
          <p:nvPr userDrawn="1"/>
        </p:nvSpPr>
        <p:spPr bwMode="auto">
          <a:xfrm>
            <a:off x="10367888" y="3713311"/>
            <a:ext cx="1835121" cy="3144689"/>
          </a:xfrm>
          <a:custGeom>
            <a:avLst/>
            <a:gdLst>
              <a:gd name="T0" fmla="*/ 213 w 213"/>
              <a:gd name="T1" fmla="*/ 0 h 365"/>
              <a:gd name="T2" fmla="*/ 0 w 213"/>
              <a:gd name="T3" fmla="*/ 365 h 365"/>
              <a:gd name="T4" fmla="*/ 213 w 213"/>
              <a:gd name="T5" fmla="*/ 365 h 365"/>
              <a:gd name="T6" fmla="*/ 213 w 213"/>
              <a:gd name="T7" fmla="*/ 0 h 365"/>
            </a:gdLst>
            <a:ahLst/>
            <a:cxnLst>
              <a:cxn ang="0">
                <a:pos x="T0" y="T1"/>
              </a:cxn>
              <a:cxn ang="0">
                <a:pos x="T2" y="T3"/>
              </a:cxn>
              <a:cxn ang="0">
                <a:pos x="T4" y="T5"/>
              </a:cxn>
              <a:cxn ang="0">
                <a:pos x="T6" y="T7"/>
              </a:cxn>
            </a:cxnLst>
            <a:rect l="0" t="0" r="r" b="b"/>
            <a:pathLst>
              <a:path w="213" h="365">
                <a:moveTo>
                  <a:pt x="213" y="0"/>
                </a:moveTo>
                <a:lnTo>
                  <a:pt x="0" y="365"/>
                </a:lnTo>
                <a:lnTo>
                  <a:pt x="213" y="365"/>
                </a:lnTo>
                <a:lnTo>
                  <a:pt x="213" y="0"/>
                </a:lnTo>
                <a:close/>
              </a:path>
            </a:pathLst>
          </a:custGeom>
          <a:solidFill>
            <a:srgbClr val="74121D"/>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a:p>
        </p:txBody>
      </p:sp>
      <p:pic>
        <p:nvPicPr>
          <p:cNvPr id="27" name="Picture 26" descr="Logo&#10;&#10;Description automatically generated">
            <a:extLst>
              <a:ext uri="{FF2B5EF4-FFF2-40B4-BE49-F238E27FC236}">
                <a16:creationId xmlns:a16="http://schemas.microsoft.com/office/drawing/2014/main" id="{AFD0B610-2095-390B-36E3-2861E97A124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6097" y="970721"/>
            <a:ext cx="1963312" cy="664029"/>
          </a:xfrm>
          <a:prstGeom prst="rect">
            <a:avLst/>
          </a:prstGeom>
        </p:spPr>
      </p:pic>
      <p:sp>
        <p:nvSpPr>
          <p:cNvPr id="40" name="Diagonal Stripe 39">
            <a:extLst>
              <a:ext uri="{FF2B5EF4-FFF2-40B4-BE49-F238E27FC236}">
                <a16:creationId xmlns:a16="http://schemas.microsoft.com/office/drawing/2014/main" id="{ABD29FDD-D53B-A316-CE9E-C0BB1690ADF0}"/>
              </a:ext>
            </a:extLst>
          </p:cNvPr>
          <p:cNvSpPr/>
          <p:nvPr userDrawn="1"/>
        </p:nvSpPr>
        <p:spPr>
          <a:xfrm rot="175485">
            <a:off x="1821520" y="4675411"/>
            <a:ext cx="2314796" cy="2272379"/>
          </a:xfrm>
          <a:custGeom>
            <a:avLst/>
            <a:gdLst>
              <a:gd name="connsiteX0" fmla="*/ 0 w 2262277"/>
              <a:gd name="connsiteY0" fmla="*/ 2214205 h 4428410"/>
              <a:gd name="connsiteX1" fmla="*/ 1131139 w 2262277"/>
              <a:gd name="connsiteY1" fmla="*/ 0 h 4428410"/>
              <a:gd name="connsiteX2" fmla="*/ 2262277 w 2262277"/>
              <a:gd name="connsiteY2" fmla="*/ 0 h 4428410"/>
              <a:gd name="connsiteX3" fmla="*/ 0 w 2262277"/>
              <a:gd name="connsiteY3" fmla="*/ 4428410 h 4428410"/>
              <a:gd name="connsiteX4" fmla="*/ 0 w 2262277"/>
              <a:gd name="connsiteY4" fmla="*/ 2214205 h 4428410"/>
              <a:gd name="connsiteX0" fmla="*/ 0 w 2262277"/>
              <a:gd name="connsiteY0" fmla="*/ 2214205 h 2708951"/>
              <a:gd name="connsiteX1" fmla="*/ 1131139 w 2262277"/>
              <a:gd name="connsiteY1" fmla="*/ 0 h 2708951"/>
              <a:gd name="connsiteX2" fmla="*/ 2262277 w 2262277"/>
              <a:gd name="connsiteY2" fmla="*/ 0 h 2708951"/>
              <a:gd name="connsiteX3" fmla="*/ 799998 w 2262277"/>
              <a:gd name="connsiteY3" fmla="*/ 2708951 h 2708951"/>
              <a:gd name="connsiteX4" fmla="*/ 0 w 2262277"/>
              <a:gd name="connsiteY4" fmla="*/ 2214205 h 2708951"/>
              <a:gd name="connsiteX0" fmla="*/ 0 w 2262277"/>
              <a:gd name="connsiteY0" fmla="*/ 2214205 h 2214205"/>
              <a:gd name="connsiteX1" fmla="*/ 1131139 w 2262277"/>
              <a:gd name="connsiteY1" fmla="*/ 0 h 2214205"/>
              <a:gd name="connsiteX2" fmla="*/ 2262277 w 2262277"/>
              <a:gd name="connsiteY2" fmla="*/ 0 h 2214205"/>
              <a:gd name="connsiteX3" fmla="*/ 1174394 w 2262277"/>
              <a:gd name="connsiteY3" fmla="*/ 2162664 h 2214205"/>
              <a:gd name="connsiteX4" fmla="*/ 0 w 2262277"/>
              <a:gd name="connsiteY4" fmla="*/ 2214205 h 2214205"/>
              <a:gd name="connsiteX0" fmla="*/ 0 w 2314796"/>
              <a:gd name="connsiteY0" fmla="*/ 2272379 h 2272379"/>
              <a:gd name="connsiteX1" fmla="*/ 1183658 w 2314796"/>
              <a:gd name="connsiteY1" fmla="*/ 0 h 2272379"/>
              <a:gd name="connsiteX2" fmla="*/ 2314796 w 2314796"/>
              <a:gd name="connsiteY2" fmla="*/ 0 h 2272379"/>
              <a:gd name="connsiteX3" fmla="*/ 1226913 w 2314796"/>
              <a:gd name="connsiteY3" fmla="*/ 2162664 h 2272379"/>
              <a:gd name="connsiteX4" fmla="*/ 0 w 2314796"/>
              <a:gd name="connsiteY4" fmla="*/ 2272379 h 2272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796" h="2272379">
                <a:moveTo>
                  <a:pt x="0" y="2272379"/>
                </a:moveTo>
                <a:lnTo>
                  <a:pt x="1183658" y="0"/>
                </a:lnTo>
                <a:lnTo>
                  <a:pt x="2314796" y="0"/>
                </a:lnTo>
                <a:lnTo>
                  <a:pt x="1226913" y="2162664"/>
                </a:lnTo>
                <a:lnTo>
                  <a:pt x="0" y="2272379"/>
                </a:lnTo>
                <a:close/>
              </a:path>
            </a:pathLst>
          </a:custGeom>
          <a:solidFill>
            <a:schemeClr val="bg1">
              <a:lumMod val="75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solidFill>
                <a:schemeClr val="tx1"/>
              </a:solidFill>
            </a:endParaRPr>
          </a:p>
        </p:txBody>
      </p:sp>
      <p:sp>
        <p:nvSpPr>
          <p:cNvPr id="46" name="Freeform 8">
            <a:extLst>
              <a:ext uri="{FF2B5EF4-FFF2-40B4-BE49-F238E27FC236}">
                <a16:creationId xmlns:a16="http://schemas.microsoft.com/office/drawing/2014/main" id="{324D19CD-B969-9A41-96FD-3C48671D55E3}"/>
              </a:ext>
            </a:extLst>
          </p:cNvPr>
          <p:cNvSpPr>
            <a:spLocks/>
          </p:cNvSpPr>
          <p:nvPr userDrawn="1"/>
        </p:nvSpPr>
        <p:spPr bwMode="auto">
          <a:xfrm rot="10800000">
            <a:off x="0" y="5616"/>
            <a:ext cx="1317018" cy="2121303"/>
          </a:xfrm>
          <a:custGeom>
            <a:avLst/>
            <a:gdLst>
              <a:gd name="T0" fmla="*/ 213 w 213"/>
              <a:gd name="T1" fmla="*/ 0 h 365"/>
              <a:gd name="T2" fmla="*/ 0 w 213"/>
              <a:gd name="T3" fmla="*/ 365 h 365"/>
              <a:gd name="T4" fmla="*/ 213 w 213"/>
              <a:gd name="T5" fmla="*/ 365 h 365"/>
              <a:gd name="T6" fmla="*/ 213 w 213"/>
              <a:gd name="T7" fmla="*/ 0 h 365"/>
            </a:gdLst>
            <a:ahLst/>
            <a:cxnLst>
              <a:cxn ang="0">
                <a:pos x="T0" y="T1"/>
              </a:cxn>
              <a:cxn ang="0">
                <a:pos x="T2" y="T3"/>
              </a:cxn>
              <a:cxn ang="0">
                <a:pos x="T4" y="T5"/>
              </a:cxn>
              <a:cxn ang="0">
                <a:pos x="T6" y="T7"/>
              </a:cxn>
            </a:cxnLst>
            <a:rect l="0" t="0" r="r" b="b"/>
            <a:pathLst>
              <a:path w="213" h="365">
                <a:moveTo>
                  <a:pt x="213" y="0"/>
                </a:moveTo>
                <a:lnTo>
                  <a:pt x="0" y="365"/>
                </a:lnTo>
                <a:lnTo>
                  <a:pt x="213" y="365"/>
                </a:lnTo>
                <a:lnTo>
                  <a:pt x="213" y="0"/>
                </a:lnTo>
                <a:close/>
              </a:path>
            </a:pathLst>
          </a:custGeom>
          <a:solidFill>
            <a:srgbClr val="74121D"/>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a:p>
        </p:txBody>
      </p:sp>
      <p:sp>
        <p:nvSpPr>
          <p:cNvPr id="50" name="Freeform 7">
            <a:extLst>
              <a:ext uri="{FF2B5EF4-FFF2-40B4-BE49-F238E27FC236}">
                <a16:creationId xmlns:a16="http://schemas.microsoft.com/office/drawing/2014/main" id="{0A2D9FB8-C727-0DEB-593D-6A0268E96FC9}"/>
              </a:ext>
            </a:extLst>
          </p:cNvPr>
          <p:cNvSpPr>
            <a:spLocks/>
          </p:cNvSpPr>
          <p:nvPr userDrawn="1"/>
        </p:nvSpPr>
        <p:spPr bwMode="auto">
          <a:xfrm>
            <a:off x="10469449" y="3095152"/>
            <a:ext cx="1758053" cy="3140035"/>
          </a:xfrm>
          <a:custGeom>
            <a:avLst/>
            <a:gdLst>
              <a:gd name="T0" fmla="*/ 0 w 304"/>
              <a:gd name="T1" fmla="*/ 398 h 398"/>
              <a:gd name="T2" fmla="*/ 74 w 304"/>
              <a:gd name="T3" fmla="*/ 398 h 398"/>
              <a:gd name="T4" fmla="*/ 304 w 304"/>
              <a:gd name="T5" fmla="*/ 0 h 398"/>
              <a:gd name="T6" fmla="*/ 223 w 304"/>
              <a:gd name="T7" fmla="*/ 0 h 398"/>
              <a:gd name="T8" fmla="*/ 0 w 304"/>
              <a:gd name="T9" fmla="*/ 398 h 398"/>
              <a:gd name="connsiteX0" fmla="*/ 0 w 10000"/>
              <a:gd name="connsiteY0" fmla="*/ 10000 h 10000"/>
              <a:gd name="connsiteX1" fmla="*/ 2434 w 10000"/>
              <a:gd name="connsiteY1" fmla="*/ 10000 h 10000"/>
              <a:gd name="connsiteX2" fmla="*/ 10000 w 10000"/>
              <a:gd name="connsiteY2" fmla="*/ 0 h 10000"/>
              <a:gd name="connsiteX3" fmla="*/ 6202 w 10000"/>
              <a:gd name="connsiteY3" fmla="*/ 1468 h 10000"/>
              <a:gd name="connsiteX4" fmla="*/ 0 w 10000"/>
              <a:gd name="connsiteY4" fmla="*/ 10000 h 10000"/>
              <a:gd name="connsiteX0" fmla="*/ 0 w 6254"/>
              <a:gd name="connsiteY0" fmla="*/ 8532 h 8532"/>
              <a:gd name="connsiteX1" fmla="*/ 2434 w 6254"/>
              <a:gd name="connsiteY1" fmla="*/ 8532 h 8532"/>
              <a:gd name="connsiteX2" fmla="*/ 6254 w 6254"/>
              <a:gd name="connsiteY2" fmla="*/ 3388 h 8532"/>
              <a:gd name="connsiteX3" fmla="*/ 6202 w 6254"/>
              <a:gd name="connsiteY3" fmla="*/ 0 h 8532"/>
              <a:gd name="connsiteX4" fmla="*/ 0 w 6254"/>
              <a:gd name="connsiteY4" fmla="*/ 8532 h 8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4" h="8532">
                <a:moveTo>
                  <a:pt x="0" y="8532"/>
                </a:moveTo>
                <a:lnTo>
                  <a:pt x="2434" y="8532"/>
                </a:lnTo>
                <a:lnTo>
                  <a:pt x="6254" y="3388"/>
                </a:lnTo>
                <a:cubicBezTo>
                  <a:pt x="6237" y="2259"/>
                  <a:pt x="6219" y="1129"/>
                  <a:pt x="6202" y="0"/>
                </a:cubicBezTo>
                <a:lnTo>
                  <a:pt x="0" y="8532"/>
                </a:lnTo>
                <a:close/>
              </a:path>
            </a:pathLst>
          </a:custGeom>
          <a:solidFill>
            <a:srgbClr val="A6A6A6"/>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dirty="0"/>
          </a:p>
        </p:txBody>
      </p:sp>
    </p:spTree>
    <p:extLst>
      <p:ext uri="{BB962C8B-B14F-4D97-AF65-F5344CB8AC3E}">
        <p14:creationId xmlns:p14="http://schemas.microsoft.com/office/powerpoint/2010/main" val="1812239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ayout_0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F209197-5B03-3CAB-F2C4-DC93EB13BA43}"/>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7" name="Footer Placeholder 6">
            <a:extLst>
              <a:ext uri="{FF2B5EF4-FFF2-40B4-BE49-F238E27FC236}">
                <a16:creationId xmlns:a16="http://schemas.microsoft.com/office/drawing/2014/main" id="{9CBA1C1F-29AE-DA6E-A103-FEB58C507FE6}"/>
              </a:ext>
            </a:extLst>
          </p:cNvPr>
          <p:cNvSpPr>
            <a:spLocks noGrp="1"/>
          </p:cNvSpPr>
          <p:nvPr>
            <p:ph type="ftr" sz="quarter" idx="10"/>
          </p:nvPr>
        </p:nvSpPr>
        <p:spPr/>
        <p:txBody>
          <a:bodyPr/>
          <a:lstStyle/>
          <a:p>
            <a:endParaRPr lang="en-MY"/>
          </a:p>
        </p:txBody>
      </p:sp>
      <p:sp>
        <p:nvSpPr>
          <p:cNvPr id="8" name="Slide Number Placeholder 7">
            <a:extLst>
              <a:ext uri="{FF2B5EF4-FFF2-40B4-BE49-F238E27FC236}">
                <a16:creationId xmlns:a16="http://schemas.microsoft.com/office/drawing/2014/main" id="{903A43F0-FAB0-EB23-6D56-32DE43812492}"/>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9" name="Title 8">
            <a:extLst>
              <a:ext uri="{FF2B5EF4-FFF2-40B4-BE49-F238E27FC236}">
                <a16:creationId xmlns:a16="http://schemas.microsoft.com/office/drawing/2014/main" id="{C7E2F138-F467-9B3A-16DD-3501AE105817}"/>
              </a:ext>
            </a:extLst>
          </p:cNvPr>
          <p:cNvSpPr>
            <a:spLocks noGrp="1"/>
          </p:cNvSpPr>
          <p:nvPr>
            <p:ph type="title"/>
          </p:nvPr>
        </p:nvSpPr>
        <p:spPr>
          <a:xfrm>
            <a:off x="4612640" y="921703"/>
            <a:ext cx="7081520" cy="1325563"/>
          </a:xfrm>
        </p:spPr>
        <p:txBody>
          <a:bodyPr/>
          <a:lstStyle/>
          <a:p>
            <a:r>
              <a:rPr lang="en-US"/>
              <a:t>Click to edit Master title style</a:t>
            </a:r>
            <a:endParaRPr lang="en-MY"/>
          </a:p>
        </p:txBody>
      </p:sp>
      <p:sp>
        <p:nvSpPr>
          <p:cNvPr id="10" name="Rectangle 9">
            <a:extLst>
              <a:ext uri="{FF2B5EF4-FFF2-40B4-BE49-F238E27FC236}">
                <a16:creationId xmlns:a16="http://schemas.microsoft.com/office/drawing/2014/main" id="{C004EF5E-20B7-12DB-D863-48833C32BD39}"/>
              </a:ext>
            </a:extLst>
          </p:cNvPr>
          <p:cNvSpPr/>
          <p:nvPr userDrawn="1"/>
        </p:nvSpPr>
        <p:spPr>
          <a:xfrm rot="10800000">
            <a:off x="-1" y="1719943"/>
            <a:ext cx="622301" cy="3095580"/>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2" name="Text Placeholder 11">
            <a:extLst>
              <a:ext uri="{FF2B5EF4-FFF2-40B4-BE49-F238E27FC236}">
                <a16:creationId xmlns:a16="http://schemas.microsoft.com/office/drawing/2014/main" id="{16DC78ED-462E-4ABB-181F-9D1A16009AE2}"/>
              </a:ext>
            </a:extLst>
          </p:cNvPr>
          <p:cNvSpPr>
            <a:spLocks noGrp="1"/>
          </p:cNvSpPr>
          <p:nvPr>
            <p:ph type="body" sz="quarter" idx="12"/>
          </p:nvPr>
        </p:nvSpPr>
        <p:spPr>
          <a:xfrm>
            <a:off x="4612641" y="2573973"/>
            <a:ext cx="7081520" cy="2626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MY" dirty="0"/>
          </a:p>
        </p:txBody>
      </p:sp>
      <p:sp>
        <p:nvSpPr>
          <p:cNvPr id="3" name="Picture Placeholder 2">
            <a:extLst>
              <a:ext uri="{FF2B5EF4-FFF2-40B4-BE49-F238E27FC236}">
                <a16:creationId xmlns:a16="http://schemas.microsoft.com/office/drawing/2014/main" id="{4CDDBD3A-27D0-26DD-0032-C1DE757FF013}"/>
              </a:ext>
            </a:extLst>
          </p:cNvPr>
          <p:cNvSpPr>
            <a:spLocks noGrp="1"/>
          </p:cNvSpPr>
          <p:nvPr>
            <p:ph type="pic" sz="quarter" idx="13"/>
          </p:nvPr>
        </p:nvSpPr>
        <p:spPr>
          <a:xfrm>
            <a:off x="1228724" y="921703"/>
            <a:ext cx="2905785" cy="4278630"/>
          </a:xfrm>
          <a:custGeom>
            <a:avLst/>
            <a:gdLst>
              <a:gd name="connsiteX0" fmla="*/ 0 w 2905125"/>
              <a:gd name="connsiteY0" fmla="*/ 0 h 4278630"/>
              <a:gd name="connsiteX1" fmla="*/ 2049449 w 2905125"/>
              <a:gd name="connsiteY1" fmla="*/ 0 h 4278630"/>
              <a:gd name="connsiteX2" fmla="*/ 2905125 w 2905125"/>
              <a:gd name="connsiteY2" fmla="*/ 855676 h 4278630"/>
              <a:gd name="connsiteX3" fmla="*/ 2905125 w 2905125"/>
              <a:gd name="connsiteY3" fmla="*/ 4278630 h 4278630"/>
              <a:gd name="connsiteX4" fmla="*/ 0 w 2905125"/>
              <a:gd name="connsiteY4" fmla="*/ 4278630 h 4278630"/>
              <a:gd name="connsiteX5" fmla="*/ 0 w 2905125"/>
              <a:gd name="connsiteY5" fmla="*/ 0 h 4278630"/>
              <a:gd name="connsiteX0" fmla="*/ 0 w 2905125"/>
              <a:gd name="connsiteY0" fmla="*/ 0 h 4278630"/>
              <a:gd name="connsiteX1" fmla="*/ 2049449 w 2905125"/>
              <a:gd name="connsiteY1" fmla="*/ 0 h 4278630"/>
              <a:gd name="connsiteX2" fmla="*/ 2869499 w 2905125"/>
              <a:gd name="connsiteY2" fmla="*/ 1330689 h 4278630"/>
              <a:gd name="connsiteX3" fmla="*/ 2905125 w 2905125"/>
              <a:gd name="connsiteY3" fmla="*/ 4278630 h 4278630"/>
              <a:gd name="connsiteX4" fmla="*/ 0 w 2905125"/>
              <a:gd name="connsiteY4" fmla="*/ 4278630 h 4278630"/>
              <a:gd name="connsiteX5" fmla="*/ 0 w 2905125"/>
              <a:gd name="connsiteY5" fmla="*/ 0 h 4278630"/>
              <a:gd name="connsiteX0" fmla="*/ 0 w 2905125"/>
              <a:gd name="connsiteY0" fmla="*/ 0 h 4278630"/>
              <a:gd name="connsiteX1" fmla="*/ 2049449 w 2905125"/>
              <a:gd name="connsiteY1" fmla="*/ 0 h 4278630"/>
              <a:gd name="connsiteX2" fmla="*/ 2891271 w 2905125"/>
              <a:gd name="connsiteY2" fmla="*/ 1323432 h 4278630"/>
              <a:gd name="connsiteX3" fmla="*/ 2905125 w 2905125"/>
              <a:gd name="connsiteY3" fmla="*/ 4278630 h 4278630"/>
              <a:gd name="connsiteX4" fmla="*/ 0 w 2905125"/>
              <a:gd name="connsiteY4" fmla="*/ 4278630 h 4278630"/>
              <a:gd name="connsiteX5" fmla="*/ 0 w 2905125"/>
              <a:gd name="connsiteY5" fmla="*/ 0 h 4278630"/>
              <a:gd name="connsiteX0" fmla="*/ 0 w 2905785"/>
              <a:gd name="connsiteY0" fmla="*/ 0 h 4278630"/>
              <a:gd name="connsiteX1" fmla="*/ 2049449 w 2905785"/>
              <a:gd name="connsiteY1" fmla="*/ 0 h 4278630"/>
              <a:gd name="connsiteX2" fmla="*/ 2905785 w 2905785"/>
              <a:gd name="connsiteY2" fmla="*/ 1330689 h 4278630"/>
              <a:gd name="connsiteX3" fmla="*/ 2905125 w 2905785"/>
              <a:gd name="connsiteY3" fmla="*/ 4278630 h 4278630"/>
              <a:gd name="connsiteX4" fmla="*/ 0 w 2905785"/>
              <a:gd name="connsiteY4" fmla="*/ 4278630 h 4278630"/>
              <a:gd name="connsiteX5" fmla="*/ 0 w 2905785"/>
              <a:gd name="connsiteY5" fmla="*/ 0 h 427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5785" h="4278630">
                <a:moveTo>
                  <a:pt x="0" y="0"/>
                </a:moveTo>
                <a:lnTo>
                  <a:pt x="2049449" y="0"/>
                </a:lnTo>
                <a:lnTo>
                  <a:pt x="2905785" y="1330689"/>
                </a:lnTo>
                <a:lnTo>
                  <a:pt x="2905125" y="4278630"/>
                </a:lnTo>
                <a:lnTo>
                  <a:pt x="0" y="4278630"/>
                </a:lnTo>
                <a:lnTo>
                  <a:pt x="0" y="0"/>
                </a:lnTo>
                <a:close/>
              </a:path>
            </a:pathLst>
          </a:custGeom>
        </p:spPr>
        <p:txBody>
          <a:bodyPr/>
          <a:lstStyle/>
          <a:p>
            <a:endParaRPr lang="en-MY"/>
          </a:p>
        </p:txBody>
      </p:sp>
      <p:pic>
        <p:nvPicPr>
          <p:cNvPr id="13" name="Picture 12" descr="Logo&#10;&#10;Description automatically generated">
            <a:extLst>
              <a:ext uri="{FF2B5EF4-FFF2-40B4-BE49-F238E27FC236}">
                <a16:creationId xmlns:a16="http://schemas.microsoft.com/office/drawing/2014/main" id="{847847F8-C089-4AEF-C431-C6509AC01A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2649665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Layout_02">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D7049-D09A-FC97-5AE3-7684D9970CD2}"/>
              </a:ext>
            </a:extLst>
          </p:cNvPr>
          <p:cNvSpPr>
            <a:spLocks noGrp="1"/>
          </p:cNvSpPr>
          <p:nvPr>
            <p:ph type="title"/>
          </p:nvPr>
        </p:nvSpPr>
        <p:spPr>
          <a:xfrm>
            <a:off x="838200" y="295161"/>
            <a:ext cx="10515600" cy="1325563"/>
          </a:xfrm>
        </p:spPr>
        <p:txBody>
          <a:bodyPr/>
          <a:lstStyle>
            <a:lvl1pPr algn="ctr">
              <a:defRPr>
                <a:solidFill>
                  <a:schemeClr val="tx1">
                    <a:lumMod val="65000"/>
                    <a:lumOff val="35000"/>
                  </a:schemeClr>
                </a:solidFill>
              </a:defRPr>
            </a:lvl1pPr>
          </a:lstStyle>
          <a:p>
            <a:r>
              <a:rPr lang="en-US"/>
              <a:t>Click to edit Master title style</a:t>
            </a:r>
            <a:endParaRPr lang="en-MY"/>
          </a:p>
        </p:txBody>
      </p:sp>
      <p:sp>
        <p:nvSpPr>
          <p:cNvPr id="6" name="Footer Placeholder 5">
            <a:extLst>
              <a:ext uri="{FF2B5EF4-FFF2-40B4-BE49-F238E27FC236}">
                <a16:creationId xmlns:a16="http://schemas.microsoft.com/office/drawing/2014/main" id="{C40CA447-4B33-14A4-A8B3-A50941C7FA6D}"/>
              </a:ext>
            </a:extLst>
          </p:cNvPr>
          <p:cNvSpPr>
            <a:spLocks noGrp="1"/>
          </p:cNvSpPr>
          <p:nvPr>
            <p:ph type="ftr" sz="quarter" idx="10"/>
          </p:nvPr>
        </p:nvSpPr>
        <p:spPr/>
        <p:txBody>
          <a:bodyPr/>
          <a:lstStyle/>
          <a:p>
            <a:endParaRPr lang="en-MY"/>
          </a:p>
        </p:txBody>
      </p:sp>
      <p:sp>
        <p:nvSpPr>
          <p:cNvPr id="7" name="Slide Number Placeholder 6">
            <a:extLst>
              <a:ext uri="{FF2B5EF4-FFF2-40B4-BE49-F238E27FC236}">
                <a16:creationId xmlns:a16="http://schemas.microsoft.com/office/drawing/2014/main" id="{C9180811-CF70-450A-27A7-6650EC921EA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5" name="Diagonal Stripe 4">
            <a:extLst>
              <a:ext uri="{FF2B5EF4-FFF2-40B4-BE49-F238E27FC236}">
                <a16:creationId xmlns:a16="http://schemas.microsoft.com/office/drawing/2014/main" id="{8DC6A165-7707-B831-4D31-547D2097E0C0}"/>
              </a:ext>
            </a:extLst>
          </p:cNvPr>
          <p:cNvSpPr/>
          <p:nvPr userDrawn="1"/>
        </p:nvSpPr>
        <p:spPr>
          <a:xfrm>
            <a:off x="0" y="0"/>
            <a:ext cx="5606143" cy="6858000"/>
          </a:xfrm>
          <a:prstGeom prst="diagStripe">
            <a:avLst/>
          </a:prstGeom>
          <a:solidFill>
            <a:schemeClr val="bg1">
              <a:lumMod val="75000"/>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solidFill>
                <a:schemeClr val="tx1"/>
              </a:solidFill>
            </a:endParaRPr>
          </a:p>
        </p:txBody>
      </p:sp>
      <p:pic>
        <p:nvPicPr>
          <p:cNvPr id="9" name="Picture 8" descr="Logo&#10;&#10;Description automatically generated">
            <a:extLst>
              <a:ext uri="{FF2B5EF4-FFF2-40B4-BE49-F238E27FC236}">
                <a16:creationId xmlns:a16="http://schemas.microsoft.com/office/drawing/2014/main" id="{7C2E61BC-4260-06A6-E9F0-F6A586DC649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888550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yout_03">
    <p:bg>
      <p:bgPr>
        <a:solidFill>
          <a:srgbClr val="C04C4C"/>
        </a:solidFill>
        <a:effectLst/>
      </p:bgPr>
    </p:bg>
    <p:spTree>
      <p:nvGrpSpPr>
        <p:cNvPr id="1" name=""/>
        <p:cNvGrpSpPr/>
        <p:nvPr/>
      </p:nvGrpSpPr>
      <p:grpSpPr>
        <a:xfrm>
          <a:off x="0" y="0"/>
          <a:ext cx="0" cy="0"/>
          <a:chOff x="0" y="0"/>
          <a:chExt cx="0" cy="0"/>
        </a:xfrm>
      </p:grpSpPr>
      <p:sp>
        <p:nvSpPr>
          <p:cNvPr id="11" name="Freeform 88">
            <a:extLst>
              <a:ext uri="{FF2B5EF4-FFF2-40B4-BE49-F238E27FC236}">
                <a16:creationId xmlns:a16="http://schemas.microsoft.com/office/drawing/2014/main" id="{2EC006B8-36F2-B291-87A1-3D4528A9F2D9}"/>
              </a:ext>
            </a:extLst>
          </p:cNvPr>
          <p:cNvSpPr>
            <a:spLocks noEditPoints="1"/>
          </p:cNvSpPr>
          <p:nvPr userDrawn="1"/>
        </p:nvSpPr>
        <p:spPr bwMode="auto">
          <a:xfrm rot="13500000">
            <a:off x="2009576" y="3640922"/>
            <a:ext cx="12148525" cy="10716021"/>
          </a:xfrm>
          <a:custGeom>
            <a:avLst/>
            <a:gdLst>
              <a:gd name="T0" fmla="*/ 456 w 460"/>
              <a:gd name="T1" fmla="*/ 144 h 405"/>
              <a:gd name="T2" fmla="*/ 389 w 460"/>
              <a:gd name="T3" fmla="*/ 39 h 405"/>
              <a:gd name="T4" fmla="*/ 253 w 460"/>
              <a:gd name="T5" fmla="*/ 3 h 405"/>
              <a:gd name="T6" fmla="*/ 175 w 460"/>
              <a:gd name="T7" fmla="*/ 21 h 405"/>
              <a:gd name="T8" fmla="*/ 107 w 460"/>
              <a:gd name="T9" fmla="*/ 59 h 405"/>
              <a:gd name="T10" fmla="*/ 28 w 460"/>
              <a:gd name="T11" fmla="*/ 137 h 405"/>
              <a:gd name="T12" fmla="*/ 12 w 460"/>
              <a:gd name="T13" fmla="*/ 248 h 405"/>
              <a:gd name="T14" fmla="*/ 76 w 460"/>
              <a:gd name="T15" fmla="*/ 340 h 405"/>
              <a:gd name="T16" fmla="*/ 186 w 460"/>
              <a:gd name="T17" fmla="*/ 398 h 405"/>
              <a:gd name="T18" fmla="*/ 243 w 460"/>
              <a:gd name="T19" fmla="*/ 404 h 405"/>
              <a:gd name="T20" fmla="*/ 306 w 460"/>
              <a:gd name="T21" fmla="*/ 390 h 405"/>
              <a:gd name="T22" fmla="*/ 416 w 460"/>
              <a:gd name="T23" fmla="*/ 307 h 405"/>
              <a:gd name="T24" fmla="*/ 460 w 460"/>
              <a:gd name="T25" fmla="*/ 179 h 405"/>
              <a:gd name="T26" fmla="*/ 456 w 460"/>
              <a:gd name="T27" fmla="*/ 144 h 405"/>
              <a:gd name="T28" fmla="*/ 456 w 460"/>
              <a:gd name="T29" fmla="*/ 144 h 405"/>
              <a:gd name="T30" fmla="*/ 423 w 460"/>
              <a:gd name="T31" fmla="*/ 195 h 405"/>
              <a:gd name="T32" fmla="*/ 380 w 460"/>
              <a:gd name="T33" fmla="*/ 297 h 405"/>
              <a:gd name="T34" fmla="*/ 299 w 460"/>
              <a:gd name="T35" fmla="*/ 350 h 405"/>
              <a:gd name="T36" fmla="*/ 240 w 460"/>
              <a:gd name="T37" fmla="*/ 355 h 405"/>
              <a:gd name="T38" fmla="*/ 240 w 460"/>
              <a:gd name="T39" fmla="*/ 355 h 405"/>
              <a:gd name="T40" fmla="*/ 127 w 460"/>
              <a:gd name="T41" fmla="*/ 281 h 405"/>
              <a:gd name="T42" fmla="*/ 95 w 460"/>
              <a:gd name="T43" fmla="*/ 212 h 405"/>
              <a:gd name="T44" fmla="*/ 103 w 460"/>
              <a:gd name="T45" fmla="*/ 167 h 405"/>
              <a:gd name="T46" fmla="*/ 143 w 460"/>
              <a:gd name="T47" fmla="*/ 112 h 405"/>
              <a:gd name="T48" fmla="*/ 186 w 460"/>
              <a:gd name="T49" fmla="*/ 78 h 405"/>
              <a:gd name="T50" fmla="*/ 339 w 460"/>
              <a:gd name="T51" fmla="*/ 66 h 405"/>
              <a:gd name="T52" fmla="*/ 423 w 460"/>
              <a:gd name="T53" fmla="*/ 180 h 405"/>
              <a:gd name="T54" fmla="*/ 423 w 460"/>
              <a:gd name="T55" fmla="*/ 195 h 405"/>
              <a:gd name="T56" fmla="*/ 423 w 460"/>
              <a:gd name="T57" fmla="*/ 1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0" h="405">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bg1">
              <a:alpha val="3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ooter Placeholder 6">
            <a:extLst>
              <a:ext uri="{FF2B5EF4-FFF2-40B4-BE49-F238E27FC236}">
                <a16:creationId xmlns:a16="http://schemas.microsoft.com/office/drawing/2014/main" id="{8D376308-4430-17DE-55D8-C62E713A416C}"/>
              </a:ext>
            </a:extLst>
          </p:cNvPr>
          <p:cNvSpPr>
            <a:spLocks noGrp="1"/>
          </p:cNvSpPr>
          <p:nvPr>
            <p:ph type="ftr" sz="quarter" idx="10"/>
          </p:nvPr>
        </p:nvSpPr>
        <p:spPr/>
        <p:txBody>
          <a:bodyPr/>
          <a:lstStyle/>
          <a:p>
            <a:endParaRPr lang="en-MY"/>
          </a:p>
        </p:txBody>
      </p:sp>
      <p:sp>
        <p:nvSpPr>
          <p:cNvPr id="8" name="Slide Number Placeholder 7">
            <a:extLst>
              <a:ext uri="{FF2B5EF4-FFF2-40B4-BE49-F238E27FC236}">
                <a16:creationId xmlns:a16="http://schemas.microsoft.com/office/drawing/2014/main" id="{D9F87F34-3A4F-BEE8-D6A3-75E86F6048D2}"/>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17" name="Rectangle 16">
            <a:extLst>
              <a:ext uri="{FF2B5EF4-FFF2-40B4-BE49-F238E27FC236}">
                <a16:creationId xmlns:a16="http://schemas.microsoft.com/office/drawing/2014/main" id="{AB1995BA-762F-0E75-164E-C2DC8E53AF1E}"/>
              </a:ext>
            </a:extLst>
          </p:cNvPr>
          <p:cNvSpPr/>
          <p:nvPr userDrawn="1"/>
        </p:nvSpPr>
        <p:spPr>
          <a:xfrm>
            <a:off x="7293428" y="0"/>
            <a:ext cx="4365171" cy="6858000"/>
          </a:xfrm>
          <a:prstGeom prst="rect">
            <a:avLst/>
          </a:prstGeom>
          <a:solidFill>
            <a:schemeClr val="bg1">
              <a:lumMod val="95000"/>
            </a:schemeClr>
          </a:solidFill>
          <a:ln>
            <a:noFill/>
          </a:ln>
          <a:effectLst>
            <a:outerShdw blurRad="431800" dist="508000" dir="7860000" algn="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grpSp>
        <p:nvGrpSpPr>
          <p:cNvPr id="19" name="Group 18">
            <a:extLst>
              <a:ext uri="{FF2B5EF4-FFF2-40B4-BE49-F238E27FC236}">
                <a16:creationId xmlns:a16="http://schemas.microsoft.com/office/drawing/2014/main" id="{A8344EBC-0EE1-6D60-DD13-A025929EB2A2}"/>
              </a:ext>
            </a:extLst>
          </p:cNvPr>
          <p:cNvGrpSpPr/>
          <p:nvPr userDrawn="1"/>
        </p:nvGrpSpPr>
        <p:grpSpPr>
          <a:xfrm rot="10800000">
            <a:off x="9169016" y="6004017"/>
            <a:ext cx="613993" cy="75107"/>
            <a:chOff x="-1587" y="4763"/>
            <a:chExt cx="300037" cy="42862"/>
          </a:xfrm>
          <a:solidFill>
            <a:srgbClr val="C04C4C"/>
          </a:solidFill>
        </p:grpSpPr>
        <p:sp>
          <p:nvSpPr>
            <p:cNvPr id="20" name="Oval 13">
              <a:extLst>
                <a:ext uri="{FF2B5EF4-FFF2-40B4-BE49-F238E27FC236}">
                  <a16:creationId xmlns:a16="http://schemas.microsoft.com/office/drawing/2014/main" id="{BCD5BC98-703E-C5F4-6A62-09FCC6A36DB8}"/>
                </a:ext>
              </a:extLst>
            </p:cNvPr>
            <p:cNvSpPr>
              <a:spLocks noChangeArrowheads="1"/>
            </p:cNvSpPr>
            <p:nvPr/>
          </p:nvSpPr>
          <p:spPr bwMode="auto">
            <a:xfrm>
              <a:off x="-1587"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21" name="Oval 14">
              <a:extLst>
                <a:ext uri="{FF2B5EF4-FFF2-40B4-BE49-F238E27FC236}">
                  <a16:creationId xmlns:a16="http://schemas.microsoft.com/office/drawing/2014/main" id="{ECA11C4B-3AD6-EB59-443E-E2E20B42D274}"/>
                </a:ext>
              </a:extLst>
            </p:cNvPr>
            <p:cNvSpPr>
              <a:spLocks noChangeArrowheads="1"/>
            </p:cNvSpPr>
            <p:nvPr/>
          </p:nvSpPr>
          <p:spPr bwMode="auto">
            <a:xfrm>
              <a:off x="85725"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22" name="Oval 15">
              <a:extLst>
                <a:ext uri="{FF2B5EF4-FFF2-40B4-BE49-F238E27FC236}">
                  <a16:creationId xmlns:a16="http://schemas.microsoft.com/office/drawing/2014/main" id="{080E09A2-A318-7937-F507-9F4F1573C372}"/>
                </a:ext>
              </a:extLst>
            </p:cNvPr>
            <p:cNvSpPr>
              <a:spLocks noChangeArrowheads="1"/>
            </p:cNvSpPr>
            <p:nvPr/>
          </p:nvSpPr>
          <p:spPr bwMode="auto">
            <a:xfrm>
              <a:off x="171450"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23" name="Oval 16">
              <a:extLst>
                <a:ext uri="{FF2B5EF4-FFF2-40B4-BE49-F238E27FC236}">
                  <a16:creationId xmlns:a16="http://schemas.microsoft.com/office/drawing/2014/main" id="{806198F1-CD00-115B-03EB-DA6337A9FA51}"/>
                </a:ext>
              </a:extLst>
            </p:cNvPr>
            <p:cNvSpPr>
              <a:spLocks noChangeArrowheads="1"/>
            </p:cNvSpPr>
            <p:nvPr/>
          </p:nvSpPr>
          <p:spPr bwMode="auto">
            <a:xfrm>
              <a:off x="261938"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grpSp>
      <p:sp>
        <p:nvSpPr>
          <p:cNvPr id="24" name="Title 23">
            <a:extLst>
              <a:ext uri="{FF2B5EF4-FFF2-40B4-BE49-F238E27FC236}">
                <a16:creationId xmlns:a16="http://schemas.microsoft.com/office/drawing/2014/main" id="{814EC3F6-24D4-D885-5046-3A3D68236E2E}"/>
              </a:ext>
            </a:extLst>
          </p:cNvPr>
          <p:cNvSpPr>
            <a:spLocks noGrp="1"/>
          </p:cNvSpPr>
          <p:nvPr>
            <p:ph type="title"/>
          </p:nvPr>
        </p:nvSpPr>
        <p:spPr>
          <a:xfrm>
            <a:off x="326572" y="1388382"/>
            <a:ext cx="6672943" cy="1325563"/>
          </a:xfrm>
        </p:spPr>
        <p:txBody>
          <a:bodyPr/>
          <a:lstStyle>
            <a:lvl1pPr>
              <a:defRPr>
                <a:solidFill>
                  <a:schemeClr val="bg1"/>
                </a:solidFill>
              </a:defRPr>
            </a:lvl1pPr>
          </a:lstStyle>
          <a:p>
            <a:r>
              <a:rPr lang="en-US" dirty="0"/>
              <a:t>Click to edit Master title style</a:t>
            </a:r>
            <a:endParaRPr lang="en-MY" dirty="0"/>
          </a:p>
        </p:txBody>
      </p:sp>
      <p:sp>
        <p:nvSpPr>
          <p:cNvPr id="12" name="Freeform 88">
            <a:extLst>
              <a:ext uri="{FF2B5EF4-FFF2-40B4-BE49-F238E27FC236}">
                <a16:creationId xmlns:a16="http://schemas.microsoft.com/office/drawing/2014/main" id="{FFE63D60-4033-0963-0257-340E61B3359D}"/>
              </a:ext>
            </a:extLst>
          </p:cNvPr>
          <p:cNvSpPr>
            <a:spLocks noEditPoints="1"/>
          </p:cNvSpPr>
          <p:nvPr userDrawn="1"/>
        </p:nvSpPr>
        <p:spPr bwMode="auto">
          <a:xfrm rot="16200000">
            <a:off x="5061976" y="2610139"/>
            <a:ext cx="12148525" cy="10716021"/>
          </a:xfrm>
          <a:custGeom>
            <a:avLst/>
            <a:gdLst>
              <a:gd name="T0" fmla="*/ 456 w 460"/>
              <a:gd name="T1" fmla="*/ 144 h 405"/>
              <a:gd name="T2" fmla="*/ 389 w 460"/>
              <a:gd name="T3" fmla="*/ 39 h 405"/>
              <a:gd name="T4" fmla="*/ 253 w 460"/>
              <a:gd name="T5" fmla="*/ 3 h 405"/>
              <a:gd name="T6" fmla="*/ 175 w 460"/>
              <a:gd name="T7" fmla="*/ 21 h 405"/>
              <a:gd name="T8" fmla="*/ 107 w 460"/>
              <a:gd name="T9" fmla="*/ 59 h 405"/>
              <a:gd name="T10" fmla="*/ 28 w 460"/>
              <a:gd name="T11" fmla="*/ 137 h 405"/>
              <a:gd name="T12" fmla="*/ 12 w 460"/>
              <a:gd name="T13" fmla="*/ 248 h 405"/>
              <a:gd name="T14" fmla="*/ 76 w 460"/>
              <a:gd name="T15" fmla="*/ 340 h 405"/>
              <a:gd name="T16" fmla="*/ 186 w 460"/>
              <a:gd name="T17" fmla="*/ 398 h 405"/>
              <a:gd name="T18" fmla="*/ 243 w 460"/>
              <a:gd name="T19" fmla="*/ 404 h 405"/>
              <a:gd name="T20" fmla="*/ 306 w 460"/>
              <a:gd name="T21" fmla="*/ 390 h 405"/>
              <a:gd name="T22" fmla="*/ 416 w 460"/>
              <a:gd name="T23" fmla="*/ 307 h 405"/>
              <a:gd name="T24" fmla="*/ 460 w 460"/>
              <a:gd name="T25" fmla="*/ 179 h 405"/>
              <a:gd name="T26" fmla="*/ 456 w 460"/>
              <a:gd name="T27" fmla="*/ 144 h 405"/>
              <a:gd name="T28" fmla="*/ 456 w 460"/>
              <a:gd name="T29" fmla="*/ 144 h 405"/>
              <a:gd name="T30" fmla="*/ 423 w 460"/>
              <a:gd name="T31" fmla="*/ 195 h 405"/>
              <a:gd name="T32" fmla="*/ 380 w 460"/>
              <a:gd name="T33" fmla="*/ 297 h 405"/>
              <a:gd name="T34" fmla="*/ 299 w 460"/>
              <a:gd name="T35" fmla="*/ 350 h 405"/>
              <a:gd name="T36" fmla="*/ 240 w 460"/>
              <a:gd name="T37" fmla="*/ 355 h 405"/>
              <a:gd name="T38" fmla="*/ 240 w 460"/>
              <a:gd name="T39" fmla="*/ 355 h 405"/>
              <a:gd name="T40" fmla="*/ 127 w 460"/>
              <a:gd name="T41" fmla="*/ 281 h 405"/>
              <a:gd name="T42" fmla="*/ 95 w 460"/>
              <a:gd name="T43" fmla="*/ 212 h 405"/>
              <a:gd name="T44" fmla="*/ 103 w 460"/>
              <a:gd name="T45" fmla="*/ 167 h 405"/>
              <a:gd name="T46" fmla="*/ 143 w 460"/>
              <a:gd name="T47" fmla="*/ 112 h 405"/>
              <a:gd name="T48" fmla="*/ 186 w 460"/>
              <a:gd name="T49" fmla="*/ 78 h 405"/>
              <a:gd name="T50" fmla="*/ 339 w 460"/>
              <a:gd name="T51" fmla="*/ 66 h 405"/>
              <a:gd name="T52" fmla="*/ 423 w 460"/>
              <a:gd name="T53" fmla="*/ 180 h 405"/>
              <a:gd name="T54" fmla="*/ 423 w 460"/>
              <a:gd name="T55" fmla="*/ 195 h 405"/>
              <a:gd name="T56" fmla="*/ 423 w 460"/>
              <a:gd name="T57" fmla="*/ 1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0" h="405">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bg1">
              <a:alpha val="3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78339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yout_04">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BC5600A4-3E4E-EC47-12EA-B6310B747A8B}"/>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16" name="Rectangle 15">
            <a:extLst>
              <a:ext uri="{FF2B5EF4-FFF2-40B4-BE49-F238E27FC236}">
                <a16:creationId xmlns:a16="http://schemas.microsoft.com/office/drawing/2014/main" id="{7ABC459D-A688-50A7-E022-E57A39DF24C8}"/>
              </a:ext>
            </a:extLst>
          </p:cNvPr>
          <p:cNvSpPr/>
          <p:nvPr userDrawn="1"/>
        </p:nvSpPr>
        <p:spPr>
          <a:xfrm>
            <a:off x="729342" y="0"/>
            <a:ext cx="4285887" cy="62375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solidFill>
                <a:schemeClr val="bg1"/>
              </a:solidFill>
            </a:endParaRPr>
          </a:p>
        </p:txBody>
      </p:sp>
      <p:sp>
        <p:nvSpPr>
          <p:cNvPr id="8" name="Footer Placeholder 7">
            <a:extLst>
              <a:ext uri="{FF2B5EF4-FFF2-40B4-BE49-F238E27FC236}">
                <a16:creationId xmlns:a16="http://schemas.microsoft.com/office/drawing/2014/main" id="{1642AE79-79E4-0073-0455-4CDA30AD8F65}"/>
              </a:ext>
            </a:extLst>
          </p:cNvPr>
          <p:cNvSpPr>
            <a:spLocks noGrp="1"/>
          </p:cNvSpPr>
          <p:nvPr>
            <p:ph type="ftr" sz="quarter" idx="10"/>
          </p:nvPr>
        </p:nvSpPr>
        <p:spPr/>
        <p:txBody>
          <a:bodyPr/>
          <a:lstStyle/>
          <a:p>
            <a:endParaRPr lang="en-MY"/>
          </a:p>
        </p:txBody>
      </p:sp>
      <p:sp>
        <p:nvSpPr>
          <p:cNvPr id="9" name="Slide Number Placeholder 8">
            <a:extLst>
              <a:ext uri="{FF2B5EF4-FFF2-40B4-BE49-F238E27FC236}">
                <a16:creationId xmlns:a16="http://schemas.microsoft.com/office/drawing/2014/main" id="{6954D628-8D81-1CDE-6D27-24AB85F650D6}"/>
              </a:ext>
            </a:extLst>
          </p:cNvPr>
          <p:cNvSpPr>
            <a:spLocks noGrp="1"/>
          </p:cNvSpPr>
          <p:nvPr>
            <p:ph type="sldNum" sz="quarter" idx="11"/>
          </p:nvPr>
        </p:nvSpPr>
        <p:spPr/>
        <p:txBody>
          <a:bodyPr/>
          <a:lstStyle/>
          <a:p>
            <a:fld id="{7737D3DD-0AB3-4F16-99FA-6262B2B4036D}" type="slidenum">
              <a:rPr lang="en-MY" smtClean="0"/>
              <a:t>‹#›</a:t>
            </a:fld>
            <a:endParaRPr lang="en-MY"/>
          </a:p>
        </p:txBody>
      </p:sp>
      <p:grpSp>
        <p:nvGrpSpPr>
          <p:cNvPr id="11" name="Group 10">
            <a:extLst>
              <a:ext uri="{FF2B5EF4-FFF2-40B4-BE49-F238E27FC236}">
                <a16:creationId xmlns:a16="http://schemas.microsoft.com/office/drawing/2014/main" id="{9C2342FF-69D1-829A-9394-7FDD7C8DC0D8}"/>
              </a:ext>
            </a:extLst>
          </p:cNvPr>
          <p:cNvGrpSpPr/>
          <p:nvPr userDrawn="1"/>
        </p:nvGrpSpPr>
        <p:grpSpPr>
          <a:xfrm>
            <a:off x="2561933" y="419857"/>
            <a:ext cx="613993" cy="75107"/>
            <a:chOff x="-1587" y="4763"/>
            <a:chExt cx="300037" cy="42862"/>
          </a:xfrm>
          <a:solidFill>
            <a:srgbClr val="C04C4C"/>
          </a:solidFill>
        </p:grpSpPr>
        <p:sp>
          <p:nvSpPr>
            <p:cNvPr id="12" name="Oval 13">
              <a:extLst>
                <a:ext uri="{FF2B5EF4-FFF2-40B4-BE49-F238E27FC236}">
                  <a16:creationId xmlns:a16="http://schemas.microsoft.com/office/drawing/2014/main" id="{23262089-B548-7EB2-7E11-8E96F2D4ECA1}"/>
                </a:ext>
              </a:extLst>
            </p:cNvPr>
            <p:cNvSpPr>
              <a:spLocks noChangeArrowheads="1"/>
            </p:cNvSpPr>
            <p:nvPr/>
          </p:nvSpPr>
          <p:spPr bwMode="auto">
            <a:xfrm>
              <a:off x="-1587"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13" name="Oval 14">
              <a:extLst>
                <a:ext uri="{FF2B5EF4-FFF2-40B4-BE49-F238E27FC236}">
                  <a16:creationId xmlns:a16="http://schemas.microsoft.com/office/drawing/2014/main" id="{E939BD00-47B2-AF84-6481-FC6D266B933A}"/>
                </a:ext>
              </a:extLst>
            </p:cNvPr>
            <p:cNvSpPr>
              <a:spLocks noChangeArrowheads="1"/>
            </p:cNvSpPr>
            <p:nvPr/>
          </p:nvSpPr>
          <p:spPr bwMode="auto">
            <a:xfrm>
              <a:off x="85725"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14" name="Oval 15">
              <a:extLst>
                <a:ext uri="{FF2B5EF4-FFF2-40B4-BE49-F238E27FC236}">
                  <a16:creationId xmlns:a16="http://schemas.microsoft.com/office/drawing/2014/main" id="{3247BFCB-8D78-A506-7B1C-F4FFA425C85B}"/>
                </a:ext>
              </a:extLst>
            </p:cNvPr>
            <p:cNvSpPr>
              <a:spLocks noChangeArrowheads="1"/>
            </p:cNvSpPr>
            <p:nvPr/>
          </p:nvSpPr>
          <p:spPr bwMode="auto">
            <a:xfrm>
              <a:off x="171450"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15" name="Oval 16">
              <a:extLst>
                <a:ext uri="{FF2B5EF4-FFF2-40B4-BE49-F238E27FC236}">
                  <a16:creationId xmlns:a16="http://schemas.microsoft.com/office/drawing/2014/main" id="{B4410486-EA59-BC01-71A7-DDAC2A1EA4CB}"/>
                </a:ext>
              </a:extLst>
            </p:cNvPr>
            <p:cNvSpPr>
              <a:spLocks noChangeArrowheads="1"/>
            </p:cNvSpPr>
            <p:nvPr/>
          </p:nvSpPr>
          <p:spPr bwMode="auto">
            <a:xfrm>
              <a:off x="261938"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grpSp>
      <p:sp>
        <p:nvSpPr>
          <p:cNvPr id="18" name="Title 17">
            <a:extLst>
              <a:ext uri="{FF2B5EF4-FFF2-40B4-BE49-F238E27FC236}">
                <a16:creationId xmlns:a16="http://schemas.microsoft.com/office/drawing/2014/main" id="{B3FE10FD-D9C0-C344-A74A-C6F10F75D789}"/>
              </a:ext>
            </a:extLst>
          </p:cNvPr>
          <p:cNvSpPr>
            <a:spLocks noGrp="1"/>
          </p:cNvSpPr>
          <p:nvPr>
            <p:ph type="title"/>
          </p:nvPr>
        </p:nvSpPr>
        <p:spPr>
          <a:xfrm>
            <a:off x="1008176" y="2103437"/>
            <a:ext cx="3815716" cy="1325563"/>
          </a:xfrm>
        </p:spPr>
        <p:txBody>
          <a:bodyPr/>
          <a:lstStyle>
            <a:lvl1pPr algn="ctr">
              <a:defRPr/>
            </a:lvl1pPr>
          </a:lstStyle>
          <a:p>
            <a:r>
              <a:rPr lang="en-US"/>
              <a:t>Click to edit Master title style</a:t>
            </a:r>
            <a:endParaRPr lang="en-MY"/>
          </a:p>
        </p:txBody>
      </p:sp>
    </p:spTree>
    <p:extLst>
      <p:ext uri="{BB962C8B-B14F-4D97-AF65-F5344CB8AC3E}">
        <p14:creationId xmlns:p14="http://schemas.microsoft.com/office/powerpoint/2010/main" val="3603164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yout_05">
    <p:bg>
      <p:bgPr>
        <a:solidFill>
          <a:srgbClr val="C04C4C"/>
        </a:solidFill>
        <a:effectLst/>
      </p:bgPr>
    </p:bg>
    <p:spTree>
      <p:nvGrpSpPr>
        <p:cNvPr id="1" name=""/>
        <p:cNvGrpSpPr/>
        <p:nvPr/>
      </p:nvGrpSpPr>
      <p:grpSpPr>
        <a:xfrm>
          <a:off x="0" y="0"/>
          <a:ext cx="0" cy="0"/>
          <a:chOff x="0" y="0"/>
          <a:chExt cx="0" cy="0"/>
        </a:xfrm>
      </p:grpSpPr>
      <p:sp>
        <p:nvSpPr>
          <p:cNvPr id="14" name="Freeform 16">
            <a:extLst>
              <a:ext uri="{FF2B5EF4-FFF2-40B4-BE49-F238E27FC236}">
                <a16:creationId xmlns:a16="http://schemas.microsoft.com/office/drawing/2014/main" id="{955C00B2-487B-35F9-EFC4-6711B63378F0}"/>
              </a:ext>
            </a:extLst>
          </p:cNvPr>
          <p:cNvSpPr>
            <a:spLocks/>
          </p:cNvSpPr>
          <p:nvPr userDrawn="1"/>
        </p:nvSpPr>
        <p:spPr bwMode="auto">
          <a:xfrm rot="10800000">
            <a:off x="11064240" y="0"/>
            <a:ext cx="1127760" cy="1447800"/>
          </a:xfrm>
          <a:custGeom>
            <a:avLst/>
            <a:gdLst>
              <a:gd name="T0" fmla="*/ 1 w 343"/>
              <a:gd name="T1" fmla="*/ 0 h 344"/>
              <a:gd name="T2" fmla="*/ 343 w 343"/>
              <a:gd name="T3" fmla="*/ 343 h 344"/>
              <a:gd name="T4" fmla="*/ 43 w 343"/>
              <a:gd name="T5" fmla="*/ 344 h 344"/>
              <a:gd name="T6" fmla="*/ 0 w 343"/>
              <a:gd name="T7" fmla="*/ 301 h 344"/>
              <a:gd name="T8" fmla="*/ 1 w 343"/>
              <a:gd name="T9" fmla="*/ 0 h 344"/>
              <a:gd name="connsiteX0" fmla="*/ 30 w 10001"/>
              <a:gd name="connsiteY0" fmla="*/ 0 h 10000"/>
              <a:gd name="connsiteX1" fmla="*/ 10001 w 10001"/>
              <a:gd name="connsiteY1" fmla="*/ 9971 h 10000"/>
              <a:gd name="connsiteX2" fmla="*/ 1255 w 10001"/>
              <a:gd name="connsiteY2" fmla="*/ 10000 h 10000"/>
              <a:gd name="connsiteX3" fmla="*/ 1 w 10001"/>
              <a:gd name="connsiteY3" fmla="*/ 8750 h 10000"/>
              <a:gd name="connsiteX4" fmla="*/ 30 w 10001"/>
              <a:gd name="connsiteY4" fmla="*/ 0 h 10000"/>
              <a:gd name="connsiteX0" fmla="*/ 30 w 10001"/>
              <a:gd name="connsiteY0" fmla="*/ 0 h 10000"/>
              <a:gd name="connsiteX1" fmla="*/ 10001 w 10001"/>
              <a:gd name="connsiteY1" fmla="*/ 9971 h 10000"/>
              <a:gd name="connsiteX2" fmla="*/ 1255 w 10001"/>
              <a:gd name="connsiteY2" fmla="*/ 10000 h 10000"/>
              <a:gd name="connsiteX3" fmla="*/ 1 w 10001"/>
              <a:gd name="connsiteY3" fmla="*/ 8750 h 10000"/>
              <a:gd name="connsiteX4" fmla="*/ 30 w 10001"/>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1" h="10000">
                <a:moveTo>
                  <a:pt x="30" y="0"/>
                </a:moveTo>
                <a:lnTo>
                  <a:pt x="10001" y="9971"/>
                </a:lnTo>
                <a:lnTo>
                  <a:pt x="1255" y="10000"/>
                </a:lnTo>
                <a:cubicBezTo>
                  <a:pt x="-92" y="10000"/>
                  <a:pt x="1" y="9419"/>
                  <a:pt x="1" y="8750"/>
                </a:cubicBezTo>
                <a:cubicBezTo>
                  <a:pt x="11" y="5833"/>
                  <a:pt x="20" y="2917"/>
                  <a:pt x="30" y="0"/>
                </a:cubicBezTo>
                <a:close/>
              </a:path>
            </a:pathLst>
          </a:custGeom>
          <a:solidFill>
            <a:srgbClr val="C04C4C"/>
          </a:solidFill>
          <a:ln>
            <a:noFill/>
          </a:ln>
          <a:effectLst>
            <a:innerShdw blurRad="901700" dist="50800" dir="18900000">
              <a:prstClr val="black">
                <a:alpha val="30000"/>
              </a:prstClr>
            </a:innerShdw>
          </a:effectLst>
        </p:spPr>
        <p:txBody>
          <a:bodyPr vert="horz" wrap="square" lIns="91440" tIns="45720" rIns="91440" bIns="45720" numCol="1" anchor="t" anchorCtr="0" compatLnSpc="1">
            <a:prstTxWarp prst="textNoShape">
              <a:avLst/>
            </a:prstTxWarp>
          </a:bodyPr>
          <a:lstStyle/>
          <a:p>
            <a:endParaRPr lang="en-US" dirty="0"/>
          </a:p>
        </p:txBody>
      </p:sp>
      <p:sp>
        <p:nvSpPr>
          <p:cNvPr id="24" name="Rectangle 23">
            <a:extLst>
              <a:ext uri="{FF2B5EF4-FFF2-40B4-BE49-F238E27FC236}">
                <a16:creationId xmlns:a16="http://schemas.microsoft.com/office/drawing/2014/main" id="{561A13B1-4FE2-47EF-C699-2F5D32C46C7B}"/>
              </a:ext>
            </a:extLst>
          </p:cNvPr>
          <p:cNvSpPr/>
          <p:nvPr userDrawn="1"/>
        </p:nvSpPr>
        <p:spPr>
          <a:xfrm>
            <a:off x="0" y="0"/>
            <a:ext cx="5148943" cy="6858000"/>
          </a:xfrm>
          <a:prstGeom prst="rect">
            <a:avLst/>
          </a:prstGeom>
          <a:solidFill>
            <a:schemeClr val="tx1">
              <a:lumMod val="75000"/>
              <a:lumOff val="25000"/>
            </a:schemeClr>
          </a:solidFill>
          <a:ln>
            <a:solidFill>
              <a:schemeClr val="tx2">
                <a:lumMod val="25000"/>
                <a:lumOff val="75000"/>
              </a:schemeClr>
            </a:solidFill>
          </a:ln>
          <a:effectLst>
            <a:outerShdw blurRad="457200" dist="215900" sx="96000" sy="960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8" name="Footer Placeholder 7">
            <a:extLst>
              <a:ext uri="{FF2B5EF4-FFF2-40B4-BE49-F238E27FC236}">
                <a16:creationId xmlns:a16="http://schemas.microsoft.com/office/drawing/2014/main" id="{38B5F1C4-1CE7-DD7E-48D5-4216747D32ED}"/>
              </a:ext>
            </a:extLst>
          </p:cNvPr>
          <p:cNvSpPr>
            <a:spLocks noGrp="1"/>
          </p:cNvSpPr>
          <p:nvPr>
            <p:ph type="ftr" sz="quarter" idx="10"/>
          </p:nvPr>
        </p:nvSpPr>
        <p:spPr/>
        <p:txBody>
          <a:bodyPr/>
          <a:lstStyle/>
          <a:p>
            <a:endParaRPr lang="en-MY"/>
          </a:p>
        </p:txBody>
      </p:sp>
      <p:sp>
        <p:nvSpPr>
          <p:cNvPr id="9" name="Slide Number Placeholder 8">
            <a:extLst>
              <a:ext uri="{FF2B5EF4-FFF2-40B4-BE49-F238E27FC236}">
                <a16:creationId xmlns:a16="http://schemas.microsoft.com/office/drawing/2014/main" id="{A6223489-9DE8-D078-A240-0B0232406F2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21" name="Title 20">
            <a:extLst>
              <a:ext uri="{FF2B5EF4-FFF2-40B4-BE49-F238E27FC236}">
                <a16:creationId xmlns:a16="http://schemas.microsoft.com/office/drawing/2014/main" id="{5B65FFBD-94D0-7BC8-3B24-CAF4FC2B7924}"/>
              </a:ext>
            </a:extLst>
          </p:cNvPr>
          <p:cNvSpPr>
            <a:spLocks noGrp="1"/>
          </p:cNvSpPr>
          <p:nvPr>
            <p:ph type="title"/>
          </p:nvPr>
        </p:nvSpPr>
        <p:spPr>
          <a:xfrm>
            <a:off x="500742" y="1286581"/>
            <a:ext cx="4169229" cy="1325563"/>
          </a:xfrm>
        </p:spPr>
        <p:txBody>
          <a:bodyPr/>
          <a:lstStyle>
            <a:lvl1pPr>
              <a:defRPr>
                <a:solidFill>
                  <a:schemeClr val="bg1"/>
                </a:solidFill>
              </a:defRPr>
            </a:lvl1pPr>
          </a:lstStyle>
          <a:p>
            <a:r>
              <a:rPr lang="en-US" dirty="0"/>
              <a:t>Click to edit Master title style</a:t>
            </a:r>
            <a:endParaRPr lang="en-MY" dirty="0"/>
          </a:p>
        </p:txBody>
      </p:sp>
      <p:sp>
        <p:nvSpPr>
          <p:cNvPr id="23" name="Picture Placeholder 22">
            <a:extLst>
              <a:ext uri="{FF2B5EF4-FFF2-40B4-BE49-F238E27FC236}">
                <a16:creationId xmlns:a16="http://schemas.microsoft.com/office/drawing/2014/main" id="{062D7562-98EB-7777-7293-CA6B3C3C6E27}"/>
              </a:ext>
            </a:extLst>
          </p:cNvPr>
          <p:cNvSpPr>
            <a:spLocks noGrp="1"/>
          </p:cNvSpPr>
          <p:nvPr>
            <p:ph type="pic" sz="quarter" idx="12"/>
          </p:nvPr>
        </p:nvSpPr>
        <p:spPr>
          <a:xfrm>
            <a:off x="8752114" y="733425"/>
            <a:ext cx="2939143" cy="2363380"/>
          </a:xfrm>
        </p:spPr>
        <p:txBody>
          <a:bodyPr/>
          <a:lstStyle/>
          <a:p>
            <a:endParaRPr lang="en-MY"/>
          </a:p>
        </p:txBody>
      </p:sp>
      <p:sp>
        <p:nvSpPr>
          <p:cNvPr id="26" name="Picture Placeholder 22">
            <a:extLst>
              <a:ext uri="{FF2B5EF4-FFF2-40B4-BE49-F238E27FC236}">
                <a16:creationId xmlns:a16="http://schemas.microsoft.com/office/drawing/2014/main" id="{B3311D2B-C82E-1CAD-A451-9734F58E57B4}"/>
              </a:ext>
            </a:extLst>
          </p:cNvPr>
          <p:cNvSpPr>
            <a:spLocks noGrp="1"/>
          </p:cNvSpPr>
          <p:nvPr>
            <p:ph type="pic" sz="quarter" idx="14"/>
          </p:nvPr>
        </p:nvSpPr>
        <p:spPr>
          <a:xfrm>
            <a:off x="5595258" y="733425"/>
            <a:ext cx="2939143" cy="2363380"/>
          </a:xfrm>
        </p:spPr>
        <p:txBody>
          <a:bodyPr/>
          <a:lstStyle/>
          <a:p>
            <a:endParaRPr lang="en-MY"/>
          </a:p>
        </p:txBody>
      </p:sp>
      <p:sp>
        <p:nvSpPr>
          <p:cNvPr id="27" name="Picture Placeholder 22">
            <a:extLst>
              <a:ext uri="{FF2B5EF4-FFF2-40B4-BE49-F238E27FC236}">
                <a16:creationId xmlns:a16="http://schemas.microsoft.com/office/drawing/2014/main" id="{74429CBD-241C-5A28-0B76-94FBEBD0C02B}"/>
              </a:ext>
            </a:extLst>
          </p:cNvPr>
          <p:cNvSpPr>
            <a:spLocks noGrp="1"/>
          </p:cNvSpPr>
          <p:nvPr>
            <p:ph type="pic" sz="quarter" idx="15"/>
          </p:nvPr>
        </p:nvSpPr>
        <p:spPr>
          <a:xfrm>
            <a:off x="8752114" y="3244668"/>
            <a:ext cx="2939143" cy="2363380"/>
          </a:xfrm>
        </p:spPr>
        <p:txBody>
          <a:bodyPr/>
          <a:lstStyle/>
          <a:p>
            <a:endParaRPr lang="en-MY"/>
          </a:p>
        </p:txBody>
      </p:sp>
      <p:sp>
        <p:nvSpPr>
          <p:cNvPr id="28" name="Picture Placeholder 22">
            <a:extLst>
              <a:ext uri="{FF2B5EF4-FFF2-40B4-BE49-F238E27FC236}">
                <a16:creationId xmlns:a16="http://schemas.microsoft.com/office/drawing/2014/main" id="{CFCC5C12-97DC-F983-E825-5420E2382DF3}"/>
              </a:ext>
            </a:extLst>
          </p:cNvPr>
          <p:cNvSpPr>
            <a:spLocks noGrp="1"/>
          </p:cNvSpPr>
          <p:nvPr>
            <p:ph type="pic" sz="quarter" idx="16"/>
          </p:nvPr>
        </p:nvSpPr>
        <p:spPr>
          <a:xfrm>
            <a:off x="5595258" y="3244668"/>
            <a:ext cx="2939143" cy="2363380"/>
          </a:xfrm>
        </p:spPr>
        <p:txBody>
          <a:bodyPr/>
          <a:lstStyle/>
          <a:p>
            <a:endParaRPr lang="en-MY"/>
          </a:p>
        </p:txBody>
      </p:sp>
      <p:pic>
        <p:nvPicPr>
          <p:cNvPr id="12" name="Picture 11" descr="Logo&#10;&#10;Description automatically generated">
            <a:extLst>
              <a:ext uri="{FF2B5EF4-FFF2-40B4-BE49-F238E27FC236}">
                <a16:creationId xmlns:a16="http://schemas.microsoft.com/office/drawing/2014/main" id="{3AA3835C-FADD-1650-B8D8-CE293B5F5BB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10580" y="6338033"/>
            <a:ext cx="1069391" cy="361688"/>
          </a:xfrm>
          <a:prstGeom prst="rect">
            <a:avLst/>
          </a:prstGeom>
        </p:spPr>
      </p:pic>
    </p:spTree>
    <p:extLst>
      <p:ext uri="{BB962C8B-B14F-4D97-AF65-F5344CB8AC3E}">
        <p14:creationId xmlns:p14="http://schemas.microsoft.com/office/powerpoint/2010/main" val="2350331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_layout_0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8B2AE6E-5012-F925-B9E0-2C9A3DBC0A6A}"/>
              </a:ext>
            </a:extLst>
          </p:cNvPr>
          <p:cNvSpPr/>
          <p:nvPr userDrawn="1"/>
        </p:nvSpPr>
        <p:spPr>
          <a:xfrm>
            <a:off x="0" y="-1"/>
            <a:ext cx="1219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pic>
        <p:nvPicPr>
          <p:cNvPr id="6" name="Picture 5">
            <a:extLst>
              <a:ext uri="{FF2B5EF4-FFF2-40B4-BE49-F238E27FC236}">
                <a16:creationId xmlns:a16="http://schemas.microsoft.com/office/drawing/2014/main" id="{E6CB95AD-15CE-F7B7-4048-D4BC4039F11A}"/>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5" name="Diagonal Stripe 4">
            <a:extLst>
              <a:ext uri="{FF2B5EF4-FFF2-40B4-BE49-F238E27FC236}">
                <a16:creationId xmlns:a16="http://schemas.microsoft.com/office/drawing/2014/main" id="{2C42E429-2984-FD06-B980-5826B41BC123}"/>
              </a:ext>
            </a:extLst>
          </p:cNvPr>
          <p:cNvSpPr/>
          <p:nvPr userDrawn="1"/>
        </p:nvSpPr>
        <p:spPr>
          <a:xfrm>
            <a:off x="0" y="0"/>
            <a:ext cx="5606143" cy="6858000"/>
          </a:xfrm>
          <a:prstGeom prst="diagStripe">
            <a:avLst/>
          </a:prstGeom>
          <a:solidFill>
            <a:schemeClr val="bg1">
              <a:lumMod val="75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solidFill>
                <a:schemeClr val="tx1"/>
              </a:solidFill>
            </a:endParaRPr>
          </a:p>
        </p:txBody>
      </p:sp>
      <p:sp>
        <p:nvSpPr>
          <p:cNvPr id="7" name="Rectangle 6">
            <a:extLst>
              <a:ext uri="{FF2B5EF4-FFF2-40B4-BE49-F238E27FC236}">
                <a16:creationId xmlns:a16="http://schemas.microsoft.com/office/drawing/2014/main" id="{3368261F-6835-9486-4798-B9A07195D78C}"/>
              </a:ext>
            </a:extLst>
          </p:cNvPr>
          <p:cNvSpPr/>
          <p:nvPr userDrawn="1"/>
        </p:nvSpPr>
        <p:spPr>
          <a:xfrm rot="10800000">
            <a:off x="209321" y="0"/>
            <a:ext cx="99164" cy="3058510"/>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8" name="Rectangle 7">
            <a:extLst>
              <a:ext uri="{FF2B5EF4-FFF2-40B4-BE49-F238E27FC236}">
                <a16:creationId xmlns:a16="http://schemas.microsoft.com/office/drawing/2014/main" id="{A847E563-BFAE-519A-4A8B-22300B086917}"/>
              </a:ext>
            </a:extLst>
          </p:cNvPr>
          <p:cNvSpPr/>
          <p:nvPr userDrawn="1"/>
        </p:nvSpPr>
        <p:spPr>
          <a:xfrm rot="10800000">
            <a:off x="209518" y="3139623"/>
            <a:ext cx="99164" cy="433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0" name="Rectangle 9">
            <a:extLst>
              <a:ext uri="{FF2B5EF4-FFF2-40B4-BE49-F238E27FC236}">
                <a16:creationId xmlns:a16="http://schemas.microsoft.com/office/drawing/2014/main" id="{BBFDF2C4-A780-511B-093B-368D5530493C}"/>
              </a:ext>
            </a:extLst>
          </p:cNvPr>
          <p:cNvSpPr/>
          <p:nvPr userDrawn="1"/>
        </p:nvSpPr>
        <p:spPr>
          <a:xfrm rot="10800000">
            <a:off x="209321" y="3654629"/>
            <a:ext cx="99164" cy="433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pic>
        <p:nvPicPr>
          <p:cNvPr id="12" name="Picture 11" descr="Logo&#10;&#10;Description automatically generated">
            <a:extLst>
              <a:ext uri="{FF2B5EF4-FFF2-40B4-BE49-F238E27FC236}">
                <a16:creationId xmlns:a16="http://schemas.microsoft.com/office/drawing/2014/main" id="{1E7417D1-014A-5984-58A6-AA6486BF755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10580" y="6338033"/>
            <a:ext cx="1069391" cy="361688"/>
          </a:xfrm>
          <a:prstGeom prst="rect">
            <a:avLst/>
          </a:prstGeom>
        </p:spPr>
      </p:pic>
    </p:spTree>
    <p:extLst>
      <p:ext uri="{BB962C8B-B14F-4D97-AF65-F5344CB8AC3E}">
        <p14:creationId xmlns:p14="http://schemas.microsoft.com/office/powerpoint/2010/main" val="1792788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blank_layout_0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6A5AEAA-D9F4-2E35-437C-BA8524DF94F6}"/>
              </a:ext>
            </a:extLst>
          </p:cNvPr>
          <p:cNvSpPr/>
          <p:nvPr userDrawn="1"/>
        </p:nvSpPr>
        <p:spPr>
          <a:xfrm flipH="1">
            <a:off x="11899557" y="0"/>
            <a:ext cx="61784" cy="6277232"/>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pic>
        <p:nvPicPr>
          <p:cNvPr id="6" name="Picture 5">
            <a:extLst>
              <a:ext uri="{FF2B5EF4-FFF2-40B4-BE49-F238E27FC236}">
                <a16:creationId xmlns:a16="http://schemas.microsoft.com/office/drawing/2014/main" id="{E6CB95AD-15CE-F7B7-4048-D4BC4039F11A}"/>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5" name="Diagonal Stripe 4">
            <a:extLst>
              <a:ext uri="{FF2B5EF4-FFF2-40B4-BE49-F238E27FC236}">
                <a16:creationId xmlns:a16="http://schemas.microsoft.com/office/drawing/2014/main" id="{2C42E429-2984-FD06-B980-5826B41BC123}"/>
              </a:ext>
            </a:extLst>
          </p:cNvPr>
          <p:cNvSpPr/>
          <p:nvPr userDrawn="1"/>
        </p:nvSpPr>
        <p:spPr>
          <a:xfrm>
            <a:off x="0" y="0"/>
            <a:ext cx="5606143" cy="6858000"/>
          </a:xfrm>
          <a:prstGeom prst="diagStripe">
            <a:avLst/>
          </a:prstGeom>
          <a:solidFill>
            <a:schemeClr val="bg1">
              <a:lumMod val="75000"/>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dirty="0">
              <a:solidFill>
                <a:schemeClr val="tx1"/>
              </a:solidFill>
            </a:endParaRPr>
          </a:p>
        </p:txBody>
      </p:sp>
      <p:pic>
        <p:nvPicPr>
          <p:cNvPr id="7" name="Picture 6" descr="Logo&#10;&#10;Description automatically generated">
            <a:extLst>
              <a:ext uri="{FF2B5EF4-FFF2-40B4-BE49-F238E27FC236}">
                <a16:creationId xmlns:a16="http://schemas.microsoft.com/office/drawing/2014/main" id="{B1924BF6-BCDA-9AF9-A625-9294B79A5C3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3641459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blank_layout_0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46817E6-AD1A-08AC-88A5-0C62449E0C76}"/>
              </a:ext>
            </a:extLst>
          </p:cNvPr>
          <p:cNvSpPr/>
          <p:nvPr userDrawn="1"/>
        </p:nvSpPr>
        <p:spPr>
          <a:xfrm>
            <a:off x="0" y="0"/>
            <a:ext cx="12192000" cy="193765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pic>
        <p:nvPicPr>
          <p:cNvPr id="6" name="Picture 5">
            <a:extLst>
              <a:ext uri="{FF2B5EF4-FFF2-40B4-BE49-F238E27FC236}">
                <a16:creationId xmlns:a16="http://schemas.microsoft.com/office/drawing/2014/main" id="{E6CB95AD-15CE-F7B7-4048-D4BC4039F11A}"/>
              </a:ext>
            </a:extLst>
          </p:cNvPr>
          <p:cNvPicPr>
            <a:picLocks noChangeAspect="1"/>
          </p:cNvPicPr>
          <p:nvPr userDrawn="1"/>
        </p:nvPicPr>
        <p:blipFill>
          <a:blip r:embed="rId2"/>
          <a:stretch>
            <a:fillRect/>
          </a:stretch>
        </p:blipFill>
        <p:spPr>
          <a:xfrm rot="10800000" flipV="1">
            <a:off x="-5939" y="1901929"/>
            <a:ext cx="12192000" cy="3139623"/>
          </a:xfrm>
          <a:prstGeom prst="rect">
            <a:avLst/>
          </a:prstGeom>
        </p:spPr>
      </p:pic>
      <p:pic>
        <p:nvPicPr>
          <p:cNvPr id="4" name="Picture 3" descr="Logo&#10;&#10;Description automatically generated">
            <a:extLst>
              <a:ext uri="{FF2B5EF4-FFF2-40B4-BE49-F238E27FC236}">
                <a16:creationId xmlns:a16="http://schemas.microsoft.com/office/drawing/2014/main" id="{AFED6FC9-C93A-9F07-CF8D-C0E1F0B2152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3215260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yout_06">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5A8456C-09BE-F772-4E09-AC8E5EFE5A98}"/>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13" name="Rectangle 12">
            <a:extLst>
              <a:ext uri="{FF2B5EF4-FFF2-40B4-BE49-F238E27FC236}">
                <a16:creationId xmlns:a16="http://schemas.microsoft.com/office/drawing/2014/main" id="{C4A970D6-E749-96E3-83B1-8B21AB192873}"/>
              </a:ext>
            </a:extLst>
          </p:cNvPr>
          <p:cNvSpPr/>
          <p:nvPr userDrawn="1"/>
        </p:nvSpPr>
        <p:spPr>
          <a:xfrm>
            <a:off x="0" y="0"/>
            <a:ext cx="4539343" cy="6126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solidFill>
                <a:schemeClr val="bg1"/>
              </a:solidFill>
            </a:endParaRPr>
          </a:p>
        </p:txBody>
      </p:sp>
      <p:sp>
        <p:nvSpPr>
          <p:cNvPr id="2" name="Title 1">
            <a:extLst>
              <a:ext uri="{FF2B5EF4-FFF2-40B4-BE49-F238E27FC236}">
                <a16:creationId xmlns:a16="http://schemas.microsoft.com/office/drawing/2014/main" id="{0968299B-C422-1510-F32A-0DFF889E93C4}"/>
              </a:ext>
            </a:extLst>
          </p:cNvPr>
          <p:cNvSpPr>
            <a:spLocks noGrp="1"/>
          </p:cNvSpPr>
          <p:nvPr>
            <p:ph type="title"/>
          </p:nvPr>
        </p:nvSpPr>
        <p:spPr>
          <a:xfrm>
            <a:off x="6151338" y="2766217"/>
            <a:ext cx="5822948" cy="1325563"/>
          </a:xfrm>
        </p:spPr>
        <p:txBody>
          <a:bodyPr/>
          <a:lstStyle>
            <a:lvl1pPr algn="ctr">
              <a:defRPr/>
            </a:lvl1pPr>
          </a:lstStyle>
          <a:p>
            <a:r>
              <a:rPr lang="en-US"/>
              <a:t>Click to edit Master title style</a:t>
            </a:r>
            <a:endParaRPr lang="en-MY"/>
          </a:p>
        </p:txBody>
      </p:sp>
      <p:sp>
        <p:nvSpPr>
          <p:cNvPr id="10" name="Footer Placeholder 9">
            <a:extLst>
              <a:ext uri="{FF2B5EF4-FFF2-40B4-BE49-F238E27FC236}">
                <a16:creationId xmlns:a16="http://schemas.microsoft.com/office/drawing/2014/main" id="{37270406-6097-F873-9773-CC94FA23047F}"/>
              </a:ext>
            </a:extLst>
          </p:cNvPr>
          <p:cNvSpPr>
            <a:spLocks noGrp="1"/>
          </p:cNvSpPr>
          <p:nvPr>
            <p:ph type="ftr" sz="quarter" idx="10"/>
          </p:nvPr>
        </p:nvSpPr>
        <p:spPr/>
        <p:txBody>
          <a:bodyPr/>
          <a:lstStyle/>
          <a:p>
            <a:endParaRPr lang="en-MY"/>
          </a:p>
        </p:txBody>
      </p:sp>
      <p:sp>
        <p:nvSpPr>
          <p:cNvPr id="11" name="Slide Number Placeholder 10">
            <a:extLst>
              <a:ext uri="{FF2B5EF4-FFF2-40B4-BE49-F238E27FC236}">
                <a16:creationId xmlns:a16="http://schemas.microsoft.com/office/drawing/2014/main" id="{A4759327-3B5D-3BFA-5CCA-6BD5BACEAD3D}"/>
              </a:ext>
            </a:extLst>
          </p:cNvPr>
          <p:cNvSpPr>
            <a:spLocks noGrp="1"/>
          </p:cNvSpPr>
          <p:nvPr>
            <p:ph type="sldNum" sz="quarter" idx="11"/>
          </p:nvPr>
        </p:nvSpPr>
        <p:spPr/>
        <p:txBody>
          <a:bodyPr/>
          <a:lstStyle/>
          <a:p>
            <a:fld id="{7737D3DD-0AB3-4F16-99FA-6262B2B4036D}" type="slidenum">
              <a:rPr lang="en-MY" smtClean="0"/>
              <a:t>‹#›</a:t>
            </a:fld>
            <a:endParaRPr lang="en-MY"/>
          </a:p>
        </p:txBody>
      </p:sp>
      <p:grpSp>
        <p:nvGrpSpPr>
          <p:cNvPr id="9" name="Group 8">
            <a:extLst>
              <a:ext uri="{FF2B5EF4-FFF2-40B4-BE49-F238E27FC236}">
                <a16:creationId xmlns:a16="http://schemas.microsoft.com/office/drawing/2014/main" id="{CB557F9C-2B1B-1E45-919F-2CBA963082F1}"/>
              </a:ext>
            </a:extLst>
          </p:cNvPr>
          <p:cNvGrpSpPr/>
          <p:nvPr userDrawn="1"/>
        </p:nvGrpSpPr>
        <p:grpSpPr>
          <a:xfrm>
            <a:off x="580088" y="1982368"/>
            <a:ext cx="5265908" cy="2893260"/>
            <a:chOff x="-548507" y="477868"/>
            <a:chExt cx="11570449" cy="6357177"/>
          </a:xfrm>
        </p:grpSpPr>
        <p:sp>
          <p:nvSpPr>
            <p:cNvPr id="14" name="Freeform: Shape 13">
              <a:extLst>
                <a:ext uri="{FF2B5EF4-FFF2-40B4-BE49-F238E27FC236}">
                  <a16:creationId xmlns:a16="http://schemas.microsoft.com/office/drawing/2014/main" id="{6B4D37DD-77A1-3F66-1AB7-0D02A7AA0534}"/>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9939251-1BCB-8F28-4AEB-3F5C698F7844}"/>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dirty="0"/>
            </a:p>
          </p:txBody>
        </p:sp>
        <p:sp>
          <p:nvSpPr>
            <p:cNvPr id="17" name="Freeform: Shape 16">
              <a:extLst>
                <a:ext uri="{FF2B5EF4-FFF2-40B4-BE49-F238E27FC236}">
                  <a16:creationId xmlns:a16="http://schemas.microsoft.com/office/drawing/2014/main" id="{76B35D63-3320-AD9B-342D-29A2461E1E90}"/>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1EA1DA0-4667-A070-5433-AD3862F8F012}"/>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31CCFE93-102B-5253-326B-9C14E78024FF}"/>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20" name="Group 19">
              <a:extLst>
                <a:ext uri="{FF2B5EF4-FFF2-40B4-BE49-F238E27FC236}">
                  <a16:creationId xmlns:a16="http://schemas.microsoft.com/office/drawing/2014/main" id="{9271F50C-004D-6614-9952-C20CF9F23F84}"/>
                </a:ext>
              </a:extLst>
            </p:cNvPr>
            <p:cNvGrpSpPr/>
            <p:nvPr/>
          </p:nvGrpSpPr>
          <p:grpSpPr>
            <a:xfrm>
              <a:off x="1606" y="6382978"/>
              <a:ext cx="413937" cy="115242"/>
              <a:chOff x="5955" y="6353672"/>
              <a:chExt cx="413937" cy="115242"/>
            </a:xfrm>
          </p:grpSpPr>
          <p:sp>
            <p:nvSpPr>
              <p:cNvPr id="25" name="Rectangle: Rounded Corners 24">
                <a:extLst>
                  <a:ext uri="{FF2B5EF4-FFF2-40B4-BE49-F238E27FC236}">
                    <a16:creationId xmlns:a16="http://schemas.microsoft.com/office/drawing/2014/main" id="{28837067-0E6E-EBDC-C7A8-86F4033B63D3}"/>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3AC60AB8-5AB3-8260-897B-FB410ACB3FB8}"/>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4D931CFE-A63B-8125-E9D4-949B42E5C546}"/>
                </a:ext>
              </a:extLst>
            </p:cNvPr>
            <p:cNvGrpSpPr/>
            <p:nvPr/>
          </p:nvGrpSpPr>
          <p:grpSpPr>
            <a:xfrm>
              <a:off x="9855291" y="6381600"/>
              <a:ext cx="885989" cy="115242"/>
              <a:chOff x="5955" y="6353672"/>
              <a:chExt cx="413937" cy="115242"/>
            </a:xfrm>
          </p:grpSpPr>
          <p:sp>
            <p:nvSpPr>
              <p:cNvPr id="23" name="Rectangle: Rounded Corners 22">
                <a:extLst>
                  <a:ext uri="{FF2B5EF4-FFF2-40B4-BE49-F238E27FC236}">
                    <a16:creationId xmlns:a16="http://schemas.microsoft.com/office/drawing/2014/main" id="{20BC883D-1639-3A5C-4006-DBE2E6597109}"/>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BBA29C7B-554C-081E-2135-BFC59AE98156}"/>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2" name="Freeform: Shape 21">
              <a:extLst>
                <a:ext uri="{FF2B5EF4-FFF2-40B4-BE49-F238E27FC236}">
                  <a16:creationId xmlns:a16="http://schemas.microsoft.com/office/drawing/2014/main" id="{60D7FD87-F429-AB50-CEC1-95CBDAABB01E}"/>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pic>
        <p:nvPicPr>
          <p:cNvPr id="27" name="Picture 26" descr="Logo&#10;&#10;Description automatically generated">
            <a:extLst>
              <a:ext uri="{FF2B5EF4-FFF2-40B4-BE49-F238E27FC236}">
                <a16:creationId xmlns:a16="http://schemas.microsoft.com/office/drawing/2014/main" id="{EBD843B1-0951-A33D-BCC6-E0640022F3A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3480437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yout_07">
    <p:bg>
      <p:bgPr>
        <a:solidFill>
          <a:schemeClr val="bg1">
            <a:alpha val="37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228DB6A-3639-804F-5B60-C6592BBF091F}"/>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5" name="Footer Placeholder 4">
            <a:extLst>
              <a:ext uri="{FF2B5EF4-FFF2-40B4-BE49-F238E27FC236}">
                <a16:creationId xmlns:a16="http://schemas.microsoft.com/office/drawing/2014/main" id="{C226471F-60E2-4515-0BAA-0DB6D5757165}"/>
              </a:ext>
            </a:extLst>
          </p:cNvPr>
          <p:cNvSpPr>
            <a:spLocks noGrp="1"/>
          </p:cNvSpPr>
          <p:nvPr>
            <p:ph type="ftr" sz="quarter" idx="10"/>
          </p:nvPr>
        </p:nvSpPr>
        <p:spPr/>
        <p:txBody>
          <a:bodyPr/>
          <a:lstStyle/>
          <a:p>
            <a:endParaRPr lang="en-MY"/>
          </a:p>
        </p:txBody>
      </p:sp>
      <p:sp>
        <p:nvSpPr>
          <p:cNvPr id="6" name="Slide Number Placeholder 5">
            <a:extLst>
              <a:ext uri="{FF2B5EF4-FFF2-40B4-BE49-F238E27FC236}">
                <a16:creationId xmlns:a16="http://schemas.microsoft.com/office/drawing/2014/main" id="{CA9885EA-F2ED-0679-F34F-5A78B2C6146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8" name="Picture Placeholder 7">
            <a:extLst>
              <a:ext uri="{FF2B5EF4-FFF2-40B4-BE49-F238E27FC236}">
                <a16:creationId xmlns:a16="http://schemas.microsoft.com/office/drawing/2014/main" id="{89987F70-64EC-CA05-E8A9-766DF9840D38}"/>
              </a:ext>
            </a:extLst>
          </p:cNvPr>
          <p:cNvSpPr>
            <a:spLocks noGrp="1"/>
          </p:cNvSpPr>
          <p:nvPr>
            <p:ph type="pic" sz="quarter" idx="12"/>
          </p:nvPr>
        </p:nvSpPr>
        <p:spPr>
          <a:xfrm>
            <a:off x="1622425" y="833378"/>
            <a:ext cx="8947150" cy="4554638"/>
          </a:xfrm>
        </p:spPr>
        <p:txBody>
          <a:bodyPr/>
          <a:lstStyle/>
          <a:p>
            <a:endParaRPr lang="en-MY"/>
          </a:p>
        </p:txBody>
      </p:sp>
      <p:pic>
        <p:nvPicPr>
          <p:cNvPr id="9" name="Picture 8" descr="Logo&#10;&#10;Description automatically generated">
            <a:extLst>
              <a:ext uri="{FF2B5EF4-FFF2-40B4-BE49-F238E27FC236}">
                <a16:creationId xmlns:a16="http://schemas.microsoft.com/office/drawing/2014/main" id="{FA832A2C-2644-6658-956A-F6CDE4CFC8A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12959425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Layout_07">
    <p:bg>
      <p:bgPr>
        <a:solidFill>
          <a:schemeClr val="bg1">
            <a:alpha val="37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228DB6A-3639-804F-5B60-C6592BBF091F}"/>
              </a:ext>
            </a:extLst>
          </p:cNvPr>
          <p:cNvPicPr>
            <a:picLocks noChangeAspect="1"/>
          </p:cNvPicPr>
          <p:nvPr userDrawn="1"/>
        </p:nvPicPr>
        <p:blipFill>
          <a:blip r:embed="rId2"/>
          <a:stretch>
            <a:fillRect/>
          </a:stretch>
        </p:blipFill>
        <p:spPr>
          <a:xfrm rot="10800000" flipV="1">
            <a:off x="0" y="-29928"/>
            <a:ext cx="12192000" cy="3956927"/>
          </a:xfrm>
          <a:prstGeom prst="rect">
            <a:avLst/>
          </a:prstGeom>
        </p:spPr>
      </p:pic>
      <p:sp>
        <p:nvSpPr>
          <p:cNvPr id="5" name="Footer Placeholder 4">
            <a:extLst>
              <a:ext uri="{FF2B5EF4-FFF2-40B4-BE49-F238E27FC236}">
                <a16:creationId xmlns:a16="http://schemas.microsoft.com/office/drawing/2014/main" id="{C226471F-60E2-4515-0BAA-0DB6D5757165}"/>
              </a:ext>
            </a:extLst>
          </p:cNvPr>
          <p:cNvSpPr>
            <a:spLocks noGrp="1"/>
          </p:cNvSpPr>
          <p:nvPr>
            <p:ph type="ftr" sz="quarter" idx="10"/>
          </p:nvPr>
        </p:nvSpPr>
        <p:spPr/>
        <p:txBody>
          <a:bodyPr/>
          <a:lstStyle/>
          <a:p>
            <a:endParaRPr lang="en-MY"/>
          </a:p>
        </p:txBody>
      </p:sp>
      <p:sp>
        <p:nvSpPr>
          <p:cNvPr id="6" name="Slide Number Placeholder 5">
            <a:extLst>
              <a:ext uri="{FF2B5EF4-FFF2-40B4-BE49-F238E27FC236}">
                <a16:creationId xmlns:a16="http://schemas.microsoft.com/office/drawing/2014/main" id="{CA9885EA-F2ED-0679-F34F-5A78B2C6146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9" name="Rectangle 8">
            <a:extLst>
              <a:ext uri="{FF2B5EF4-FFF2-40B4-BE49-F238E27FC236}">
                <a16:creationId xmlns:a16="http://schemas.microsoft.com/office/drawing/2014/main" id="{6A28F128-2C1E-BF90-7B50-EEA520A8E0D1}"/>
              </a:ext>
            </a:extLst>
          </p:cNvPr>
          <p:cNvSpPr/>
          <p:nvPr userDrawn="1"/>
        </p:nvSpPr>
        <p:spPr>
          <a:xfrm rot="10800000">
            <a:off x="2161479" y="-29927"/>
            <a:ext cx="10024582" cy="59854"/>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0" name="Rectangle 9">
            <a:extLst>
              <a:ext uri="{FF2B5EF4-FFF2-40B4-BE49-F238E27FC236}">
                <a16:creationId xmlns:a16="http://schemas.microsoft.com/office/drawing/2014/main" id="{AB14BB5F-78D4-C98C-F6C3-95F1B716981E}"/>
              </a:ext>
            </a:extLst>
          </p:cNvPr>
          <p:cNvSpPr/>
          <p:nvPr userDrawn="1"/>
        </p:nvSpPr>
        <p:spPr>
          <a:xfrm>
            <a:off x="0" y="-52790"/>
            <a:ext cx="5148943" cy="225287"/>
          </a:xfrm>
          <a:prstGeom prst="rect">
            <a:avLst/>
          </a:prstGeom>
          <a:solidFill>
            <a:schemeClr val="tx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pic>
        <p:nvPicPr>
          <p:cNvPr id="8" name="Picture 7" descr="Logo&#10;&#10;Description automatically generated">
            <a:extLst>
              <a:ext uri="{FF2B5EF4-FFF2-40B4-BE49-F238E27FC236}">
                <a16:creationId xmlns:a16="http://schemas.microsoft.com/office/drawing/2014/main" id="{456F8D6F-4FEB-ED3E-E7ED-26FDD0376D6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24119626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yout_08">
    <p:bg>
      <p:bgPr>
        <a:solidFill>
          <a:srgbClr val="C04C4C"/>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06764FE-4266-9C28-BBAD-0C0CE59F74C2}"/>
              </a:ext>
            </a:extLst>
          </p:cNvPr>
          <p:cNvSpPr/>
          <p:nvPr userDrawn="1"/>
        </p:nvSpPr>
        <p:spPr>
          <a:xfrm>
            <a:off x="0" y="0"/>
            <a:ext cx="12192000" cy="4737100"/>
          </a:xfrm>
          <a:prstGeom prst="rect">
            <a:avLst/>
          </a:prstGeom>
          <a:solidFill>
            <a:schemeClr val="bg1"/>
          </a:solidFill>
          <a:ln>
            <a:noFill/>
          </a:ln>
          <a:effectLst>
            <a:outerShdw blurRad="254000" dist="215900" dir="5400000" sx="98000" sy="98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 name="Footer Placeholder 4">
            <a:extLst>
              <a:ext uri="{FF2B5EF4-FFF2-40B4-BE49-F238E27FC236}">
                <a16:creationId xmlns:a16="http://schemas.microsoft.com/office/drawing/2014/main" id="{C226471F-60E2-4515-0BAA-0DB6D5757165}"/>
              </a:ext>
            </a:extLst>
          </p:cNvPr>
          <p:cNvSpPr>
            <a:spLocks noGrp="1"/>
          </p:cNvSpPr>
          <p:nvPr>
            <p:ph type="ftr" sz="quarter" idx="10"/>
          </p:nvPr>
        </p:nvSpPr>
        <p:spPr/>
        <p:txBody>
          <a:bodyPr/>
          <a:lstStyle/>
          <a:p>
            <a:endParaRPr lang="en-MY"/>
          </a:p>
        </p:txBody>
      </p:sp>
      <p:sp>
        <p:nvSpPr>
          <p:cNvPr id="6" name="Slide Number Placeholder 5">
            <a:extLst>
              <a:ext uri="{FF2B5EF4-FFF2-40B4-BE49-F238E27FC236}">
                <a16:creationId xmlns:a16="http://schemas.microsoft.com/office/drawing/2014/main" id="{CA9885EA-F2ED-0679-F34F-5A78B2C6146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7" name="Title 6">
            <a:extLst>
              <a:ext uri="{FF2B5EF4-FFF2-40B4-BE49-F238E27FC236}">
                <a16:creationId xmlns:a16="http://schemas.microsoft.com/office/drawing/2014/main" id="{46D67C0D-AE8E-41E4-EB71-DE0656956001}"/>
              </a:ext>
            </a:extLst>
          </p:cNvPr>
          <p:cNvSpPr>
            <a:spLocks noGrp="1"/>
          </p:cNvSpPr>
          <p:nvPr>
            <p:ph type="title"/>
          </p:nvPr>
        </p:nvSpPr>
        <p:spPr/>
        <p:txBody>
          <a:bodyPr/>
          <a:lstStyle/>
          <a:p>
            <a:r>
              <a:rPr lang="en-US"/>
              <a:t>Click to edit Master title style</a:t>
            </a:r>
            <a:endParaRPr lang="en-MY"/>
          </a:p>
        </p:txBody>
      </p:sp>
      <p:pic>
        <p:nvPicPr>
          <p:cNvPr id="9" name="Picture 8" descr="Logo&#10;&#10;Description automatically generated">
            <a:extLst>
              <a:ext uri="{FF2B5EF4-FFF2-40B4-BE49-F238E27FC236}">
                <a16:creationId xmlns:a16="http://schemas.microsoft.com/office/drawing/2014/main" id="{C938784C-798A-313F-6BDD-2EEF86FBFD7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10580" y="6338033"/>
            <a:ext cx="1069391" cy="361688"/>
          </a:xfrm>
          <a:prstGeom prst="rect">
            <a:avLst/>
          </a:prstGeom>
        </p:spPr>
      </p:pic>
    </p:spTree>
    <p:extLst>
      <p:ext uri="{BB962C8B-B14F-4D97-AF65-F5344CB8AC3E}">
        <p14:creationId xmlns:p14="http://schemas.microsoft.com/office/powerpoint/2010/main" val="12496405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yout_09">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A40B45C3-8E81-6BAE-010D-9B6CD2D56226}"/>
              </a:ext>
            </a:extLst>
          </p:cNvPr>
          <p:cNvSpPr>
            <a:spLocks noGrp="1"/>
          </p:cNvSpPr>
          <p:nvPr>
            <p:ph type="ftr" sz="quarter" idx="10"/>
          </p:nvPr>
        </p:nvSpPr>
        <p:spPr/>
        <p:txBody>
          <a:bodyPr/>
          <a:lstStyle/>
          <a:p>
            <a:endParaRPr lang="en-MY"/>
          </a:p>
        </p:txBody>
      </p:sp>
      <p:sp>
        <p:nvSpPr>
          <p:cNvPr id="9" name="Slide Number Placeholder 8">
            <a:extLst>
              <a:ext uri="{FF2B5EF4-FFF2-40B4-BE49-F238E27FC236}">
                <a16:creationId xmlns:a16="http://schemas.microsoft.com/office/drawing/2014/main" id="{DA03FB80-B1FC-DDFA-448B-BCE958EA32DE}"/>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10" name="Title 9">
            <a:extLst>
              <a:ext uri="{FF2B5EF4-FFF2-40B4-BE49-F238E27FC236}">
                <a16:creationId xmlns:a16="http://schemas.microsoft.com/office/drawing/2014/main" id="{A81EEF20-E6C8-6C8E-7FE9-279D53479B22}"/>
              </a:ext>
            </a:extLst>
          </p:cNvPr>
          <p:cNvSpPr>
            <a:spLocks noGrp="1"/>
          </p:cNvSpPr>
          <p:nvPr>
            <p:ph type="title"/>
          </p:nvPr>
        </p:nvSpPr>
        <p:spPr/>
        <p:txBody>
          <a:bodyPr/>
          <a:lstStyle/>
          <a:p>
            <a:r>
              <a:rPr lang="en-US"/>
              <a:t>Click to edit Master title style</a:t>
            </a:r>
            <a:endParaRPr lang="en-MY"/>
          </a:p>
        </p:txBody>
      </p:sp>
      <p:sp>
        <p:nvSpPr>
          <p:cNvPr id="12" name="Picture Placeholder 11">
            <a:extLst>
              <a:ext uri="{FF2B5EF4-FFF2-40B4-BE49-F238E27FC236}">
                <a16:creationId xmlns:a16="http://schemas.microsoft.com/office/drawing/2014/main" id="{066CCFD3-9BC4-D4C1-9392-EA327203EA89}"/>
              </a:ext>
            </a:extLst>
          </p:cNvPr>
          <p:cNvSpPr>
            <a:spLocks noGrp="1"/>
          </p:cNvSpPr>
          <p:nvPr>
            <p:ph type="pic" sz="quarter" idx="12"/>
          </p:nvPr>
        </p:nvSpPr>
        <p:spPr>
          <a:xfrm>
            <a:off x="838200" y="1863725"/>
            <a:ext cx="3200400" cy="2939769"/>
          </a:xfrm>
        </p:spPr>
        <p:txBody>
          <a:bodyPr/>
          <a:lstStyle/>
          <a:p>
            <a:endParaRPr lang="en-MY"/>
          </a:p>
        </p:txBody>
      </p:sp>
      <p:sp>
        <p:nvSpPr>
          <p:cNvPr id="14" name="Picture Placeholder 13">
            <a:extLst>
              <a:ext uri="{FF2B5EF4-FFF2-40B4-BE49-F238E27FC236}">
                <a16:creationId xmlns:a16="http://schemas.microsoft.com/office/drawing/2014/main" id="{5EFB77A9-6E81-95F5-77AD-E75BB87A5A77}"/>
              </a:ext>
            </a:extLst>
          </p:cNvPr>
          <p:cNvSpPr>
            <a:spLocks noGrp="1"/>
          </p:cNvSpPr>
          <p:nvPr>
            <p:ph type="pic" sz="quarter" idx="13"/>
          </p:nvPr>
        </p:nvSpPr>
        <p:spPr>
          <a:xfrm>
            <a:off x="4495800" y="1863725"/>
            <a:ext cx="3200400" cy="2939769"/>
          </a:xfrm>
        </p:spPr>
        <p:txBody>
          <a:bodyPr/>
          <a:lstStyle/>
          <a:p>
            <a:endParaRPr lang="en-MY"/>
          </a:p>
        </p:txBody>
      </p:sp>
      <p:sp>
        <p:nvSpPr>
          <p:cNvPr id="16" name="Picture Placeholder 15">
            <a:extLst>
              <a:ext uri="{FF2B5EF4-FFF2-40B4-BE49-F238E27FC236}">
                <a16:creationId xmlns:a16="http://schemas.microsoft.com/office/drawing/2014/main" id="{439127F8-03DB-5D0F-A98C-B82B076E4B38}"/>
              </a:ext>
            </a:extLst>
          </p:cNvPr>
          <p:cNvSpPr>
            <a:spLocks noGrp="1"/>
          </p:cNvSpPr>
          <p:nvPr>
            <p:ph type="pic" sz="quarter" idx="14"/>
          </p:nvPr>
        </p:nvSpPr>
        <p:spPr>
          <a:xfrm>
            <a:off x="8158725" y="1863725"/>
            <a:ext cx="3200400" cy="2939769"/>
          </a:xfrm>
        </p:spPr>
        <p:txBody>
          <a:bodyPr/>
          <a:lstStyle/>
          <a:p>
            <a:endParaRPr lang="en-MY"/>
          </a:p>
        </p:txBody>
      </p:sp>
      <p:pic>
        <p:nvPicPr>
          <p:cNvPr id="11" name="Picture 10" descr="Logo&#10;&#10;Description automatically generated">
            <a:extLst>
              <a:ext uri="{FF2B5EF4-FFF2-40B4-BE49-F238E27FC236}">
                <a16:creationId xmlns:a16="http://schemas.microsoft.com/office/drawing/2014/main" id="{99728D72-5D76-DC8D-B044-63CA42649D7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9380160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yout_10">
    <p:bg>
      <p:bgPr>
        <a:solidFill>
          <a:schemeClr val="bg1">
            <a:alpha val="37000"/>
          </a:schemeClr>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9CEC78F-2030-F657-D94C-EC9916E70239}"/>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8" name="Footer Placeholder 7">
            <a:extLst>
              <a:ext uri="{FF2B5EF4-FFF2-40B4-BE49-F238E27FC236}">
                <a16:creationId xmlns:a16="http://schemas.microsoft.com/office/drawing/2014/main" id="{1D72305A-2320-94A9-D78D-83FAEFAD6021}"/>
              </a:ext>
            </a:extLst>
          </p:cNvPr>
          <p:cNvSpPr>
            <a:spLocks noGrp="1"/>
          </p:cNvSpPr>
          <p:nvPr>
            <p:ph type="ftr" sz="quarter" idx="10"/>
          </p:nvPr>
        </p:nvSpPr>
        <p:spPr/>
        <p:txBody>
          <a:bodyPr/>
          <a:lstStyle/>
          <a:p>
            <a:endParaRPr lang="en-MY"/>
          </a:p>
        </p:txBody>
      </p:sp>
      <p:sp>
        <p:nvSpPr>
          <p:cNvPr id="9" name="Slide Number Placeholder 8">
            <a:extLst>
              <a:ext uri="{FF2B5EF4-FFF2-40B4-BE49-F238E27FC236}">
                <a16:creationId xmlns:a16="http://schemas.microsoft.com/office/drawing/2014/main" id="{F1A13F7E-A796-3E64-A559-FCC5922DB727}"/>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15" name="Picture Placeholder 14">
            <a:extLst>
              <a:ext uri="{FF2B5EF4-FFF2-40B4-BE49-F238E27FC236}">
                <a16:creationId xmlns:a16="http://schemas.microsoft.com/office/drawing/2014/main" id="{1F9FC79A-20DE-55EB-11E3-BAD01F6F979A}"/>
              </a:ext>
            </a:extLst>
          </p:cNvPr>
          <p:cNvSpPr>
            <a:spLocks noGrp="1"/>
          </p:cNvSpPr>
          <p:nvPr>
            <p:ph type="pic" sz="quarter" idx="12"/>
          </p:nvPr>
        </p:nvSpPr>
        <p:spPr>
          <a:xfrm>
            <a:off x="0" y="0"/>
            <a:ext cx="2222500" cy="2036763"/>
          </a:xfrm>
        </p:spPr>
        <p:txBody>
          <a:bodyPr/>
          <a:lstStyle/>
          <a:p>
            <a:endParaRPr lang="en-MY"/>
          </a:p>
        </p:txBody>
      </p:sp>
      <p:sp>
        <p:nvSpPr>
          <p:cNvPr id="17" name="Picture Placeholder 16">
            <a:extLst>
              <a:ext uri="{FF2B5EF4-FFF2-40B4-BE49-F238E27FC236}">
                <a16:creationId xmlns:a16="http://schemas.microsoft.com/office/drawing/2014/main" id="{37AC4A9C-BE82-674B-5A73-6F2F8CA14FAD}"/>
              </a:ext>
            </a:extLst>
          </p:cNvPr>
          <p:cNvSpPr>
            <a:spLocks noGrp="1"/>
          </p:cNvSpPr>
          <p:nvPr>
            <p:ph type="pic" sz="quarter" idx="13"/>
          </p:nvPr>
        </p:nvSpPr>
        <p:spPr>
          <a:xfrm>
            <a:off x="2222200" y="2048338"/>
            <a:ext cx="2222500" cy="2036763"/>
          </a:xfrm>
        </p:spPr>
        <p:txBody>
          <a:bodyPr/>
          <a:lstStyle/>
          <a:p>
            <a:endParaRPr lang="en-MY"/>
          </a:p>
        </p:txBody>
      </p:sp>
      <p:sp>
        <p:nvSpPr>
          <p:cNvPr id="19" name="Picture Placeholder 18">
            <a:extLst>
              <a:ext uri="{FF2B5EF4-FFF2-40B4-BE49-F238E27FC236}">
                <a16:creationId xmlns:a16="http://schemas.microsoft.com/office/drawing/2014/main" id="{FA81B629-0F07-B59C-0408-FD208CA15356}"/>
              </a:ext>
            </a:extLst>
          </p:cNvPr>
          <p:cNvSpPr>
            <a:spLocks noGrp="1"/>
          </p:cNvSpPr>
          <p:nvPr>
            <p:ph type="pic" sz="quarter" idx="14"/>
          </p:nvPr>
        </p:nvSpPr>
        <p:spPr>
          <a:xfrm>
            <a:off x="0" y="4096676"/>
            <a:ext cx="2222500" cy="2036762"/>
          </a:xfrm>
        </p:spPr>
        <p:txBody>
          <a:bodyPr/>
          <a:lstStyle/>
          <a:p>
            <a:endParaRPr lang="en-MY"/>
          </a:p>
        </p:txBody>
      </p:sp>
      <p:sp>
        <p:nvSpPr>
          <p:cNvPr id="20" name="Title 19">
            <a:extLst>
              <a:ext uri="{FF2B5EF4-FFF2-40B4-BE49-F238E27FC236}">
                <a16:creationId xmlns:a16="http://schemas.microsoft.com/office/drawing/2014/main" id="{1C049FB6-D146-812F-7363-6D35184CA511}"/>
              </a:ext>
            </a:extLst>
          </p:cNvPr>
          <p:cNvSpPr>
            <a:spLocks noGrp="1"/>
          </p:cNvSpPr>
          <p:nvPr>
            <p:ph type="title"/>
          </p:nvPr>
        </p:nvSpPr>
        <p:spPr>
          <a:xfrm>
            <a:off x="5370653" y="355599"/>
            <a:ext cx="6642904" cy="1325563"/>
          </a:xfrm>
        </p:spPr>
        <p:txBody>
          <a:bodyPr/>
          <a:lstStyle/>
          <a:p>
            <a:r>
              <a:rPr lang="en-US"/>
              <a:t>Click to edit Master title style</a:t>
            </a:r>
            <a:endParaRPr lang="en-MY"/>
          </a:p>
        </p:txBody>
      </p:sp>
      <p:sp>
        <p:nvSpPr>
          <p:cNvPr id="21" name="Rectangle 20">
            <a:extLst>
              <a:ext uri="{FF2B5EF4-FFF2-40B4-BE49-F238E27FC236}">
                <a16:creationId xmlns:a16="http://schemas.microsoft.com/office/drawing/2014/main" id="{BF6C5D5C-CDCC-C784-973F-88390D45C53B}"/>
              </a:ext>
            </a:extLst>
          </p:cNvPr>
          <p:cNvSpPr/>
          <p:nvPr userDrawn="1"/>
        </p:nvSpPr>
        <p:spPr>
          <a:xfrm rot="10800000">
            <a:off x="2234075" y="7088"/>
            <a:ext cx="2222500" cy="2036762"/>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22" name="Rectangle 21">
            <a:extLst>
              <a:ext uri="{FF2B5EF4-FFF2-40B4-BE49-F238E27FC236}">
                <a16:creationId xmlns:a16="http://schemas.microsoft.com/office/drawing/2014/main" id="{ADFD5EF8-AC54-E00C-8C75-712DD23935AA}"/>
              </a:ext>
            </a:extLst>
          </p:cNvPr>
          <p:cNvSpPr/>
          <p:nvPr userDrawn="1"/>
        </p:nvSpPr>
        <p:spPr>
          <a:xfrm rot="10800000">
            <a:off x="0" y="2048637"/>
            <a:ext cx="2222500" cy="2036762"/>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23" name="Rectangle 22">
            <a:extLst>
              <a:ext uri="{FF2B5EF4-FFF2-40B4-BE49-F238E27FC236}">
                <a16:creationId xmlns:a16="http://schemas.microsoft.com/office/drawing/2014/main" id="{493DF42E-2BE3-EBA6-205B-2A8268FF878D}"/>
              </a:ext>
            </a:extLst>
          </p:cNvPr>
          <p:cNvSpPr/>
          <p:nvPr userDrawn="1"/>
        </p:nvSpPr>
        <p:spPr>
          <a:xfrm rot="10800000">
            <a:off x="2238562" y="4096676"/>
            <a:ext cx="2222500" cy="2036762"/>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pic>
        <p:nvPicPr>
          <p:cNvPr id="12" name="Picture 11" descr="Logo&#10;&#10;Description automatically generated">
            <a:extLst>
              <a:ext uri="{FF2B5EF4-FFF2-40B4-BE49-F238E27FC236}">
                <a16:creationId xmlns:a16="http://schemas.microsoft.com/office/drawing/2014/main" id="{46EDB3BB-164A-CD1A-BF26-D10A4E43D23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38720828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ayout_11">
    <p:bg>
      <p:bgPr>
        <a:solidFill>
          <a:schemeClr val="bg1">
            <a:alpha val="34000"/>
          </a:schemeClr>
        </a:solidFill>
        <a:effectLst/>
      </p:bgPr>
    </p:bg>
    <p:spTree>
      <p:nvGrpSpPr>
        <p:cNvPr id="1" name=""/>
        <p:cNvGrpSpPr/>
        <p:nvPr/>
      </p:nvGrpSpPr>
      <p:grpSpPr>
        <a:xfrm>
          <a:off x="0" y="0"/>
          <a:ext cx="0" cy="0"/>
          <a:chOff x="0" y="0"/>
          <a:chExt cx="0" cy="0"/>
        </a:xfrm>
      </p:grpSpPr>
      <p:sp>
        <p:nvSpPr>
          <p:cNvPr id="406" name="Rectangle 402">
            <a:extLst>
              <a:ext uri="{FF2B5EF4-FFF2-40B4-BE49-F238E27FC236}">
                <a16:creationId xmlns:a16="http://schemas.microsoft.com/office/drawing/2014/main" id="{20B52243-B80A-3445-8806-0BE94A96B286}"/>
              </a:ext>
            </a:extLst>
          </p:cNvPr>
          <p:cNvSpPr/>
          <p:nvPr userDrawn="1"/>
        </p:nvSpPr>
        <p:spPr>
          <a:xfrm rot="10800000">
            <a:off x="-26938" y="-20387"/>
            <a:ext cx="5402774" cy="6014786"/>
          </a:xfrm>
          <a:custGeom>
            <a:avLst/>
            <a:gdLst>
              <a:gd name="connsiteX0" fmla="*/ 0 w 1854200"/>
              <a:gd name="connsiteY0" fmla="*/ 0 h 5994401"/>
              <a:gd name="connsiteX1" fmla="*/ 1854200 w 1854200"/>
              <a:gd name="connsiteY1" fmla="*/ 0 h 5994401"/>
              <a:gd name="connsiteX2" fmla="*/ 1854200 w 1854200"/>
              <a:gd name="connsiteY2" fmla="*/ 5994401 h 5994401"/>
              <a:gd name="connsiteX3" fmla="*/ 0 w 1854200"/>
              <a:gd name="connsiteY3" fmla="*/ 5994401 h 5994401"/>
              <a:gd name="connsiteX4" fmla="*/ 0 w 1854200"/>
              <a:gd name="connsiteY4" fmla="*/ 0 h 5994401"/>
              <a:gd name="connsiteX0" fmla="*/ 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0 w 4953000"/>
              <a:gd name="connsiteY4" fmla="*/ 12700 h 6007101"/>
              <a:gd name="connsiteX0" fmla="*/ 292100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2921000 w 4953000"/>
              <a:gd name="connsiteY4" fmla="*/ 12700 h 6007101"/>
              <a:gd name="connsiteX0" fmla="*/ 2921000 w 4953000"/>
              <a:gd name="connsiteY0" fmla="*/ 12700 h 6007101"/>
              <a:gd name="connsiteX1" fmla="*/ 4953000 w 4953000"/>
              <a:gd name="connsiteY1" fmla="*/ 0 h 6007101"/>
              <a:gd name="connsiteX2" fmla="*/ 1968500 w 4953000"/>
              <a:gd name="connsiteY2" fmla="*/ 5994401 h 6007101"/>
              <a:gd name="connsiteX3" fmla="*/ 0 w 4953000"/>
              <a:gd name="connsiteY3" fmla="*/ 6007101 h 6007101"/>
              <a:gd name="connsiteX4" fmla="*/ 2921000 w 4953000"/>
              <a:gd name="connsiteY4" fmla="*/ 12700 h 6007101"/>
              <a:gd name="connsiteX0" fmla="*/ 2921000 w 5359400"/>
              <a:gd name="connsiteY0" fmla="*/ 12700 h 6007101"/>
              <a:gd name="connsiteX1" fmla="*/ 4953000 w 5359400"/>
              <a:gd name="connsiteY1" fmla="*/ 0 h 6007101"/>
              <a:gd name="connsiteX2" fmla="*/ 5359400 w 5359400"/>
              <a:gd name="connsiteY2" fmla="*/ 6007101 h 6007101"/>
              <a:gd name="connsiteX3" fmla="*/ 0 w 5359400"/>
              <a:gd name="connsiteY3" fmla="*/ 6007101 h 6007101"/>
              <a:gd name="connsiteX4" fmla="*/ 2921000 w 5359400"/>
              <a:gd name="connsiteY4" fmla="*/ 12700 h 6007101"/>
              <a:gd name="connsiteX0" fmla="*/ 2921000 w 5384800"/>
              <a:gd name="connsiteY0" fmla="*/ 0 h 5994401"/>
              <a:gd name="connsiteX1" fmla="*/ 5384800 w 5384800"/>
              <a:gd name="connsiteY1" fmla="*/ 0 h 5994401"/>
              <a:gd name="connsiteX2" fmla="*/ 5359400 w 5384800"/>
              <a:gd name="connsiteY2" fmla="*/ 5994401 h 5994401"/>
              <a:gd name="connsiteX3" fmla="*/ 0 w 5384800"/>
              <a:gd name="connsiteY3" fmla="*/ 5994401 h 5994401"/>
              <a:gd name="connsiteX4" fmla="*/ 2921000 w 5384800"/>
              <a:gd name="connsiteY4" fmla="*/ 0 h 5994401"/>
              <a:gd name="connsiteX0" fmla="*/ 2921000 w 5384800"/>
              <a:gd name="connsiteY0" fmla="*/ 0 h 6002085"/>
              <a:gd name="connsiteX1" fmla="*/ 5384800 w 5384800"/>
              <a:gd name="connsiteY1" fmla="*/ 0 h 6002085"/>
              <a:gd name="connsiteX2" fmla="*/ 5305612 w 5384800"/>
              <a:gd name="connsiteY2" fmla="*/ 6002085 h 6002085"/>
              <a:gd name="connsiteX3" fmla="*/ 0 w 5384800"/>
              <a:gd name="connsiteY3" fmla="*/ 5994401 h 6002085"/>
              <a:gd name="connsiteX4" fmla="*/ 2921000 w 5384800"/>
              <a:gd name="connsiteY4" fmla="*/ 0 h 6002085"/>
              <a:gd name="connsiteX0" fmla="*/ 2921000 w 5384800"/>
              <a:gd name="connsiteY0" fmla="*/ 0 h 6002085"/>
              <a:gd name="connsiteX1" fmla="*/ 5384800 w 5384800"/>
              <a:gd name="connsiteY1" fmla="*/ 0 h 6002085"/>
              <a:gd name="connsiteX2" fmla="*/ 5374768 w 5384800"/>
              <a:gd name="connsiteY2" fmla="*/ 6002085 h 6002085"/>
              <a:gd name="connsiteX3" fmla="*/ 0 w 5384800"/>
              <a:gd name="connsiteY3" fmla="*/ 5994401 h 6002085"/>
              <a:gd name="connsiteX4" fmla="*/ 2921000 w 5384800"/>
              <a:gd name="connsiteY4" fmla="*/ 0 h 6002085"/>
              <a:gd name="connsiteX0" fmla="*/ 2921000 w 5384800"/>
              <a:gd name="connsiteY0" fmla="*/ 0 h 6002085"/>
              <a:gd name="connsiteX1" fmla="*/ 5384800 w 5384800"/>
              <a:gd name="connsiteY1" fmla="*/ 0 h 6002085"/>
              <a:gd name="connsiteX2" fmla="*/ 5374768 w 5384800"/>
              <a:gd name="connsiteY2" fmla="*/ 6002085 h 6002085"/>
              <a:gd name="connsiteX3" fmla="*/ 0 w 5384800"/>
              <a:gd name="connsiteY3" fmla="*/ 5994401 h 6002085"/>
              <a:gd name="connsiteX4" fmla="*/ 2921000 w 5384800"/>
              <a:gd name="connsiteY4" fmla="*/ 0 h 6002085"/>
              <a:gd name="connsiteX0" fmla="*/ 2899735 w 5384800"/>
              <a:gd name="connsiteY0" fmla="*/ 7074 h 6002085"/>
              <a:gd name="connsiteX1" fmla="*/ 5384800 w 5384800"/>
              <a:gd name="connsiteY1" fmla="*/ 0 h 6002085"/>
              <a:gd name="connsiteX2" fmla="*/ 5374768 w 5384800"/>
              <a:gd name="connsiteY2" fmla="*/ 6002085 h 6002085"/>
              <a:gd name="connsiteX3" fmla="*/ 0 w 5384800"/>
              <a:gd name="connsiteY3" fmla="*/ 5994401 h 6002085"/>
              <a:gd name="connsiteX4" fmla="*/ 2899735 w 5384800"/>
              <a:gd name="connsiteY4" fmla="*/ 7074 h 6002085"/>
              <a:gd name="connsiteX0" fmla="*/ 2899735 w 5391888"/>
              <a:gd name="connsiteY0" fmla="*/ 7074 h 6002085"/>
              <a:gd name="connsiteX1" fmla="*/ 5391888 w 5391888"/>
              <a:gd name="connsiteY1" fmla="*/ 0 h 6002085"/>
              <a:gd name="connsiteX2" fmla="*/ 5374768 w 5391888"/>
              <a:gd name="connsiteY2" fmla="*/ 6002085 h 6002085"/>
              <a:gd name="connsiteX3" fmla="*/ 0 w 5391888"/>
              <a:gd name="connsiteY3" fmla="*/ 5994401 h 6002085"/>
              <a:gd name="connsiteX4" fmla="*/ 2899735 w 5391888"/>
              <a:gd name="connsiteY4" fmla="*/ 7074 h 6002085"/>
              <a:gd name="connsiteX0" fmla="*/ 2910621 w 5402774"/>
              <a:gd name="connsiteY0" fmla="*/ 7074 h 6002085"/>
              <a:gd name="connsiteX1" fmla="*/ 5402774 w 5402774"/>
              <a:gd name="connsiteY1" fmla="*/ 0 h 6002085"/>
              <a:gd name="connsiteX2" fmla="*/ 5385654 w 5402774"/>
              <a:gd name="connsiteY2" fmla="*/ 6002085 h 6002085"/>
              <a:gd name="connsiteX3" fmla="*/ 0 w 5402774"/>
              <a:gd name="connsiteY3" fmla="*/ 5983539 h 6002085"/>
              <a:gd name="connsiteX4" fmla="*/ 2910621 w 5402774"/>
              <a:gd name="connsiteY4" fmla="*/ 7074 h 6002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2774" h="6002085">
                <a:moveTo>
                  <a:pt x="2910621" y="7074"/>
                </a:moveTo>
                <a:lnTo>
                  <a:pt x="5402774" y="0"/>
                </a:lnTo>
                <a:cubicBezTo>
                  <a:pt x="5397067" y="2000695"/>
                  <a:pt x="5391361" y="4001390"/>
                  <a:pt x="5385654" y="6002085"/>
                </a:cubicBezTo>
                <a:lnTo>
                  <a:pt x="0" y="5983539"/>
                </a:lnTo>
                <a:lnTo>
                  <a:pt x="2910621" y="7074"/>
                </a:lnTo>
                <a:close/>
              </a:path>
            </a:pathLst>
          </a:custGeom>
          <a:gradFill flip="none" rotWithShape="1">
            <a:gsLst>
              <a:gs pos="92697">
                <a:schemeClr val="tx2">
                  <a:lumMod val="90000"/>
                  <a:lumOff val="10000"/>
                </a:schemeClr>
              </a:gs>
              <a:gs pos="0">
                <a:schemeClr val="tx2">
                  <a:lumMod val="90000"/>
                  <a:lumOff val="10000"/>
                </a:schemeClr>
              </a:gs>
              <a:gs pos="0">
                <a:schemeClr val="tx2">
                  <a:lumMod val="90000"/>
                  <a:lumOff val="10000"/>
                </a:schemeClr>
              </a:gs>
              <a:gs pos="0">
                <a:schemeClr val="tx2">
                  <a:lumMod val="75000"/>
                  <a:lumOff val="25000"/>
                </a:schemeClr>
              </a:gs>
              <a:gs pos="0">
                <a:schemeClr val="tx1">
                  <a:lumMod val="50000"/>
                  <a:lumOff val="50000"/>
                </a:schemeClr>
              </a:gs>
            </a:gsLst>
            <a:lin ang="5400000" scaled="1"/>
            <a:tileRect/>
          </a:gradFill>
          <a:ln>
            <a:solidFill>
              <a:schemeClr val="tx2">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2" name="Title 1">
            <a:extLst>
              <a:ext uri="{FF2B5EF4-FFF2-40B4-BE49-F238E27FC236}">
                <a16:creationId xmlns:a16="http://schemas.microsoft.com/office/drawing/2014/main" id="{0A9964C8-A175-D7AF-3FA4-B94E39C6FA6A}"/>
              </a:ext>
            </a:extLst>
          </p:cNvPr>
          <p:cNvSpPr>
            <a:spLocks noGrp="1"/>
          </p:cNvSpPr>
          <p:nvPr>
            <p:ph type="title"/>
          </p:nvPr>
        </p:nvSpPr>
        <p:spPr>
          <a:xfrm>
            <a:off x="5177642" y="863600"/>
            <a:ext cx="6602409" cy="1325563"/>
          </a:xfrm>
        </p:spPr>
        <p:txBody>
          <a:bodyPr/>
          <a:lstStyle>
            <a:lvl1pPr algn="l">
              <a:defRPr/>
            </a:lvl1pPr>
          </a:lstStyle>
          <a:p>
            <a:r>
              <a:rPr lang="en-US"/>
              <a:t>Click to edit Master title style</a:t>
            </a:r>
            <a:endParaRPr lang="en-MY"/>
          </a:p>
        </p:txBody>
      </p:sp>
      <p:sp>
        <p:nvSpPr>
          <p:cNvPr id="7" name="Footer Placeholder 6">
            <a:extLst>
              <a:ext uri="{FF2B5EF4-FFF2-40B4-BE49-F238E27FC236}">
                <a16:creationId xmlns:a16="http://schemas.microsoft.com/office/drawing/2014/main" id="{218BB686-D3F9-1D8F-D64E-90E02ADE7149}"/>
              </a:ext>
            </a:extLst>
          </p:cNvPr>
          <p:cNvSpPr>
            <a:spLocks noGrp="1"/>
          </p:cNvSpPr>
          <p:nvPr>
            <p:ph type="ftr" sz="quarter" idx="10"/>
          </p:nvPr>
        </p:nvSpPr>
        <p:spPr/>
        <p:txBody>
          <a:bodyPr/>
          <a:lstStyle/>
          <a:p>
            <a:endParaRPr lang="en-MY"/>
          </a:p>
        </p:txBody>
      </p:sp>
      <p:sp>
        <p:nvSpPr>
          <p:cNvPr id="8" name="Slide Number Placeholder 7">
            <a:extLst>
              <a:ext uri="{FF2B5EF4-FFF2-40B4-BE49-F238E27FC236}">
                <a16:creationId xmlns:a16="http://schemas.microsoft.com/office/drawing/2014/main" id="{6920BB4C-A1BB-9467-1FED-1640114B7ECB}"/>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403" name="Rectangle 402">
            <a:extLst>
              <a:ext uri="{FF2B5EF4-FFF2-40B4-BE49-F238E27FC236}">
                <a16:creationId xmlns:a16="http://schemas.microsoft.com/office/drawing/2014/main" id="{6A000B49-9D64-40CD-6D5C-B6D3C3A05783}"/>
              </a:ext>
            </a:extLst>
          </p:cNvPr>
          <p:cNvSpPr/>
          <p:nvPr userDrawn="1"/>
        </p:nvSpPr>
        <p:spPr>
          <a:xfrm rot="10800000">
            <a:off x="589750" y="-12702"/>
            <a:ext cx="4953000" cy="6007101"/>
          </a:xfrm>
          <a:custGeom>
            <a:avLst/>
            <a:gdLst>
              <a:gd name="connsiteX0" fmla="*/ 0 w 1854200"/>
              <a:gd name="connsiteY0" fmla="*/ 0 h 5994401"/>
              <a:gd name="connsiteX1" fmla="*/ 1854200 w 1854200"/>
              <a:gd name="connsiteY1" fmla="*/ 0 h 5994401"/>
              <a:gd name="connsiteX2" fmla="*/ 1854200 w 1854200"/>
              <a:gd name="connsiteY2" fmla="*/ 5994401 h 5994401"/>
              <a:gd name="connsiteX3" fmla="*/ 0 w 1854200"/>
              <a:gd name="connsiteY3" fmla="*/ 5994401 h 5994401"/>
              <a:gd name="connsiteX4" fmla="*/ 0 w 1854200"/>
              <a:gd name="connsiteY4" fmla="*/ 0 h 5994401"/>
              <a:gd name="connsiteX0" fmla="*/ 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0 w 4953000"/>
              <a:gd name="connsiteY4" fmla="*/ 12700 h 6007101"/>
              <a:gd name="connsiteX0" fmla="*/ 292100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2921000 w 4953000"/>
              <a:gd name="connsiteY4" fmla="*/ 12700 h 6007101"/>
              <a:gd name="connsiteX0" fmla="*/ 2921000 w 4953000"/>
              <a:gd name="connsiteY0" fmla="*/ 12700 h 6007101"/>
              <a:gd name="connsiteX1" fmla="*/ 4953000 w 4953000"/>
              <a:gd name="connsiteY1" fmla="*/ 0 h 6007101"/>
              <a:gd name="connsiteX2" fmla="*/ 1968500 w 4953000"/>
              <a:gd name="connsiteY2" fmla="*/ 5994401 h 6007101"/>
              <a:gd name="connsiteX3" fmla="*/ 0 w 4953000"/>
              <a:gd name="connsiteY3" fmla="*/ 6007101 h 6007101"/>
              <a:gd name="connsiteX4" fmla="*/ 2921000 w 4953000"/>
              <a:gd name="connsiteY4" fmla="*/ 12700 h 6007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0" h="6007101">
                <a:moveTo>
                  <a:pt x="2921000" y="12700"/>
                </a:moveTo>
                <a:lnTo>
                  <a:pt x="4953000" y="0"/>
                </a:lnTo>
                <a:lnTo>
                  <a:pt x="1968500" y="5994401"/>
                </a:lnTo>
                <a:lnTo>
                  <a:pt x="0" y="6007101"/>
                </a:lnTo>
                <a:lnTo>
                  <a:pt x="2921000" y="12700"/>
                </a:lnTo>
                <a:close/>
              </a:path>
            </a:pathLst>
          </a:custGeom>
          <a:solidFill>
            <a:srgbClr val="C04C4C"/>
          </a:solidFill>
          <a:ln>
            <a:solidFill>
              <a:schemeClr val="tx2">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grpSp>
        <p:nvGrpSpPr>
          <p:cNvPr id="407" name="Group 406">
            <a:extLst>
              <a:ext uri="{FF2B5EF4-FFF2-40B4-BE49-F238E27FC236}">
                <a16:creationId xmlns:a16="http://schemas.microsoft.com/office/drawing/2014/main" id="{E3D9D7C3-250B-C66B-DB51-0E6C7E10BD02}"/>
              </a:ext>
            </a:extLst>
          </p:cNvPr>
          <p:cNvGrpSpPr/>
          <p:nvPr userDrawn="1"/>
        </p:nvGrpSpPr>
        <p:grpSpPr>
          <a:xfrm>
            <a:off x="1433777" y="5528221"/>
            <a:ext cx="613993" cy="75107"/>
            <a:chOff x="-1587" y="4763"/>
            <a:chExt cx="300037" cy="42862"/>
          </a:xfrm>
          <a:solidFill>
            <a:schemeClr val="bg1"/>
          </a:solidFill>
        </p:grpSpPr>
        <p:sp>
          <p:nvSpPr>
            <p:cNvPr id="408" name="Oval 13">
              <a:extLst>
                <a:ext uri="{FF2B5EF4-FFF2-40B4-BE49-F238E27FC236}">
                  <a16:creationId xmlns:a16="http://schemas.microsoft.com/office/drawing/2014/main" id="{EFF050FE-D3FD-BAE4-B33F-FCD8ABD26715}"/>
                </a:ext>
              </a:extLst>
            </p:cNvPr>
            <p:cNvSpPr>
              <a:spLocks noChangeArrowheads="1"/>
            </p:cNvSpPr>
            <p:nvPr/>
          </p:nvSpPr>
          <p:spPr bwMode="auto">
            <a:xfrm>
              <a:off x="-1587"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409" name="Oval 14">
              <a:extLst>
                <a:ext uri="{FF2B5EF4-FFF2-40B4-BE49-F238E27FC236}">
                  <a16:creationId xmlns:a16="http://schemas.microsoft.com/office/drawing/2014/main" id="{87630A76-4060-4BB0-EF18-A53082D0D8A0}"/>
                </a:ext>
              </a:extLst>
            </p:cNvPr>
            <p:cNvSpPr>
              <a:spLocks noChangeArrowheads="1"/>
            </p:cNvSpPr>
            <p:nvPr/>
          </p:nvSpPr>
          <p:spPr bwMode="auto">
            <a:xfrm>
              <a:off x="85725"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410" name="Oval 15">
              <a:extLst>
                <a:ext uri="{FF2B5EF4-FFF2-40B4-BE49-F238E27FC236}">
                  <a16:creationId xmlns:a16="http://schemas.microsoft.com/office/drawing/2014/main" id="{46B2C827-42B9-DBEC-F22A-F17CC0C8A77B}"/>
                </a:ext>
              </a:extLst>
            </p:cNvPr>
            <p:cNvSpPr>
              <a:spLocks noChangeArrowheads="1"/>
            </p:cNvSpPr>
            <p:nvPr/>
          </p:nvSpPr>
          <p:spPr bwMode="auto">
            <a:xfrm>
              <a:off x="171450"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411" name="Oval 16">
              <a:extLst>
                <a:ext uri="{FF2B5EF4-FFF2-40B4-BE49-F238E27FC236}">
                  <a16:creationId xmlns:a16="http://schemas.microsoft.com/office/drawing/2014/main" id="{B59EBCEA-4042-970A-98AD-2F36CD31C175}"/>
                </a:ext>
              </a:extLst>
            </p:cNvPr>
            <p:cNvSpPr>
              <a:spLocks noChangeArrowheads="1"/>
            </p:cNvSpPr>
            <p:nvPr/>
          </p:nvSpPr>
          <p:spPr bwMode="auto">
            <a:xfrm>
              <a:off x="261938"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grpSp>
      <p:sp>
        <p:nvSpPr>
          <p:cNvPr id="412" name="Rectangle 402">
            <a:extLst>
              <a:ext uri="{FF2B5EF4-FFF2-40B4-BE49-F238E27FC236}">
                <a16:creationId xmlns:a16="http://schemas.microsoft.com/office/drawing/2014/main" id="{673165B6-3265-E64F-D897-23F76C1FB9DB}"/>
              </a:ext>
            </a:extLst>
          </p:cNvPr>
          <p:cNvSpPr/>
          <p:nvPr userDrawn="1"/>
        </p:nvSpPr>
        <p:spPr>
          <a:xfrm rot="10800000">
            <a:off x="2231874" y="4927332"/>
            <a:ext cx="1150304" cy="1395112"/>
          </a:xfrm>
          <a:custGeom>
            <a:avLst/>
            <a:gdLst>
              <a:gd name="connsiteX0" fmla="*/ 0 w 1854200"/>
              <a:gd name="connsiteY0" fmla="*/ 0 h 5994401"/>
              <a:gd name="connsiteX1" fmla="*/ 1854200 w 1854200"/>
              <a:gd name="connsiteY1" fmla="*/ 0 h 5994401"/>
              <a:gd name="connsiteX2" fmla="*/ 1854200 w 1854200"/>
              <a:gd name="connsiteY2" fmla="*/ 5994401 h 5994401"/>
              <a:gd name="connsiteX3" fmla="*/ 0 w 1854200"/>
              <a:gd name="connsiteY3" fmla="*/ 5994401 h 5994401"/>
              <a:gd name="connsiteX4" fmla="*/ 0 w 1854200"/>
              <a:gd name="connsiteY4" fmla="*/ 0 h 5994401"/>
              <a:gd name="connsiteX0" fmla="*/ 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0 w 4953000"/>
              <a:gd name="connsiteY4" fmla="*/ 12700 h 6007101"/>
              <a:gd name="connsiteX0" fmla="*/ 292100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2921000 w 4953000"/>
              <a:gd name="connsiteY4" fmla="*/ 12700 h 6007101"/>
              <a:gd name="connsiteX0" fmla="*/ 2921000 w 4953000"/>
              <a:gd name="connsiteY0" fmla="*/ 12700 h 6007101"/>
              <a:gd name="connsiteX1" fmla="*/ 4953000 w 4953000"/>
              <a:gd name="connsiteY1" fmla="*/ 0 h 6007101"/>
              <a:gd name="connsiteX2" fmla="*/ 1968500 w 4953000"/>
              <a:gd name="connsiteY2" fmla="*/ 5994401 h 6007101"/>
              <a:gd name="connsiteX3" fmla="*/ 0 w 4953000"/>
              <a:gd name="connsiteY3" fmla="*/ 6007101 h 6007101"/>
              <a:gd name="connsiteX4" fmla="*/ 2921000 w 4953000"/>
              <a:gd name="connsiteY4" fmla="*/ 12700 h 6007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0" h="6007101">
                <a:moveTo>
                  <a:pt x="2921000" y="12700"/>
                </a:moveTo>
                <a:lnTo>
                  <a:pt x="4953000" y="0"/>
                </a:lnTo>
                <a:lnTo>
                  <a:pt x="1968500" y="5994401"/>
                </a:lnTo>
                <a:lnTo>
                  <a:pt x="0" y="6007101"/>
                </a:lnTo>
                <a:lnTo>
                  <a:pt x="2921000" y="1270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4" name="Picture Placeholder 2">
            <a:extLst>
              <a:ext uri="{FF2B5EF4-FFF2-40B4-BE49-F238E27FC236}">
                <a16:creationId xmlns:a16="http://schemas.microsoft.com/office/drawing/2014/main" id="{ED6BC3D2-2522-41DF-7A30-2E8260076555}"/>
              </a:ext>
            </a:extLst>
          </p:cNvPr>
          <p:cNvSpPr>
            <a:spLocks noGrp="1"/>
          </p:cNvSpPr>
          <p:nvPr>
            <p:ph type="pic" sz="quarter" idx="13"/>
          </p:nvPr>
        </p:nvSpPr>
        <p:spPr>
          <a:xfrm>
            <a:off x="68665" y="921703"/>
            <a:ext cx="4459468" cy="4278630"/>
          </a:xfrm>
          <a:custGeom>
            <a:avLst/>
            <a:gdLst>
              <a:gd name="connsiteX0" fmla="*/ 0 w 2905125"/>
              <a:gd name="connsiteY0" fmla="*/ 4278630 h 4278630"/>
              <a:gd name="connsiteX1" fmla="*/ 1053834 w 2905125"/>
              <a:gd name="connsiteY1" fmla="*/ 0 h 4278630"/>
              <a:gd name="connsiteX2" fmla="*/ 2905125 w 2905125"/>
              <a:gd name="connsiteY2" fmla="*/ 0 h 4278630"/>
              <a:gd name="connsiteX3" fmla="*/ 1851291 w 2905125"/>
              <a:gd name="connsiteY3" fmla="*/ 4278630 h 4278630"/>
              <a:gd name="connsiteX4" fmla="*/ 0 w 2905125"/>
              <a:gd name="connsiteY4" fmla="*/ 4278630 h 4278630"/>
              <a:gd name="connsiteX0" fmla="*/ 0 w 4065185"/>
              <a:gd name="connsiteY0" fmla="*/ 4278630 h 4278630"/>
              <a:gd name="connsiteX1" fmla="*/ 2213894 w 4065185"/>
              <a:gd name="connsiteY1" fmla="*/ 0 h 4278630"/>
              <a:gd name="connsiteX2" fmla="*/ 4065185 w 4065185"/>
              <a:gd name="connsiteY2" fmla="*/ 0 h 4278630"/>
              <a:gd name="connsiteX3" fmla="*/ 3011351 w 4065185"/>
              <a:gd name="connsiteY3" fmla="*/ 4278630 h 4278630"/>
              <a:gd name="connsiteX4" fmla="*/ 0 w 4065185"/>
              <a:gd name="connsiteY4" fmla="*/ 4278630 h 4278630"/>
              <a:gd name="connsiteX0" fmla="*/ 0 w 4065185"/>
              <a:gd name="connsiteY0" fmla="*/ 4278630 h 4278630"/>
              <a:gd name="connsiteX1" fmla="*/ 997490 w 4065185"/>
              <a:gd name="connsiteY1" fmla="*/ 0 h 4278630"/>
              <a:gd name="connsiteX2" fmla="*/ 4065185 w 4065185"/>
              <a:gd name="connsiteY2" fmla="*/ 0 h 4278630"/>
              <a:gd name="connsiteX3" fmla="*/ 3011351 w 4065185"/>
              <a:gd name="connsiteY3" fmla="*/ 4278630 h 4278630"/>
              <a:gd name="connsiteX4" fmla="*/ 0 w 4065185"/>
              <a:gd name="connsiteY4" fmla="*/ 4278630 h 4278630"/>
              <a:gd name="connsiteX0" fmla="*/ 0 w 4065185"/>
              <a:gd name="connsiteY0" fmla="*/ 4278630 h 4278630"/>
              <a:gd name="connsiteX1" fmla="*/ 997490 w 4065185"/>
              <a:gd name="connsiteY1" fmla="*/ 0 h 4278630"/>
              <a:gd name="connsiteX2" fmla="*/ 4065185 w 4065185"/>
              <a:gd name="connsiteY2" fmla="*/ 0 h 4278630"/>
              <a:gd name="connsiteX3" fmla="*/ 2432510 w 4065185"/>
              <a:gd name="connsiteY3" fmla="*/ 4270241 h 4278630"/>
              <a:gd name="connsiteX4" fmla="*/ 0 w 4065185"/>
              <a:gd name="connsiteY4" fmla="*/ 4278630 h 4278630"/>
              <a:gd name="connsiteX0" fmla="*/ 0 w 4442690"/>
              <a:gd name="connsiteY0" fmla="*/ 4278630 h 4278630"/>
              <a:gd name="connsiteX1" fmla="*/ 997490 w 4442690"/>
              <a:gd name="connsiteY1" fmla="*/ 0 h 4278630"/>
              <a:gd name="connsiteX2" fmla="*/ 4442690 w 4442690"/>
              <a:gd name="connsiteY2" fmla="*/ 16778 h 4278630"/>
              <a:gd name="connsiteX3" fmla="*/ 2432510 w 4442690"/>
              <a:gd name="connsiteY3" fmla="*/ 4270241 h 4278630"/>
              <a:gd name="connsiteX4" fmla="*/ 0 w 4442690"/>
              <a:gd name="connsiteY4" fmla="*/ 4278630 h 4278630"/>
              <a:gd name="connsiteX0" fmla="*/ 0 w 4442690"/>
              <a:gd name="connsiteY0" fmla="*/ 4278630 h 4278630"/>
              <a:gd name="connsiteX1" fmla="*/ 997490 w 4442690"/>
              <a:gd name="connsiteY1" fmla="*/ 0 h 4278630"/>
              <a:gd name="connsiteX2" fmla="*/ 4442690 w 4442690"/>
              <a:gd name="connsiteY2" fmla="*/ 16778 h 4278630"/>
              <a:gd name="connsiteX3" fmla="*/ 2432510 w 4442690"/>
              <a:gd name="connsiteY3" fmla="*/ 4270241 h 4278630"/>
              <a:gd name="connsiteX4" fmla="*/ 0 w 4442690"/>
              <a:gd name="connsiteY4" fmla="*/ 4278630 h 4278630"/>
              <a:gd name="connsiteX0" fmla="*/ 0 w 4375578"/>
              <a:gd name="connsiteY0" fmla="*/ 4278630 h 4278630"/>
              <a:gd name="connsiteX1" fmla="*/ 997490 w 4375578"/>
              <a:gd name="connsiteY1" fmla="*/ 0 h 4278630"/>
              <a:gd name="connsiteX2" fmla="*/ 4375578 w 4375578"/>
              <a:gd name="connsiteY2" fmla="*/ 8389 h 4278630"/>
              <a:gd name="connsiteX3" fmla="*/ 2432510 w 4375578"/>
              <a:gd name="connsiteY3" fmla="*/ 4270241 h 4278630"/>
              <a:gd name="connsiteX4" fmla="*/ 0 w 4375578"/>
              <a:gd name="connsiteY4" fmla="*/ 4278630 h 4278630"/>
              <a:gd name="connsiteX0" fmla="*/ 0 w 4459468"/>
              <a:gd name="connsiteY0" fmla="*/ 4278630 h 4278630"/>
              <a:gd name="connsiteX1" fmla="*/ 997490 w 4459468"/>
              <a:gd name="connsiteY1" fmla="*/ 0 h 4278630"/>
              <a:gd name="connsiteX2" fmla="*/ 4459468 w 4459468"/>
              <a:gd name="connsiteY2" fmla="*/ 0 h 4278630"/>
              <a:gd name="connsiteX3" fmla="*/ 2432510 w 4459468"/>
              <a:gd name="connsiteY3" fmla="*/ 4270241 h 4278630"/>
              <a:gd name="connsiteX4" fmla="*/ 0 w 4459468"/>
              <a:gd name="connsiteY4" fmla="*/ 4278630 h 4278630"/>
              <a:gd name="connsiteX0" fmla="*/ 0 w 4459468"/>
              <a:gd name="connsiteY0" fmla="*/ 4278630 h 4278630"/>
              <a:gd name="connsiteX1" fmla="*/ 2130004 w 4459468"/>
              <a:gd name="connsiteY1" fmla="*/ 0 h 4278630"/>
              <a:gd name="connsiteX2" fmla="*/ 4459468 w 4459468"/>
              <a:gd name="connsiteY2" fmla="*/ 0 h 4278630"/>
              <a:gd name="connsiteX3" fmla="*/ 2432510 w 4459468"/>
              <a:gd name="connsiteY3" fmla="*/ 4270241 h 4278630"/>
              <a:gd name="connsiteX4" fmla="*/ 0 w 4459468"/>
              <a:gd name="connsiteY4" fmla="*/ 4278630 h 4278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9468" h="4278630">
                <a:moveTo>
                  <a:pt x="0" y="4278630"/>
                </a:moveTo>
                <a:lnTo>
                  <a:pt x="2130004" y="0"/>
                </a:lnTo>
                <a:lnTo>
                  <a:pt x="4459468" y="0"/>
                </a:lnTo>
                <a:lnTo>
                  <a:pt x="2432510" y="4270241"/>
                </a:lnTo>
                <a:lnTo>
                  <a:pt x="0" y="4278630"/>
                </a:lnTo>
                <a:close/>
              </a:path>
            </a:pathLst>
          </a:custGeom>
        </p:spPr>
        <p:txBody>
          <a:bodyPr/>
          <a:lstStyle/>
          <a:p>
            <a:endParaRPr lang="en-MY"/>
          </a:p>
        </p:txBody>
      </p:sp>
      <p:pic>
        <p:nvPicPr>
          <p:cNvPr id="15" name="Picture 14" descr="Logo&#10;&#10;Description automatically generated">
            <a:extLst>
              <a:ext uri="{FF2B5EF4-FFF2-40B4-BE49-F238E27FC236}">
                <a16:creationId xmlns:a16="http://schemas.microsoft.com/office/drawing/2014/main" id="{12B52E9B-EBD9-59E5-FD4A-F852C1B6F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6666444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_layout_01">
    <p:bg>
      <p:bgPr>
        <a:solidFill>
          <a:srgbClr val="C04C4C"/>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597D312-FCF4-DE33-A475-5EF12430433B}"/>
              </a:ext>
            </a:extLst>
          </p:cNvPr>
          <p:cNvSpPr>
            <a:spLocks noGrp="1"/>
          </p:cNvSpPr>
          <p:nvPr>
            <p:ph type="ftr" sz="quarter" idx="10"/>
          </p:nvPr>
        </p:nvSpPr>
        <p:spPr/>
        <p:txBody>
          <a:bodyPr/>
          <a:lstStyle/>
          <a:p>
            <a:endParaRPr lang="en-MY" dirty="0"/>
          </a:p>
        </p:txBody>
      </p:sp>
      <p:sp>
        <p:nvSpPr>
          <p:cNvPr id="4" name="Slide Number Placeholder 3">
            <a:extLst>
              <a:ext uri="{FF2B5EF4-FFF2-40B4-BE49-F238E27FC236}">
                <a16:creationId xmlns:a16="http://schemas.microsoft.com/office/drawing/2014/main" id="{D2C172CD-6881-B6F2-739F-2CB7D2B50239}"/>
              </a:ext>
            </a:extLst>
          </p:cNvPr>
          <p:cNvSpPr>
            <a:spLocks noGrp="1"/>
          </p:cNvSpPr>
          <p:nvPr>
            <p:ph type="sldNum" sz="quarter" idx="11"/>
          </p:nvPr>
        </p:nvSpPr>
        <p:spPr/>
        <p:txBody>
          <a:bodyPr/>
          <a:lstStyle/>
          <a:p>
            <a:fld id="{7737D3DD-0AB3-4F16-99FA-6262B2B4036D}" type="slidenum">
              <a:rPr lang="en-MY" smtClean="0"/>
              <a:pPr/>
              <a:t>‹#›</a:t>
            </a:fld>
            <a:endParaRPr lang="en-MY" dirty="0"/>
          </a:p>
        </p:txBody>
      </p:sp>
      <p:sp>
        <p:nvSpPr>
          <p:cNvPr id="5" name="Rectangle 4">
            <a:extLst>
              <a:ext uri="{FF2B5EF4-FFF2-40B4-BE49-F238E27FC236}">
                <a16:creationId xmlns:a16="http://schemas.microsoft.com/office/drawing/2014/main" id="{0569989E-F336-675A-C17F-6BEC4980C6E2}"/>
              </a:ext>
            </a:extLst>
          </p:cNvPr>
          <p:cNvSpPr/>
          <p:nvPr userDrawn="1"/>
        </p:nvSpPr>
        <p:spPr>
          <a:xfrm>
            <a:off x="0" y="-1"/>
            <a:ext cx="12192000" cy="6858000"/>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pic>
        <p:nvPicPr>
          <p:cNvPr id="7" name="Picture 6">
            <a:extLst>
              <a:ext uri="{FF2B5EF4-FFF2-40B4-BE49-F238E27FC236}">
                <a16:creationId xmlns:a16="http://schemas.microsoft.com/office/drawing/2014/main" id="{A2B09A61-C8B8-77A3-B50F-C473B78F17E2}"/>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9" name="Freeform 88">
            <a:extLst>
              <a:ext uri="{FF2B5EF4-FFF2-40B4-BE49-F238E27FC236}">
                <a16:creationId xmlns:a16="http://schemas.microsoft.com/office/drawing/2014/main" id="{B895953F-CAF8-92F3-1EC5-F97B90F9D599}"/>
              </a:ext>
            </a:extLst>
          </p:cNvPr>
          <p:cNvSpPr>
            <a:spLocks noEditPoints="1"/>
          </p:cNvSpPr>
          <p:nvPr userDrawn="1"/>
        </p:nvSpPr>
        <p:spPr bwMode="auto">
          <a:xfrm rot="13500000">
            <a:off x="8565369" y="-3309433"/>
            <a:ext cx="12148525" cy="10716021"/>
          </a:xfrm>
          <a:custGeom>
            <a:avLst/>
            <a:gdLst>
              <a:gd name="T0" fmla="*/ 456 w 460"/>
              <a:gd name="T1" fmla="*/ 144 h 405"/>
              <a:gd name="T2" fmla="*/ 389 w 460"/>
              <a:gd name="T3" fmla="*/ 39 h 405"/>
              <a:gd name="T4" fmla="*/ 253 w 460"/>
              <a:gd name="T5" fmla="*/ 3 h 405"/>
              <a:gd name="T6" fmla="*/ 175 w 460"/>
              <a:gd name="T7" fmla="*/ 21 h 405"/>
              <a:gd name="T8" fmla="*/ 107 w 460"/>
              <a:gd name="T9" fmla="*/ 59 h 405"/>
              <a:gd name="T10" fmla="*/ 28 w 460"/>
              <a:gd name="T11" fmla="*/ 137 h 405"/>
              <a:gd name="T12" fmla="*/ 12 w 460"/>
              <a:gd name="T13" fmla="*/ 248 h 405"/>
              <a:gd name="T14" fmla="*/ 76 w 460"/>
              <a:gd name="T15" fmla="*/ 340 h 405"/>
              <a:gd name="T16" fmla="*/ 186 w 460"/>
              <a:gd name="T17" fmla="*/ 398 h 405"/>
              <a:gd name="T18" fmla="*/ 243 w 460"/>
              <a:gd name="T19" fmla="*/ 404 h 405"/>
              <a:gd name="T20" fmla="*/ 306 w 460"/>
              <a:gd name="T21" fmla="*/ 390 h 405"/>
              <a:gd name="T22" fmla="*/ 416 w 460"/>
              <a:gd name="T23" fmla="*/ 307 h 405"/>
              <a:gd name="T24" fmla="*/ 460 w 460"/>
              <a:gd name="T25" fmla="*/ 179 h 405"/>
              <a:gd name="T26" fmla="*/ 456 w 460"/>
              <a:gd name="T27" fmla="*/ 144 h 405"/>
              <a:gd name="T28" fmla="*/ 456 w 460"/>
              <a:gd name="T29" fmla="*/ 144 h 405"/>
              <a:gd name="T30" fmla="*/ 423 w 460"/>
              <a:gd name="T31" fmla="*/ 195 h 405"/>
              <a:gd name="T32" fmla="*/ 380 w 460"/>
              <a:gd name="T33" fmla="*/ 297 h 405"/>
              <a:gd name="T34" fmla="*/ 299 w 460"/>
              <a:gd name="T35" fmla="*/ 350 h 405"/>
              <a:gd name="T36" fmla="*/ 240 w 460"/>
              <a:gd name="T37" fmla="*/ 355 h 405"/>
              <a:gd name="T38" fmla="*/ 240 w 460"/>
              <a:gd name="T39" fmla="*/ 355 h 405"/>
              <a:gd name="T40" fmla="*/ 127 w 460"/>
              <a:gd name="T41" fmla="*/ 281 h 405"/>
              <a:gd name="T42" fmla="*/ 95 w 460"/>
              <a:gd name="T43" fmla="*/ 212 h 405"/>
              <a:gd name="T44" fmla="*/ 103 w 460"/>
              <a:gd name="T45" fmla="*/ 167 h 405"/>
              <a:gd name="T46" fmla="*/ 143 w 460"/>
              <a:gd name="T47" fmla="*/ 112 h 405"/>
              <a:gd name="T48" fmla="*/ 186 w 460"/>
              <a:gd name="T49" fmla="*/ 78 h 405"/>
              <a:gd name="T50" fmla="*/ 339 w 460"/>
              <a:gd name="T51" fmla="*/ 66 h 405"/>
              <a:gd name="T52" fmla="*/ 423 w 460"/>
              <a:gd name="T53" fmla="*/ 180 h 405"/>
              <a:gd name="T54" fmla="*/ 423 w 460"/>
              <a:gd name="T55" fmla="*/ 195 h 405"/>
              <a:gd name="T56" fmla="*/ 423 w 460"/>
              <a:gd name="T57" fmla="*/ 1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0" h="405">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bg1">
              <a:alpha val="3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88">
            <a:extLst>
              <a:ext uri="{FF2B5EF4-FFF2-40B4-BE49-F238E27FC236}">
                <a16:creationId xmlns:a16="http://schemas.microsoft.com/office/drawing/2014/main" id="{063183E8-ED2B-748E-7754-13955CBFDBE0}"/>
              </a:ext>
            </a:extLst>
          </p:cNvPr>
          <p:cNvSpPr>
            <a:spLocks noEditPoints="1"/>
          </p:cNvSpPr>
          <p:nvPr userDrawn="1"/>
        </p:nvSpPr>
        <p:spPr bwMode="auto">
          <a:xfrm rot="1408779">
            <a:off x="6843673" y="-6248482"/>
            <a:ext cx="12148525" cy="10716021"/>
          </a:xfrm>
          <a:custGeom>
            <a:avLst/>
            <a:gdLst>
              <a:gd name="T0" fmla="*/ 456 w 460"/>
              <a:gd name="T1" fmla="*/ 144 h 405"/>
              <a:gd name="T2" fmla="*/ 389 w 460"/>
              <a:gd name="T3" fmla="*/ 39 h 405"/>
              <a:gd name="T4" fmla="*/ 253 w 460"/>
              <a:gd name="T5" fmla="*/ 3 h 405"/>
              <a:gd name="T6" fmla="*/ 175 w 460"/>
              <a:gd name="T7" fmla="*/ 21 h 405"/>
              <a:gd name="T8" fmla="*/ 107 w 460"/>
              <a:gd name="T9" fmla="*/ 59 h 405"/>
              <a:gd name="T10" fmla="*/ 28 w 460"/>
              <a:gd name="T11" fmla="*/ 137 h 405"/>
              <a:gd name="T12" fmla="*/ 12 w 460"/>
              <a:gd name="T13" fmla="*/ 248 h 405"/>
              <a:gd name="T14" fmla="*/ 76 w 460"/>
              <a:gd name="T15" fmla="*/ 340 h 405"/>
              <a:gd name="T16" fmla="*/ 186 w 460"/>
              <a:gd name="T17" fmla="*/ 398 h 405"/>
              <a:gd name="T18" fmla="*/ 243 w 460"/>
              <a:gd name="T19" fmla="*/ 404 h 405"/>
              <a:gd name="T20" fmla="*/ 306 w 460"/>
              <a:gd name="T21" fmla="*/ 390 h 405"/>
              <a:gd name="T22" fmla="*/ 416 w 460"/>
              <a:gd name="T23" fmla="*/ 307 h 405"/>
              <a:gd name="T24" fmla="*/ 460 w 460"/>
              <a:gd name="T25" fmla="*/ 179 h 405"/>
              <a:gd name="T26" fmla="*/ 456 w 460"/>
              <a:gd name="T27" fmla="*/ 144 h 405"/>
              <a:gd name="T28" fmla="*/ 456 w 460"/>
              <a:gd name="T29" fmla="*/ 144 h 405"/>
              <a:gd name="T30" fmla="*/ 423 w 460"/>
              <a:gd name="T31" fmla="*/ 195 h 405"/>
              <a:gd name="T32" fmla="*/ 380 w 460"/>
              <a:gd name="T33" fmla="*/ 297 h 405"/>
              <a:gd name="T34" fmla="*/ 299 w 460"/>
              <a:gd name="T35" fmla="*/ 350 h 405"/>
              <a:gd name="T36" fmla="*/ 240 w 460"/>
              <a:gd name="T37" fmla="*/ 355 h 405"/>
              <a:gd name="T38" fmla="*/ 240 w 460"/>
              <a:gd name="T39" fmla="*/ 355 h 405"/>
              <a:gd name="T40" fmla="*/ 127 w 460"/>
              <a:gd name="T41" fmla="*/ 281 h 405"/>
              <a:gd name="T42" fmla="*/ 95 w 460"/>
              <a:gd name="T43" fmla="*/ 212 h 405"/>
              <a:gd name="T44" fmla="*/ 103 w 460"/>
              <a:gd name="T45" fmla="*/ 167 h 405"/>
              <a:gd name="T46" fmla="*/ 143 w 460"/>
              <a:gd name="T47" fmla="*/ 112 h 405"/>
              <a:gd name="T48" fmla="*/ 186 w 460"/>
              <a:gd name="T49" fmla="*/ 78 h 405"/>
              <a:gd name="T50" fmla="*/ 339 w 460"/>
              <a:gd name="T51" fmla="*/ 66 h 405"/>
              <a:gd name="T52" fmla="*/ 423 w 460"/>
              <a:gd name="T53" fmla="*/ 180 h 405"/>
              <a:gd name="T54" fmla="*/ 423 w 460"/>
              <a:gd name="T55" fmla="*/ 195 h 405"/>
              <a:gd name="T56" fmla="*/ 423 w 460"/>
              <a:gd name="T57" fmla="*/ 1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0" h="405">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bg1">
              <a:alpha val="3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Picture Placeholder 2">
            <a:extLst>
              <a:ext uri="{FF2B5EF4-FFF2-40B4-BE49-F238E27FC236}">
                <a16:creationId xmlns:a16="http://schemas.microsoft.com/office/drawing/2014/main" id="{070865CC-7406-8BF6-F1B8-F40A463E721C}"/>
              </a:ext>
            </a:extLst>
          </p:cNvPr>
          <p:cNvSpPr>
            <a:spLocks noGrp="1"/>
          </p:cNvSpPr>
          <p:nvPr>
            <p:ph type="pic" sz="quarter" idx="13"/>
          </p:nvPr>
        </p:nvSpPr>
        <p:spPr>
          <a:xfrm>
            <a:off x="-109538" y="-83942"/>
            <a:ext cx="7441671" cy="7093790"/>
          </a:xfrm>
          <a:custGeom>
            <a:avLst/>
            <a:gdLst>
              <a:gd name="connsiteX0" fmla="*/ 0 w 2905125"/>
              <a:gd name="connsiteY0" fmla="*/ 0 h 4278630"/>
              <a:gd name="connsiteX1" fmla="*/ 2049449 w 2905125"/>
              <a:gd name="connsiteY1" fmla="*/ 0 h 4278630"/>
              <a:gd name="connsiteX2" fmla="*/ 2905125 w 2905125"/>
              <a:gd name="connsiteY2" fmla="*/ 855676 h 4278630"/>
              <a:gd name="connsiteX3" fmla="*/ 2905125 w 2905125"/>
              <a:gd name="connsiteY3" fmla="*/ 4278630 h 4278630"/>
              <a:gd name="connsiteX4" fmla="*/ 0 w 2905125"/>
              <a:gd name="connsiteY4" fmla="*/ 4278630 h 4278630"/>
              <a:gd name="connsiteX5" fmla="*/ 0 w 2905125"/>
              <a:gd name="connsiteY5" fmla="*/ 0 h 4278630"/>
              <a:gd name="connsiteX0" fmla="*/ 0 w 5206987"/>
              <a:gd name="connsiteY0" fmla="*/ 971550 h 5250180"/>
              <a:gd name="connsiteX1" fmla="*/ 5206987 w 5206987"/>
              <a:gd name="connsiteY1" fmla="*/ 0 h 5250180"/>
              <a:gd name="connsiteX2" fmla="*/ 2905125 w 5206987"/>
              <a:gd name="connsiteY2" fmla="*/ 1827226 h 5250180"/>
              <a:gd name="connsiteX3" fmla="*/ 2905125 w 5206987"/>
              <a:gd name="connsiteY3" fmla="*/ 5250180 h 5250180"/>
              <a:gd name="connsiteX4" fmla="*/ 0 w 5206987"/>
              <a:gd name="connsiteY4" fmla="*/ 5250180 h 5250180"/>
              <a:gd name="connsiteX5" fmla="*/ 0 w 5206987"/>
              <a:gd name="connsiteY5" fmla="*/ 971550 h 5250180"/>
              <a:gd name="connsiteX0" fmla="*/ 0 w 5206987"/>
              <a:gd name="connsiteY0" fmla="*/ 971550 h 6827851"/>
              <a:gd name="connsiteX1" fmla="*/ 5206987 w 5206987"/>
              <a:gd name="connsiteY1" fmla="*/ 0 h 6827851"/>
              <a:gd name="connsiteX2" fmla="*/ 3405188 w 5206987"/>
              <a:gd name="connsiteY2" fmla="*/ 6827851 h 6827851"/>
              <a:gd name="connsiteX3" fmla="*/ 2905125 w 5206987"/>
              <a:gd name="connsiteY3" fmla="*/ 5250180 h 6827851"/>
              <a:gd name="connsiteX4" fmla="*/ 0 w 5206987"/>
              <a:gd name="connsiteY4" fmla="*/ 5250180 h 6827851"/>
              <a:gd name="connsiteX5" fmla="*/ 0 w 5206987"/>
              <a:gd name="connsiteY5" fmla="*/ 971550 h 6827851"/>
              <a:gd name="connsiteX0" fmla="*/ 1323975 w 6530962"/>
              <a:gd name="connsiteY0" fmla="*/ 971550 h 6950393"/>
              <a:gd name="connsiteX1" fmla="*/ 6530962 w 6530962"/>
              <a:gd name="connsiteY1" fmla="*/ 0 h 6950393"/>
              <a:gd name="connsiteX2" fmla="*/ 4729163 w 6530962"/>
              <a:gd name="connsiteY2" fmla="*/ 6827851 h 6950393"/>
              <a:gd name="connsiteX3" fmla="*/ 0 w 6530962"/>
              <a:gd name="connsiteY3" fmla="*/ 6950393 h 6950393"/>
              <a:gd name="connsiteX4" fmla="*/ 1323975 w 6530962"/>
              <a:gd name="connsiteY4" fmla="*/ 5250180 h 6950393"/>
              <a:gd name="connsiteX5" fmla="*/ 1323975 w 6530962"/>
              <a:gd name="connsiteY5" fmla="*/ 971550 h 6950393"/>
              <a:gd name="connsiteX0" fmla="*/ 1323975 w 6530962"/>
              <a:gd name="connsiteY0" fmla="*/ 971550 h 7127888"/>
              <a:gd name="connsiteX1" fmla="*/ 6530962 w 6530962"/>
              <a:gd name="connsiteY1" fmla="*/ 0 h 7127888"/>
              <a:gd name="connsiteX2" fmla="*/ 5386388 w 6530962"/>
              <a:gd name="connsiteY2" fmla="*/ 7127888 h 7127888"/>
              <a:gd name="connsiteX3" fmla="*/ 0 w 6530962"/>
              <a:gd name="connsiteY3" fmla="*/ 6950393 h 7127888"/>
              <a:gd name="connsiteX4" fmla="*/ 1323975 w 6530962"/>
              <a:gd name="connsiteY4" fmla="*/ 5250180 h 7127888"/>
              <a:gd name="connsiteX5" fmla="*/ 1323975 w 6530962"/>
              <a:gd name="connsiteY5" fmla="*/ 971550 h 7127888"/>
              <a:gd name="connsiteX0" fmla="*/ 1323975 w 6530962"/>
              <a:gd name="connsiteY0" fmla="*/ 971550 h 7013588"/>
              <a:gd name="connsiteX1" fmla="*/ 6530962 w 6530962"/>
              <a:gd name="connsiteY1" fmla="*/ 0 h 7013588"/>
              <a:gd name="connsiteX2" fmla="*/ 5514976 w 6530962"/>
              <a:gd name="connsiteY2" fmla="*/ 7013588 h 7013588"/>
              <a:gd name="connsiteX3" fmla="*/ 0 w 6530962"/>
              <a:gd name="connsiteY3" fmla="*/ 6950393 h 7013588"/>
              <a:gd name="connsiteX4" fmla="*/ 1323975 w 6530962"/>
              <a:gd name="connsiteY4" fmla="*/ 5250180 h 7013588"/>
              <a:gd name="connsiteX5" fmla="*/ 1323975 w 6530962"/>
              <a:gd name="connsiteY5" fmla="*/ 971550 h 7013588"/>
              <a:gd name="connsiteX0" fmla="*/ 1338263 w 6545250"/>
              <a:gd name="connsiteY0" fmla="*/ 971550 h 7050406"/>
              <a:gd name="connsiteX1" fmla="*/ 6545250 w 6545250"/>
              <a:gd name="connsiteY1" fmla="*/ 0 h 7050406"/>
              <a:gd name="connsiteX2" fmla="*/ 5529264 w 6545250"/>
              <a:gd name="connsiteY2" fmla="*/ 7013588 h 7050406"/>
              <a:gd name="connsiteX3" fmla="*/ 0 w 6545250"/>
              <a:gd name="connsiteY3" fmla="*/ 7050406 h 7050406"/>
              <a:gd name="connsiteX4" fmla="*/ 1338263 w 6545250"/>
              <a:gd name="connsiteY4" fmla="*/ 5250180 h 7050406"/>
              <a:gd name="connsiteX5" fmla="*/ 1338263 w 6545250"/>
              <a:gd name="connsiteY5" fmla="*/ 971550 h 7050406"/>
              <a:gd name="connsiteX0" fmla="*/ 1338263 w 6545250"/>
              <a:gd name="connsiteY0" fmla="*/ 971550 h 7050406"/>
              <a:gd name="connsiteX1" fmla="*/ 6545250 w 6545250"/>
              <a:gd name="connsiteY1" fmla="*/ 0 h 7050406"/>
              <a:gd name="connsiteX2" fmla="*/ 5529264 w 6545250"/>
              <a:gd name="connsiteY2" fmla="*/ 7013588 h 7050406"/>
              <a:gd name="connsiteX3" fmla="*/ 0 w 6545250"/>
              <a:gd name="connsiteY3" fmla="*/ 7050406 h 7050406"/>
              <a:gd name="connsiteX4" fmla="*/ 1338263 w 6545250"/>
              <a:gd name="connsiteY4" fmla="*/ 5250180 h 7050406"/>
              <a:gd name="connsiteX5" fmla="*/ 1338263 w 6545250"/>
              <a:gd name="connsiteY5" fmla="*/ 971550 h 7050406"/>
              <a:gd name="connsiteX0" fmla="*/ 2424113 w 6545250"/>
              <a:gd name="connsiteY0" fmla="*/ 0 h 7078982"/>
              <a:gd name="connsiteX1" fmla="*/ 6545250 w 6545250"/>
              <a:gd name="connsiteY1" fmla="*/ 28576 h 7078982"/>
              <a:gd name="connsiteX2" fmla="*/ 5529264 w 6545250"/>
              <a:gd name="connsiteY2" fmla="*/ 7042164 h 7078982"/>
              <a:gd name="connsiteX3" fmla="*/ 0 w 6545250"/>
              <a:gd name="connsiteY3" fmla="*/ 7078982 h 7078982"/>
              <a:gd name="connsiteX4" fmla="*/ 1338263 w 6545250"/>
              <a:gd name="connsiteY4" fmla="*/ 5278756 h 7078982"/>
              <a:gd name="connsiteX5" fmla="*/ 2424113 w 6545250"/>
              <a:gd name="connsiteY5" fmla="*/ 0 h 7078982"/>
              <a:gd name="connsiteX0" fmla="*/ 2424113 w 7045312"/>
              <a:gd name="connsiteY0" fmla="*/ 28574 h 7107556"/>
              <a:gd name="connsiteX1" fmla="*/ 7045312 w 7045312"/>
              <a:gd name="connsiteY1" fmla="*/ 0 h 7107556"/>
              <a:gd name="connsiteX2" fmla="*/ 5529264 w 7045312"/>
              <a:gd name="connsiteY2" fmla="*/ 7070738 h 7107556"/>
              <a:gd name="connsiteX3" fmla="*/ 0 w 7045312"/>
              <a:gd name="connsiteY3" fmla="*/ 7107556 h 7107556"/>
              <a:gd name="connsiteX4" fmla="*/ 1338263 w 7045312"/>
              <a:gd name="connsiteY4" fmla="*/ 5307330 h 7107556"/>
              <a:gd name="connsiteX5" fmla="*/ 2424113 w 7045312"/>
              <a:gd name="connsiteY5" fmla="*/ 28574 h 7107556"/>
              <a:gd name="connsiteX0" fmla="*/ 2424113 w 7045312"/>
              <a:gd name="connsiteY0" fmla="*/ 28574 h 7107556"/>
              <a:gd name="connsiteX1" fmla="*/ 7045312 w 7045312"/>
              <a:gd name="connsiteY1" fmla="*/ 0 h 7107556"/>
              <a:gd name="connsiteX2" fmla="*/ 5529264 w 7045312"/>
              <a:gd name="connsiteY2" fmla="*/ 7070738 h 7107556"/>
              <a:gd name="connsiteX3" fmla="*/ 0 w 7045312"/>
              <a:gd name="connsiteY3" fmla="*/ 7107556 h 7107556"/>
              <a:gd name="connsiteX4" fmla="*/ 2424113 w 7045312"/>
              <a:gd name="connsiteY4" fmla="*/ 28574 h 7107556"/>
              <a:gd name="connsiteX0" fmla="*/ 2424113 w 7045312"/>
              <a:gd name="connsiteY0" fmla="*/ 28574 h 7107556"/>
              <a:gd name="connsiteX1" fmla="*/ 7045312 w 7045312"/>
              <a:gd name="connsiteY1" fmla="*/ 0 h 7107556"/>
              <a:gd name="connsiteX2" fmla="*/ 5529264 w 7045312"/>
              <a:gd name="connsiteY2" fmla="*/ 7070738 h 7107556"/>
              <a:gd name="connsiteX3" fmla="*/ 0 w 7045312"/>
              <a:gd name="connsiteY3" fmla="*/ 7107556 h 7107556"/>
              <a:gd name="connsiteX4" fmla="*/ 2424113 w 7045312"/>
              <a:gd name="connsiteY4" fmla="*/ 28574 h 7107556"/>
              <a:gd name="connsiteX0" fmla="*/ 2424113 w 8090341"/>
              <a:gd name="connsiteY0" fmla="*/ 16698 h 7095680"/>
              <a:gd name="connsiteX1" fmla="*/ 8090341 w 8090341"/>
              <a:gd name="connsiteY1" fmla="*/ 0 h 7095680"/>
              <a:gd name="connsiteX2" fmla="*/ 5529264 w 8090341"/>
              <a:gd name="connsiteY2" fmla="*/ 7058862 h 7095680"/>
              <a:gd name="connsiteX3" fmla="*/ 0 w 8090341"/>
              <a:gd name="connsiteY3" fmla="*/ 7095680 h 7095680"/>
              <a:gd name="connsiteX4" fmla="*/ 2424113 w 8090341"/>
              <a:gd name="connsiteY4" fmla="*/ 16698 h 7095680"/>
              <a:gd name="connsiteX0" fmla="*/ 2424113 w 8173468"/>
              <a:gd name="connsiteY0" fmla="*/ 0 h 7078982"/>
              <a:gd name="connsiteX1" fmla="*/ 8173468 w 8173468"/>
              <a:gd name="connsiteY1" fmla="*/ 18928 h 7078982"/>
              <a:gd name="connsiteX2" fmla="*/ 5529264 w 8173468"/>
              <a:gd name="connsiteY2" fmla="*/ 7042164 h 7078982"/>
              <a:gd name="connsiteX3" fmla="*/ 0 w 8173468"/>
              <a:gd name="connsiteY3" fmla="*/ 7078982 h 7078982"/>
              <a:gd name="connsiteX4" fmla="*/ 2424113 w 8173468"/>
              <a:gd name="connsiteY4" fmla="*/ 0 h 7078982"/>
              <a:gd name="connsiteX0" fmla="*/ 2424113 w 8173468"/>
              <a:gd name="connsiteY0" fmla="*/ 16698 h 7095680"/>
              <a:gd name="connsiteX1" fmla="*/ 8173468 w 8173468"/>
              <a:gd name="connsiteY1" fmla="*/ 0 h 7095680"/>
              <a:gd name="connsiteX2" fmla="*/ 5529264 w 8173468"/>
              <a:gd name="connsiteY2" fmla="*/ 7058862 h 7095680"/>
              <a:gd name="connsiteX3" fmla="*/ 0 w 8173468"/>
              <a:gd name="connsiteY3" fmla="*/ 7095680 h 7095680"/>
              <a:gd name="connsiteX4" fmla="*/ 2424113 w 8173468"/>
              <a:gd name="connsiteY4" fmla="*/ 16698 h 7095680"/>
              <a:gd name="connsiteX0" fmla="*/ 2424113 w 8173468"/>
              <a:gd name="connsiteY0" fmla="*/ 28574 h 7107556"/>
              <a:gd name="connsiteX1" fmla="*/ 8173468 w 8173468"/>
              <a:gd name="connsiteY1" fmla="*/ 0 h 7107556"/>
              <a:gd name="connsiteX2" fmla="*/ 5529264 w 8173468"/>
              <a:gd name="connsiteY2" fmla="*/ 7070738 h 7107556"/>
              <a:gd name="connsiteX3" fmla="*/ 0 w 8173468"/>
              <a:gd name="connsiteY3" fmla="*/ 7107556 h 7107556"/>
              <a:gd name="connsiteX4" fmla="*/ 2424113 w 8173468"/>
              <a:gd name="connsiteY4" fmla="*/ 28574 h 7107556"/>
              <a:gd name="connsiteX0" fmla="*/ 2424113 w 8204204"/>
              <a:gd name="connsiteY0" fmla="*/ 28574 h 7107556"/>
              <a:gd name="connsiteX1" fmla="*/ 8204204 w 8204204"/>
              <a:gd name="connsiteY1" fmla="*/ 0 h 7107556"/>
              <a:gd name="connsiteX2" fmla="*/ 5529264 w 8204204"/>
              <a:gd name="connsiteY2" fmla="*/ 7070738 h 7107556"/>
              <a:gd name="connsiteX3" fmla="*/ 0 w 8204204"/>
              <a:gd name="connsiteY3" fmla="*/ 7107556 h 7107556"/>
              <a:gd name="connsiteX4" fmla="*/ 2424113 w 8204204"/>
              <a:gd name="connsiteY4" fmla="*/ 28574 h 7107556"/>
              <a:gd name="connsiteX0" fmla="*/ 2424113 w 8219573"/>
              <a:gd name="connsiteY0" fmla="*/ 28574 h 7107556"/>
              <a:gd name="connsiteX1" fmla="*/ 8219573 w 8219573"/>
              <a:gd name="connsiteY1" fmla="*/ 0 h 7107556"/>
              <a:gd name="connsiteX2" fmla="*/ 5529264 w 8219573"/>
              <a:gd name="connsiteY2" fmla="*/ 7070738 h 7107556"/>
              <a:gd name="connsiteX3" fmla="*/ 0 w 8219573"/>
              <a:gd name="connsiteY3" fmla="*/ 7107556 h 7107556"/>
              <a:gd name="connsiteX4" fmla="*/ 2424113 w 8219573"/>
              <a:gd name="connsiteY4" fmla="*/ 28574 h 7107556"/>
              <a:gd name="connsiteX0" fmla="*/ 2424113 w 8265677"/>
              <a:gd name="connsiteY0" fmla="*/ 20889 h 7099871"/>
              <a:gd name="connsiteX1" fmla="*/ 8265677 w 8265677"/>
              <a:gd name="connsiteY1" fmla="*/ 0 h 7099871"/>
              <a:gd name="connsiteX2" fmla="*/ 5529264 w 8265677"/>
              <a:gd name="connsiteY2" fmla="*/ 7063053 h 7099871"/>
              <a:gd name="connsiteX3" fmla="*/ 0 w 8265677"/>
              <a:gd name="connsiteY3" fmla="*/ 7099871 h 7099871"/>
              <a:gd name="connsiteX4" fmla="*/ 2424113 w 8265677"/>
              <a:gd name="connsiteY4" fmla="*/ 20889 h 7099871"/>
              <a:gd name="connsiteX0" fmla="*/ 2424113 w 8288729"/>
              <a:gd name="connsiteY0" fmla="*/ 20889 h 7099871"/>
              <a:gd name="connsiteX1" fmla="*/ 8288729 w 8288729"/>
              <a:gd name="connsiteY1" fmla="*/ 0 h 7099871"/>
              <a:gd name="connsiteX2" fmla="*/ 5529264 w 8288729"/>
              <a:gd name="connsiteY2" fmla="*/ 7063053 h 7099871"/>
              <a:gd name="connsiteX3" fmla="*/ 0 w 8288729"/>
              <a:gd name="connsiteY3" fmla="*/ 7099871 h 7099871"/>
              <a:gd name="connsiteX4" fmla="*/ 2424113 w 8288729"/>
              <a:gd name="connsiteY4" fmla="*/ 20889 h 7099871"/>
              <a:gd name="connsiteX0" fmla="*/ 2424113 w 8319465"/>
              <a:gd name="connsiteY0" fmla="*/ 5521 h 7084503"/>
              <a:gd name="connsiteX1" fmla="*/ 8319465 w 8319465"/>
              <a:gd name="connsiteY1" fmla="*/ 0 h 7084503"/>
              <a:gd name="connsiteX2" fmla="*/ 5529264 w 8319465"/>
              <a:gd name="connsiteY2" fmla="*/ 7047685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544632 w 8319465"/>
              <a:gd name="connsiteY2" fmla="*/ 7047685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583052 w 8319465"/>
              <a:gd name="connsiteY2" fmla="*/ 7047685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621472 w 8319465"/>
              <a:gd name="connsiteY2" fmla="*/ 7047685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698313 w 8319465"/>
              <a:gd name="connsiteY2" fmla="*/ 7063054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721365 w 8319465"/>
              <a:gd name="connsiteY2" fmla="*/ 7063054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736733 w 8319465"/>
              <a:gd name="connsiteY2" fmla="*/ 7063054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759785 w 8319465"/>
              <a:gd name="connsiteY2" fmla="*/ 7063054 h 7084503"/>
              <a:gd name="connsiteX3" fmla="*/ 0 w 8319465"/>
              <a:gd name="connsiteY3" fmla="*/ 7084503 h 7084503"/>
              <a:gd name="connsiteX4" fmla="*/ 2424113 w 8319465"/>
              <a:gd name="connsiteY4" fmla="*/ 5521 h 7084503"/>
              <a:gd name="connsiteX0" fmla="*/ 2424113 w 8319465"/>
              <a:gd name="connsiteY0" fmla="*/ 5521 h 7093790"/>
              <a:gd name="connsiteX1" fmla="*/ 8319465 w 8319465"/>
              <a:gd name="connsiteY1" fmla="*/ 0 h 7093790"/>
              <a:gd name="connsiteX2" fmla="*/ 5782837 w 8319465"/>
              <a:gd name="connsiteY2" fmla="*/ 7093790 h 7093790"/>
              <a:gd name="connsiteX3" fmla="*/ 0 w 8319465"/>
              <a:gd name="connsiteY3" fmla="*/ 7084503 h 7093790"/>
              <a:gd name="connsiteX4" fmla="*/ 2424113 w 8319465"/>
              <a:gd name="connsiteY4" fmla="*/ 5521 h 70937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19465" h="7093790">
                <a:moveTo>
                  <a:pt x="2424113" y="5521"/>
                </a:moveTo>
                <a:lnTo>
                  <a:pt x="8319465" y="0"/>
                </a:lnTo>
                <a:lnTo>
                  <a:pt x="5782837" y="7093790"/>
                </a:lnTo>
                <a:lnTo>
                  <a:pt x="0" y="7084503"/>
                </a:lnTo>
                <a:lnTo>
                  <a:pt x="2424113" y="5521"/>
                </a:lnTo>
                <a:close/>
              </a:path>
            </a:pathLst>
          </a:custGeom>
        </p:spPr>
        <p:txBody>
          <a:bodyPr/>
          <a:lstStyle/>
          <a:p>
            <a:endParaRPr lang="en-MY"/>
          </a:p>
        </p:txBody>
      </p:sp>
    </p:spTree>
    <p:extLst>
      <p:ext uri="{BB962C8B-B14F-4D97-AF65-F5344CB8AC3E}">
        <p14:creationId xmlns:p14="http://schemas.microsoft.com/office/powerpoint/2010/main" val="37857510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blank_layout_0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8B2AE6E-5012-F925-B9E0-2C9A3DBC0A6A}"/>
              </a:ext>
            </a:extLst>
          </p:cNvPr>
          <p:cNvSpPr/>
          <p:nvPr userDrawn="1"/>
        </p:nvSpPr>
        <p:spPr>
          <a:xfrm>
            <a:off x="0" y="-1"/>
            <a:ext cx="1219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pic>
        <p:nvPicPr>
          <p:cNvPr id="6" name="Picture 5">
            <a:extLst>
              <a:ext uri="{FF2B5EF4-FFF2-40B4-BE49-F238E27FC236}">
                <a16:creationId xmlns:a16="http://schemas.microsoft.com/office/drawing/2014/main" id="{E6CB95AD-15CE-F7B7-4048-D4BC4039F11A}"/>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5" name="Rectangle 4">
            <a:extLst>
              <a:ext uri="{FF2B5EF4-FFF2-40B4-BE49-F238E27FC236}">
                <a16:creationId xmlns:a16="http://schemas.microsoft.com/office/drawing/2014/main" id="{221C01C2-421D-6D47-A4A6-F3FBD49FCCD9}"/>
              </a:ext>
            </a:extLst>
          </p:cNvPr>
          <p:cNvSpPr/>
          <p:nvPr userDrawn="1"/>
        </p:nvSpPr>
        <p:spPr>
          <a:xfrm rot="10800000">
            <a:off x="12096521" y="0"/>
            <a:ext cx="99164" cy="3058510"/>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7" name="Rectangle 6">
            <a:extLst>
              <a:ext uri="{FF2B5EF4-FFF2-40B4-BE49-F238E27FC236}">
                <a16:creationId xmlns:a16="http://schemas.microsoft.com/office/drawing/2014/main" id="{0BD78213-2FB4-C549-781F-4073598A4AE7}"/>
              </a:ext>
            </a:extLst>
          </p:cNvPr>
          <p:cNvSpPr/>
          <p:nvPr userDrawn="1"/>
        </p:nvSpPr>
        <p:spPr>
          <a:xfrm rot="10800000">
            <a:off x="12096718" y="3139623"/>
            <a:ext cx="99164" cy="433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8" name="Rectangle 7">
            <a:extLst>
              <a:ext uri="{FF2B5EF4-FFF2-40B4-BE49-F238E27FC236}">
                <a16:creationId xmlns:a16="http://schemas.microsoft.com/office/drawing/2014/main" id="{EF466068-AD20-659C-746B-81BEE50E9ADA}"/>
              </a:ext>
            </a:extLst>
          </p:cNvPr>
          <p:cNvSpPr/>
          <p:nvPr userDrawn="1"/>
        </p:nvSpPr>
        <p:spPr>
          <a:xfrm rot="10800000">
            <a:off x="12096521" y="3654629"/>
            <a:ext cx="99164" cy="433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5" name="Diagonal Stripe 14">
            <a:extLst>
              <a:ext uri="{FF2B5EF4-FFF2-40B4-BE49-F238E27FC236}">
                <a16:creationId xmlns:a16="http://schemas.microsoft.com/office/drawing/2014/main" id="{D82BA350-C437-1B6C-0082-CD7CF0CE547D}"/>
              </a:ext>
            </a:extLst>
          </p:cNvPr>
          <p:cNvSpPr/>
          <p:nvPr userDrawn="1"/>
        </p:nvSpPr>
        <p:spPr>
          <a:xfrm>
            <a:off x="0" y="0"/>
            <a:ext cx="5606143" cy="6858000"/>
          </a:xfrm>
          <a:prstGeom prst="diagStripe">
            <a:avLst/>
          </a:prstGeom>
          <a:solidFill>
            <a:schemeClr val="bg1">
              <a:lumMod val="75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dirty="0">
              <a:solidFill>
                <a:schemeClr val="tx1"/>
              </a:solidFill>
            </a:endParaRPr>
          </a:p>
        </p:txBody>
      </p:sp>
    </p:spTree>
    <p:extLst>
      <p:ext uri="{BB962C8B-B14F-4D97-AF65-F5344CB8AC3E}">
        <p14:creationId xmlns:p14="http://schemas.microsoft.com/office/powerpoint/2010/main" val="9822164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2"/>
        <p:cNvGrpSpPr/>
        <p:nvPr/>
      </p:nvGrpSpPr>
      <p:grpSpPr>
        <a:xfrm>
          <a:off x="0" y="0"/>
          <a:ext cx="0" cy="0"/>
          <a:chOff x="0" y="0"/>
          <a:chExt cx="0" cy="0"/>
        </a:xfrm>
      </p:grpSpPr>
      <p:sp>
        <p:nvSpPr>
          <p:cNvPr id="33" name="Google Shape;33;p7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74"/>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5" name="Google Shape;35;p74"/>
          <p:cNvSpPr txBox="1">
            <a:spLocks noGrp="1"/>
          </p:cNvSpPr>
          <p:nvPr>
            <p:ph type="dt" idx="10"/>
          </p:nvPr>
        </p:nvSpPr>
        <p:spPr>
          <a:xfrm>
            <a:off x="609600" y="6598397"/>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74"/>
          <p:cNvSpPr txBox="1">
            <a:spLocks noGrp="1"/>
          </p:cNvSpPr>
          <p:nvPr>
            <p:ph type="ftr" idx="11"/>
          </p:nvPr>
        </p:nvSpPr>
        <p:spPr>
          <a:xfrm>
            <a:off x="3293036" y="6620436"/>
            <a:ext cx="5588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74"/>
          <p:cNvSpPr txBox="1">
            <a:spLocks noGrp="1"/>
          </p:cNvSpPr>
          <p:nvPr>
            <p:ph type="sldNum" idx="12"/>
          </p:nvPr>
        </p:nvSpPr>
        <p:spPr>
          <a:xfrm>
            <a:off x="8737600" y="6598397"/>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761318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alpha val="37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A71898-202E-A9B0-5802-EB291E6E6BDA}"/>
              </a:ext>
            </a:extLst>
          </p:cNvPr>
          <p:cNvSpPr>
            <a:spLocks noGrp="1"/>
          </p:cNvSpPr>
          <p:nvPr>
            <p:ph type="title"/>
          </p:nvPr>
        </p:nvSpPr>
        <p:spPr>
          <a:xfrm>
            <a:off x="838200" y="336550"/>
            <a:ext cx="10515600" cy="1325563"/>
          </a:xfrm>
          <a:prstGeom prst="rect">
            <a:avLst/>
          </a:prstGeom>
        </p:spPr>
        <p:txBody>
          <a:bodyPr vert="horz" lIns="91440" tIns="45720" rIns="91440" bIns="45720" rtlCol="0" anchor="ctr">
            <a:normAutofit/>
          </a:bodyPr>
          <a:lstStyle/>
          <a:p>
            <a:r>
              <a:rPr lang="en-US" dirty="0"/>
              <a:t>Click to edit Master title style</a:t>
            </a:r>
            <a:endParaRPr lang="en-MY" dirty="0"/>
          </a:p>
        </p:txBody>
      </p:sp>
      <p:sp>
        <p:nvSpPr>
          <p:cNvPr id="3" name="Text Placeholder 2">
            <a:extLst>
              <a:ext uri="{FF2B5EF4-FFF2-40B4-BE49-F238E27FC236}">
                <a16:creationId xmlns:a16="http://schemas.microsoft.com/office/drawing/2014/main" id="{7E086769-6690-B393-F5E4-DCECFF4195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Footer Placeholder 4">
            <a:extLst>
              <a:ext uri="{FF2B5EF4-FFF2-40B4-BE49-F238E27FC236}">
                <a16:creationId xmlns:a16="http://schemas.microsoft.com/office/drawing/2014/main" id="{55DC639E-4B25-1826-B194-296A678A915A}"/>
              </a:ext>
            </a:extLst>
          </p:cNvPr>
          <p:cNvSpPr>
            <a:spLocks noGrp="1"/>
          </p:cNvSpPr>
          <p:nvPr>
            <p:ph type="ftr" sz="quarter" idx="3"/>
          </p:nvPr>
        </p:nvSpPr>
        <p:spPr>
          <a:xfrm>
            <a:off x="186887" y="644403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Y" dirty="0"/>
          </a:p>
        </p:txBody>
      </p:sp>
      <p:sp>
        <p:nvSpPr>
          <p:cNvPr id="9" name="Freeform: Shape 8">
            <a:extLst>
              <a:ext uri="{FF2B5EF4-FFF2-40B4-BE49-F238E27FC236}">
                <a16:creationId xmlns:a16="http://schemas.microsoft.com/office/drawing/2014/main" id="{F6E48471-839B-1190-2A8F-CDE90D81E453}"/>
              </a:ext>
            </a:extLst>
          </p:cNvPr>
          <p:cNvSpPr/>
          <p:nvPr userDrawn="1"/>
        </p:nvSpPr>
        <p:spPr>
          <a:xfrm>
            <a:off x="5553075" y="6413500"/>
            <a:ext cx="1085850" cy="444500"/>
          </a:xfrm>
          <a:custGeom>
            <a:avLst/>
            <a:gdLst>
              <a:gd name="connsiteX0" fmla="*/ 550981 w 2344943"/>
              <a:gd name="connsiteY0" fmla="*/ 0 h 407428"/>
              <a:gd name="connsiteX1" fmla="*/ 940996 w 2344943"/>
              <a:gd name="connsiteY1" fmla="*/ 0 h 407428"/>
              <a:gd name="connsiteX2" fmla="*/ 1403945 w 2344943"/>
              <a:gd name="connsiteY2" fmla="*/ 0 h 407428"/>
              <a:gd name="connsiteX3" fmla="*/ 1793961 w 2344943"/>
              <a:gd name="connsiteY3" fmla="*/ 0 h 407428"/>
              <a:gd name="connsiteX4" fmla="*/ 2288061 w 2344943"/>
              <a:gd name="connsiteY4" fmla="*/ 355358 h 407428"/>
              <a:gd name="connsiteX5" fmla="*/ 2344943 w 2344943"/>
              <a:gd name="connsiteY5" fmla="*/ 407428 h 407428"/>
              <a:gd name="connsiteX6" fmla="*/ 0 w 2344943"/>
              <a:gd name="connsiteY6" fmla="*/ 407428 h 407428"/>
              <a:gd name="connsiteX7" fmla="*/ 56882 w 2344943"/>
              <a:gd name="connsiteY7" fmla="*/ 355358 h 407428"/>
              <a:gd name="connsiteX8" fmla="*/ 550981 w 2344943"/>
              <a:gd name="connsiteY8" fmla="*/ 0 h 407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4943" h="407428">
                <a:moveTo>
                  <a:pt x="550981" y="0"/>
                </a:moveTo>
                <a:lnTo>
                  <a:pt x="940996" y="0"/>
                </a:lnTo>
                <a:lnTo>
                  <a:pt x="1403945" y="0"/>
                </a:lnTo>
                <a:lnTo>
                  <a:pt x="1793961" y="0"/>
                </a:lnTo>
                <a:cubicBezTo>
                  <a:pt x="2111814" y="387"/>
                  <a:pt x="2144200" y="198956"/>
                  <a:pt x="2288061" y="355358"/>
                </a:cubicBezTo>
                <a:lnTo>
                  <a:pt x="2344943" y="407428"/>
                </a:lnTo>
                <a:lnTo>
                  <a:pt x="0" y="407428"/>
                </a:lnTo>
                <a:lnTo>
                  <a:pt x="56882" y="355358"/>
                </a:lnTo>
                <a:cubicBezTo>
                  <a:pt x="200743" y="198956"/>
                  <a:pt x="233129" y="387"/>
                  <a:pt x="550981"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E9B71315-3089-4F92-F4F2-BBC69C1FAA52}"/>
              </a:ext>
            </a:extLst>
          </p:cNvPr>
          <p:cNvSpPr>
            <a:spLocks noGrp="1"/>
          </p:cNvSpPr>
          <p:nvPr>
            <p:ph type="sldNum" sz="quarter" idx="4"/>
          </p:nvPr>
        </p:nvSpPr>
        <p:spPr>
          <a:xfrm>
            <a:off x="4718816" y="6433021"/>
            <a:ext cx="2743200" cy="365125"/>
          </a:xfrm>
          <a:prstGeom prst="rect">
            <a:avLst/>
          </a:prstGeom>
        </p:spPr>
        <p:txBody>
          <a:bodyPr vert="horz" lIns="91440" tIns="45720" rIns="91440" bIns="45720" rtlCol="0" anchor="ctr"/>
          <a:lstStyle>
            <a:lvl1pPr algn="ctr">
              <a:defRPr sz="1400">
                <a:solidFill>
                  <a:schemeClr val="tx1">
                    <a:lumMod val="85000"/>
                    <a:lumOff val="15000"/>
                  </a:schemeClr>
                </a:solidFill>
              </a:defRPr>
            </a:lvl1pPr>
          </a:lstStyle>
          <a:p>
            <a:fld id="{7737D3DD-0AB3-4F16-99FA-6262B2B4036D}" type="slidenum">
              <a:rPr lang="en-MY" smtClean="0"/>
              <a:pPr/>
              <a:t>‹#›</a:t>
            </a:fld>
            <a:endParaRPr lang="en-MY" dirty="0"/>
          </a:p>
        </p:txBody>
      </p:sp>
    </p:spTree>
    <p:extLst>
      <p:ext uri="{BB962C8B-B14F-4D97-AF65-F5344CB8AC3E}">
        <p14:creationId xmlns:p14="http://schemas.microsoft.com/office/powerpoint/2010/main" val="2158109776"/>
      </p:ext>
    </p:extLst>
  </p:cSld>
  <p:clrMap bg1="lt1" tx1="dk1" bg2="lt2" tx2="dk2" accent1="accent1" accent2="accent2" accent3="accent3" accent4="accent4" accent5="accent5" accent6="accent6" hlink="hlink" folHlink="folHlink"/>
  <p:sldLayoutIdLst>
    <p:sldLayoutId id="2147483662" r:id="rId1"/>
    <p:sldLayoutId id="2147483667" r:id="rId2"/>
    <p:sldLayoutId id="2147483649" r:id="rId3"/>
    <p:sldLayoutId id="2147483654" r:id="rId4"/>
    <p:sldLayoutId id="2147483650" r:id="rId5"/>
    <p:sldLayoutId id="2147483651" r:id="rId6"/>
    <p:sldLayoutId id="2147483652" r:id="rId7"/>
    <p:sldLayoutId id="2147483659" r:id="rId8"/>
    <p:sldLayoutId id="2147483665" r:id="rId9"/>
    <p:sldLayoutId id="2147483666" r:id="rId10"/>
    <p:sldLayoutId id="2147483653" r:id="rId11"/>
    <p:sldLayoutId id="2147483655" r:id="rId12"/>
    <p:sldLayoutId id="2147483663" r:id="rId13"/>
    <p:sldLayoutId id="2147483660" r:id="rId14"/>
    <p:sldLayoutId id="2147483656" r:id="rId15"/>
    <p:sldLayoutId id="2147483657" r:id="rId16"/>
    <p:sldLayoutId id="2147483658" r:id="rId17"/>
    <p:sldLayoutId id="2147483661" r:id="rId18"/>
    <p:sldLayoutId id="2147483664" r:id="rId19"/>
    <p:sldLayoutId id="2147483668" r:id="rId20"/>
  </p:sldLayoutIdLst>
  <p:hf hdr="0" ftr="0" dt="0"/>
  <p:txStyles>
    <p:titleStyle>
      <a:lvl1pPr algn="l" defTabSz="914400" rtl="0" eaLnBrk="1" latinLnBrk="0" hangingPunct="1">
        <a:lnSpc>
          <a:spcPct val="90000"/>
        </a:lnSpc>
        <a:spcBef>
          <a:spcPct val="0"/>
        </a:spcBef>
        <a:buNone/>
        <a:defRPr sz="3200" b="1"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0.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321F6-0790-616A-8EAF-18348D79080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9181100-FF79-92DD-2D59-F8730F46A416}"/>
              </a:ext>
            </a:extLst>
          </p:cNvPr>
          <p:cNvSpPr txBox="1"/>
          <p:nvPr/>
        </p:nvSpPr>
        <p:spPr>
          <a:xfrm>
            <a:off x="624004" y="1124789"/>
            <a:ext cx="6372225" cy="2785378"/>
          </a:xfrm>
          <a:prstGeom prst="rect">
            <a:avLst/>
          </a:prstGeom>
          <a:noFill/>
        </p:spPr>
        <p:txBody>
          <a:bodyPr>
            <a:spAutoFit/>
          </a:bodyPr>
          <a:lstStyle/>
          <a:p>
            <a:pPr eaLnBrk="1" fontAlgn="auto" hangingPunct="1">
              <a:lnSpc>
                <a:spcPct val="150000"/>
              </a:lnSpc>
              <a:spcBef>
                <a:spcPts val="0"/>
              </a:spcBef>
              <a:spcAft>
                <a:spcPts val="0"/>
              </a:spcAft>
              <a:defRPr/>
            </a:pPr>
            <a:r>
              <a:rPr lang="en-GB" sz="4000" b="1" dirty="0">
                <a:solidFill>
                  <a:srgbClr val="F2F2F2"/>
                </a:solidFill>
                <a:latin typeface="+mj-lt"/>
              </a:rPr>
              <a:t>Topic 5: More on Persona, Scenario &amp; HTA (Part 3)</a:t>
            </a:r>
          </a:p>
        </p:txBody>
      </p:sp>
      <p:sp>
        <p:nvSpPr>
          <p:cNvPr id="6" name="Rectangle 5">
            <a:extLst>
              <a:ext uri="{FF2B5EF4-FFF2-40B4-BE49-F238E27FC236}">
                <a16:creationId xmlns:a16="http://schemas.microsoft.com/office/drawing/2014/main" id="{8DBE485B-F0EC-0DB9-E008-2849E6E25E8D}"/>
              </a:ext>
            </a:extLst>
          </p:cNvPr>
          <p:cNvSpPr>
            <a:spLocks noChangeArrowheads="1"/>
          </p:cNvSpPr>
          <p:nvPr/>
        </p:nvSpPr>
        <p:spPr bwMode="auto">
          <a:xfrm>
            <a:off x="656092" y="3864656"/>
            <a:ext cx="5303274" cy="1530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a:lnSpc>
                <a:spcPct val="150000"/>
              </a:lnSpc>
            </a:pPr>
            <a:r>
              <a:rPr lang="en-GB" sz="1600" b="1" dirty="0">
                <a:solidFill>
                  <a:schemeClr val="bg2"/>
                </a:solidFill>
              </a:rPr>
              <a:t>SECV2113 Human-Computer Interaction</a:t>
            </a:r>
          </a:p>
          <a:p>
            <a:pPr>
              <a:lnSpc>
                <a:spcPct val="150000"/>
              </a:lnSpc>
            </a:pPr>
            <a:endParaRPr lang="en-GB" sz="1600" b="1" dirty="0">
              <a:solidFill>
                <a:schemeClr val="bg2"/>
              </a:solidFill>
            </a:endParaRPr>
          </a:p>
          <a:p>
            <a:pPr>
              <a:lnSpc>
                <a:spcPct val="150000"/>
              </a:lnSpc>
            </a:pPr>
            <a:r>
              <a:rPr lang="en-GB" sz="1600" b="1" dirty="0">
                <a:solidFill>
                  <a:schemeClr val="bg2"/>
                </a:solidFill>
              </a:rPr>
              <a:t>Faculty of Computing</a:t>
            </a:r>
          </a:p>
          <a:p>
            <a:pPr>
              <a:lnSpc>
                <a:spcPct val="150000"/>
              </a:lnSpc>
            </a:pPr>
            <a:r>
              <a:rPr lang="en-GB" sz="1600" b="1" dirty="0" err="1">
                <a:solidFill>
                  <a:schemeClr val="bg2"/>
                </a:solidFill>
              </a:rPr>
              <a:t>Universiti</a:t>
            </a:r>
            <a:r>
              <a:rPr lang="en-GB" sz="1600" b="1" dirty="0">
                <a:solidFill>
                  <a:schemeClr val="bg2"/>
                </a:solidFill>
              </a:rPr>
              <a:t> </a:t>
            </a:r>
            <a:r>
              <a:rPr lang="en-GB" sz="1600" b="1" dirty="0" err="1">
                <a:solidFill>
                  <a:schemeClr val="bg2"/>
                </a:solidFill>
              </a:rPr>
              <a:t>Teknologi</a:t>
            </a:r>
            <a:r>
              <a:rPr lang="en-GB" sz="1600" b="1" dirty="0">
                <a:solidFill>
                  <a:schemeClr val="bg2"/>
                </a:solidFill>
              </a:rPr>
              <a:t> Malaysia</a:t>
            </a:r>
          </a:p>
        </p:txBody>
      </p:sp>
      <p:sp>
        <p:nvSpPr>
          <p:cNvPr id="2" name="Slide Number Placeholder 1">
            <a:extLst>
              <a:ext uri="{FF2B5EF4-FFF2-40B4-BE49-F238E27FC236}">
                <a16:creationId xmlns:a16="http://schemas.microsoft.com/office/drawing/2014/main" id="{341CED56-1665-8124-A721-BB53B4632B43}"/>
              </a:ext>
            </a:extLst>
          </p:cNvPr>
          <p:cNvSpPr>
            <a:spLocks noGrp="1"/>
          </p:cNvSpPr>
          <p:nvPr>
            <p:ph type="sldNum" sz="quarter" idx="11"/>
          </p:nvPr>
        </p:nvSpPr>
        <p:spPr/>
        <p:txBody>
          <a:bodyPr/>
          <a:lstStyle/>
          <a:p>
            <a:fld id="{7737D3DD-0AB3-4F16-99FA-6262B2B4036D}" type="slidenum">
              <a:rPr lang="en-GB" smtClean="0"/>
              <a:t>1</a:t>
            </a:fld>
            <a:endParaRPr lang="en-GB" dirty="0"/>
          </a:p>
        </p:txBody>
      </p:sp>
    </p:spTree>
    <p:extLst>
      <p:ext uri="{BB962C8B-B14F-4D97-AF65-F5344CB8AC3E}">
        <p14:creationId xmlns:p14="http://schemas.microsoft.com/office/powerpoint/2010/main" val="839588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F91112-E67B-52E0-5CE0-84E598D5ACC2}"/>
              </a:ext>
            </a:extLst>
          </p:cNvPr>
          <p:cNvSpPr txBox="1"/>
          <p:nvPr/>
        </p:nvSpPr>
        <p:spPr>
          <a:xfrm>
            <a:off x="1166992" y="1605070"/>
            <a:ext cx="823913" cy="646112"/>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01</a:t>
            </a:r>
          </a:p>
        </p:txBody>
      </p:sp>
      <p:sp>
        <p:nvSpPr>
          <p:cNvPr id="3" name="TextBox 2">
            <a:extLst>
              <a:ext uri="{FF2B5EF4-FFF2-40B4-BE49-F238E27FC236}">
                <a16:creationId xmlns:a16="http://schemas.microsoft.com/office/drawing/2014/main" id="{0BC73770-F834-B3F6-8C54-7A5C1249A7AA}"/>
              </a:ext>
            </a:extLst>
          </p:cNvPr>
          <p:cNvSpPr txBox="1"/>
          <p:nvPr/>
        </p:nvSpPr>
        <p:spPr>
          <a:xfrm>
            <a:off x="2094786" y="1377237"/>
            <a:ext cx="6246325" cy="854080"/>
          </a:xfrm>
          <a:prstGeom prst="rect">
            <a:avLst/>
          </a:prstGeom>
          <a:noFill/>
        </p:spPr>
        <p:txBody>
          <a:bodyPr wrap="square">
            <a:spAutoFit/>
          </a:bodyPr>
          <a:lstStyle/>
          <a:p>
            <a:pPr eaLnBrk="1" fontAlgn="auto" hangingPunct="1">
              <a:lnSpc>
                <a:spcPct val="150000"/>
              </a:lnSpc>
              <a:spcBef>
                <a:spcPts val="0"/>
              </a:spcBef>
              <a:spcAft>
                <a:spcPts val="0"/>
              </a:spcAft>
              <a:defRPr/>
            </a:pPr>
            <a:r>
              <a:rPr lang="en-US" sz="3600" dirty="0">
                <a:solidFill>
                  <a:schemeClr val="tx1">
                    <a:lumMod val="75000"/>
                    <a:lumOff val="25000"/>
                  </a:schemeClr>
                </a:solidFill>
              </a:rPr>
              <a:t>CREATING A PERSONA</a:t>
            </a:r>
          </a:p>
        </p:txBody>
      </p:sp>
      <p:sp>
        <p:nvSpPr>
          <p:cNvPr id="4" name="TextBox 3">
            <a:extLst>
              <a:ext uri="{FF2B5EF4-FFF2-40B4-BE49-F238E27FC236}">
                <a16:creationId xmlns:a16="http://schemas.microsoft.com/office/drawing/2014/main" id="{BAF8E65B-A985-5225-3DBE-AE4CF54409A9}"/>
              </a:ext>
            </a:extLst>
          </p:cNvPr>
          <p:cNvSpPr txBox="1"/>
          <p:nvPr/>
        </p:nvSpPr>
        <p:spPr>
          <a:xfrm>
            <a:off x="1166992" y="2904625"/>
            <a:ext cx="823913" cy="646113"/>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02</a:t>
            </a:r>
          </a:p>
        </p:txBody>
      </p:sp>
      <p:sp>
        <p:nvSpPr>
          <p:cNvPr id="6" name="TextBox 5">
            <a:extLst>
              <a:ext uri="{FF2B5EF4-FFF2-40B4-BE49-F238E27FC236}">
                <a16:creationId xmlns:a16="http://schemas.microsoft.com/office/drawing/2014/main" id="{2A3CD455-E96D-A90F-3D91-16AFB50725EE}"/>
              </a:ext>
            </a:extLst>
          </p:cNvPr>
          <p:cNvSpPr txBox="1"/>
          <p:nvPr/>
        </p:nvSpPr>
        <p:spPr>
          <a:xfrm>
            <a:off x="1166992" y="4222530"/>
            <a:ext cx="823913" cy="646113"/>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03</a:t>
            </a:r>
          </a:p>
        </p:txBody>
      </p:sp>
      <p:sp>
        <p:nvSpPr>
          <p:cNvPr id="14" name="Slide Number Placeholder 13">
            <a:extLst>
              <a:ext uri="{FF2B5EF4-FFF2-40B4-BE49-F238E27FC236}">
                <a16:creationId xmlns:a16="http://schemas.microsoft.com/office/drawing/2014/main" id="{57082154-5F28-3427-0747-570968D9939E}"/>
              </a:ext>
            </a:extLst>
          </p:cNvPr>
          <p:cNvSpPr>
            <a:spLocks noGrp="1"/>
          </p:cNvSpPr>
          <p:nvPr>
            <p:ph type="sldNum" sz="quarter" idx="11"/>
          </p:nvPr>
        </p:nvSpPr>
        <p:spPr/>
        <p:txBody>
          <a:bodyPr/>
          <a:lstStyle/>
          <a:p>
            <a:fld id="{7737D3DD-0AB3-4F16-99FA-6262B2B4036D}" type="slidenum">
              <a:rPr lang="en-MY" smtClean="0"/>
              <a:t>2</a:t>
            </a:fld>
            <a:endParaRPr lang="en-MY"/>
          </a:p>
        </p:txBody>
      </p:sp>
      <p:sp>
        <p:nvSpPr>
          <p:cNvPr id="15" name="TextBox 14">
            <a:extLst>
              <a:ext uri="{FF2B5EF4-FFF2-40B4-BE49-F238E27FC236}">
                <a16:creationId xmlns:a16="http://schemas.microsoft.com/office/drawing/2014/main" id="{7EC946D2-7E11-A49F-CFDD-1AC8AF53C957}"/>
              </a:ext>
            </a:extLst>
          </p:cNvPr>
          <p:cNvSpPr txBox="1"/>
          <p:nvPr/>
        </p:nvSpPr>
        <p:spPr>
          <a:xfrm>
            <a:off x="2094786" y="2696658"/>
            <a:ext cx="6848491" cy="854080"/>
          </a:xfrm>
          <a:prstGeom prst="rect">
            <a:avLst/>
          </a:prstGeom>
          <a:noFill/>
        </p:spPr>
        <p:txBody>
          <a:bodyPr wrap="square">
            <a:spAutoFit/>
          </a:bodyPr>
          <a:lstStyle/>
          <a:p>
            <a:pPr eaLnBrk="1" fontAlgn="auto" hangingPunct="1">
              <a:lnSpc>
                <a:spcPct val="150000"/>
              </a:lnSpc>
              <a:spcBef>
                <a:spcPts val="0"/>
              </a:spcBef>
              <a:spcAft>
                <a:spcPts val="0"/>
              </a:spcAft>
              <a:defRPr/>
            </a:pPr>
            <a:r>
              <a:rPr lang="en-US" sz="3600" dirty="0">
                <a:solidFill>
                  <a:schemeClr val="tx1">
                    <a:lumMod val="75000"/>
                    <a:lumOff val="25000"/>
                  </a:schemeClr>
                </a:solidFill>
              </a:rPr>
              <a:t>TASKS ANALYSIS</a:t>
            </a:r>
          </a:p>
        </p:txBody>
      </p:sp>
      <p:sp>
        <p:nvSpPr>
          <p:cNvPr id="16" name="TextBox 15">
            <a:extLst>
              <a:ext uri="{FF2B5EF4-FFF2-40B4-BE49-F238E27FC236}">
                <a16:creationId xmlns:a16="http://schemas.microsoft.com/office/drawing/2014/main" id="{A535CD31-F92E-8B2C-2DA9-5474A8A188F5}"/>
              </a:ext>
            </a:extLst>
          </p:cNvPr>
          <p:cNvSpPr txBox="1"/>
          <p:nvPr/>
        </p:nvSpPr>
        <p:spPr>
          <a:xfrm>
            <a:off x="2094786" y="4016079"/>
            <a:ext cx="7539867" cy="854080"/>
          </a:xfrm>
          <a:prstGeom prst="rect">
            <a:avLst/>
          </a:prstGeom>
          <a:noFill/>
        </p:spPr>
        <p:txBody>
          <a:bodyPr wrap="square">
            <a:spAutoFit/>
          </a:bodyPr>
          <a:lstStyle/>
          <a:p>
            <a:pPr eaLnBrk="1" fontAlgn="auto" hangingPunct="1">
              <a:lnSpc>
                <a:spcPct val="150000"/>
              </a:lnSpc>
              <a:spcBef>
                <a:spcPts val="0"/>
              </a:spcBef>
              <a:spcAft>
                <a:spcPts val="0"/>
              </a:spcAft>
              <a:defRPr/>
            </a:pPr>
            <a:r>
              <a:rPr lang="en-US" sz="3600" dirty="0">
                <a:solidFill>
                  <a:schemeClr val="tx1">
                    <a:lumMod val="75000"/>
                    <a:lumOff val="25000"/>
                  </a:schemeClr>
                </a:solidFill>
              </a:rPr>
              <a:t>WRITING A SCENARIO</a:t>
            </a:r>
          </a:p>
        </p:txBody>
      </p:sp>
    </p:spTree>
    <p:extLst>
      <p:ext uri="{BB962C8B-B14F-4D97-AF65-F5344CB8AC3E}">
        <p14:creationId xmlns:p14="http://schemas.microsoft.com/office/powerpoint/2010/main" val="2612194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600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accel="20000" decel="6000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000" fill="hold"/>
                                        <p:tgtEl>
                                          <p:spTgt spid="3"/>
                                        </p:tgtEl>
                                        <p:attrNameLst>
                                          <p:attrName>ppt_x</p:attrName>
                                        </p:attrNameLst>
                                      </p:cBhvr>
                                      <p:tavLst>
                                        <p:tav tm="0">
                                          <p:val>
                                            <p:strVal val="#ppt_x"/>
                                          </p:val>
                                        </p:tav>
                                        <p:tav tm="100000">
                                          <p:val>
                                            <p:strVal val="#ppt_x"/>
                                          </p:val>
                                        </p:tav>
                                      </p:tavLst>
                                    </p:anim>
                                    <p:anim calcmode="lin" valueType="num">
                                      <p:cBhvr additive="base">
                                        <p:cTn id="12" dur="10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accel="20000" decel="6000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1000" fill="hold"/>
                                        <p:tgtEl>
                                          <p:spTgt spid="4"/>
                                        </p:tgtEl>
                                        <p:attrNameLst>
                                          <p:attrName>ppt_x</p:attrName>
                                        </p:attrNameLst>
                                      </p:cBhvr>
                                      <p:tavLst>
                                        <p:tav tm="0">
                                          <p:val>
                                            <p:strVal val="#ppt_x"/>
                                          </p:val>
                                        </p:tav>
                                        <p:tav tm="100000">
                                          <p:val>
                                            <p:strVal val="#ppt_x"/>
                                          </p:val>
                                        </p:tav>
                                      </p:tavLst>
                                    </p:anim>
                                    <p:anim calcmode="lin" valueType="num">
                                      <p:cBhvr additive="base">
                                        <p:cTn id="16" dur="10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accel="20000" decel="6000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1000" fill="hold"/>
                                        <p:tgtEl>
                                          <p:spTgt spid="6"/>
                                        </p:tgtEl>
                                        <p:attrNameLst>
                                          <p:attrName>ppt_x</p:attrName>
                                        </p:attrNameLst>
                                      </p:cBhvr>
                                      <p:tavLst>
                                        <p:tav tm="0">
                                          <p:val>
                                            <p:strVal val="#ppt_x"/>
                                          </p:val>
                                        </p:tav>
                                        <p:tav tm="100000">
                                          <p:val>
                                            <p:strVal val="#ppt_x"/>
                                          </p:val>
                                        </p:tav>
                                      </p:tavLst>
                                    </p:anim>
                                    <p:anim calcmode="lin" valueType="num">
                                      <p:cBhvr additive="base">
                                        <p:cTn id="20" dur="10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accel="20000" decel="6000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1000" fill="hold"/>
                                        <p:tgtEl>
                                          <p:spTgt spid="15"/>
                                        </p:tgtEl>
                                        <p:attrNameLst>
                                          <p:attrName>ppt_x</p:attrName>
                                        </p:attrNameLst>
                                      </p:cBhvr>
                                      <p:tavLst>
                                        <p:tav tm="0">
                                          <p:val>
                                            <p:strVal val="#ppt_x"/>
                                          </p:val>
                                        </p:tav>
                                        <p:tav tm="100000">
                                          <p:val>
                                            <p:strVal val="#ppt_x"/>
                                          </p:val>
                                        </p:tav>
                                      </p:tavLst>
                                    </p:anim>
                                    <p:anim calcmode="lin" valueType="num">
                                      <p:cBhvr additive="base">
                                        <p:cTn id="24" dur="1000" fill="hold"/>
                                        <p:tgtEl>
                                          <p:spTgt spid="15"/>
                                        </p:tgtEl>
                                        <p:attrNameLst>
                                          <p:attrName>ppt_y</p:attrName>
                                        </p:attrNameLst>
                                      </p:cBhvr>
                                      <p:tavLst>
                                        <p:tav tm="0">
                                          <p:val>
                                            <p:strVal val="1+#ppt_h/2"/>
                                          </p:val>
                                        </p:tav>
                                        <p:tav tm="100000">
                                          <p:val>
                                            <p:strVal val="#ppt_y"/>
                                          </p:val>
                                        </p:tav>
                                      </p:tavLst>
                                    </p:anim>
                                  </p:childTnLst>
                                </p:cTn>
                              </p:par>
                              <p:par>
                                <p:cTn id="25" presetID="2" presetClass="entr" presetSubtype="4" accel="20000" decel="6000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1000" fill="hold"/>
                                        <p:tgtEl>
                                          <p:spTgt spid="16"/>
                                        </p:tgtEl>
                                        <p:attrNameLst>
                                          <p:attrName>ppt_x</p:attrName>
                                        </p:attrNameLst>
                                      </p:cBhvr>
                                      <p:tavLst>
                                        <p:tav tm="0">
                                          <p:val>
                                            <p:strVal val="#ppt_x"/>
                                          </p:val>
                                        </p:tav>
                                        <p:tav tm="100000">
                                          <p:val>
                                            <p:strVal val="#ppt_x"/>
                                          </p:val>
                                        </p:tav>
                                      </p:tavLst>
                                    </p:anim>
                                    <p:anim calcmode="lin" valueType="num">
                                      <p:cBhvr additive="base">
                                        <p:cTn id="28" dur="10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6" grpId="0"/>
      <p:bldP spid="15"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DAED3-1FAE-62B3-01CA-2CFFA96BB70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653D112-937F-C422-88F7-4A329C5BA2C3}"/>
              </a:ext>
            </a:extLst>
          </p:cNvPr>
          <p:cNvSpPr txBox="1"/>
          <p:nvPr/>
        </p:nvSpPr>
        <p:spPr>
          <a:xfrm>
            <a:off x="7186692" y="1782972"/>
            <a:ext cx="4473418" cy="1754326"/>
          </a:xfrm>
          <a:prstGeom prst="rect">
            <a:avLst/>
          </a:prstGeom>
          <a:noFill/>
        </p:spPr>
        <p:txBody>
          <a:bodyPr wrap="square" rtlCol="0">
            <a:spAutoFit/>
          </a:bodyPr>
          <a:lstStyle/>
          <a:p>
            <a:pPr algn="ctr"/>
            <a:r>
              <a:rPr lang="en-US" sz="5400" b="1" kern="0" dirty="0">
                <a:solidFill>
                  <a:schemeClr val="tx1">
                    <a:lumMod val="85000"/>
                    <a:lumOff val="15000"/>
                  </a:schemeClr>
                </a:solidFill>
                <a:latin typeface="+mj-lt"/>
              </a:rPr>
              <a:t>CREATING</a:t>
            </a:r>
          </a:p>
          <a:p>
            <a:pPr algn="ctr"/>
            <a:r>
              <a:rPr lang="en-US" sz="5400" b="1" kern="0" dirty="0">
                <a:solidFill>
                  <a:srgbClr val="C04C4C"/>
                </a:solidFill>
                <a:latin typeface="+mj-lt"/>
              </a:rPr>
              <a:t>A PERSONA</a:t>
            </a:r>
          </a:p>
        </p:txBody>
      </p:sp>
      <p:sp>
        <p:nvSpPr>
          <p:cNvPr id="2" name="Slide Number Placeholder 1">
            <a:extLst>
              <a:ext uri="{FF2B5EF4-FFF2-40B4-BE49-F238E27FC236}">
                <a16:creationId xmlns:a16="http://schemas.microsoft.com/office/drawing/2014/main" id="{749C2D68-CEA8-024C-9CDC-21D8AF977321}"/>
              </a:ext>
            </a:extLst>
          </p:cNvPr>
          <p:cNvSpPr>
            <a:spLocks noGrp="1"/>
          </p:cNvSpPr>
          <p:nvPr>
            <p:ph type="sldNum" sz="quarter" idx="11"/>
          </p:nvPr>
        </p:nvSpPr>
        <p:spPr/>
        <p:txBody>
          <a:bodyPr/>
          <a:lstStyle/>
          <a:p>
            <a:fld id="{7737D3DD-0AB3-4F16-99FA-6262B2B4036D}" type="slidenum">
              <a:rPr lang="en-MY" smtClean="0"/>
              <a:t>3</a:t>
            </a:fld>
            <a:endParaRPr lang="en-MY"/>
          </a:p>
        </p:txBody>
      </p:sp>
    </p:spTree>
    <p:extLst>
      <p:ext uri="{BB962C8B-B14F-4D97-AF65-F5344CB8AC3E}">
        <p14:creationId xmlns:p14="http://schemas.microsoft.com/office/powerpoint/2010/main" val="1386602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A2438-6C99-266C-2D7C-86FDF823AC8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F8ABBDF-3747-8705-1924-07418AF13822}"/>
              </a:ext>
            </a:extLst>
          </p:cNvPr>
          <p:cNvSpPr txBox="1"/>
          <p:nvPr/>
        </p:nvSpPr>
        <p:spPr>
          <a:xfrm>
            <a:off x="2090862" y="473741"/>
            <a:ext cx="7999108"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Recap: What is a Persona?</a:t>
            </a:r>
          </a:p>
        </p:txBody>
      </p:sp>
      <p:sp>
        <p:nvSpPr>
          <p:cNvPr id="24" name="Rectangle 23">
            <a:extLst>
              <a:ext uri="{FF2B5EF4-FFF2-40B4-BE49-F238E27FC236}">
                <a16:creationId xmlns:a16="http://schemas.microsoft.com/office/drawing/2014/main" id="{F661811A-DEE6-3FF2-146E-A7FF2A655DF1}"/>
              </a:ext>
            </a:extLst>
          </p:cNvPr>
          <p:cNvSpPr/>
          <p:nvPr/>
        </p:nvSpPr>
        <p:spPr>
          <a:xfrm>
            <a:off x="1035386" y="3429000"/>
            <a:ext cx="10110060" cy="296619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dirty="0">
                <a:solidFill>
                  <a:schemeClr val="tx1">
                    <a:lumMod val="65000"/>
                    <a:lumOff val="35000"/>
                  </a:schemeClr>
                </a:solidFill>
              </a:rPr>
              <a:t>A persona is a fictional character representing a major user group for a system being designed.</a:t>
            </a:r>
          </a:p>
          <a:p>
            <a:pPr marL="342900" indent="-342900" algn="just">
              <a:lnSpc>
                <a:spcPct val="150000"/>
              </a:lnSpc>
              <a:buFont typeface="Arial" panose="020B0604020202020204" pitchFamily="34" charset="0"/>
              <a:buChar char="•"/>
            </a:pPr>
            <a:r>
              <a:rPr lang="en-US" dirty="0">
                <a:solidFill>
                  <a:schemeClr val="tx1">
                    <a:lumMod val="65000"/>
                    <a:lumOff val="35000"/>
                  </a:schemeClr>
                </a:solidFill>
              </a:rPr>
              <a:t>Captures the primary needs and expectations of key user segments.</a:t>
            </a:r>
          </a:p>
          <a:p>
            <a:pPr marL="342900" indent="-342900" algn="just">
              <a:lnSpc>
                <a:spcPct val="150000"/>
              </a:lnSpc>
              <a:buFont typeface="Arial" panose="020B0604020202020204" pitchFamily="34" charset="0"/>
              <a:buChar char="•"/>
            </a:pPr>
            <a:r>
              <a:rPr lang="en-US" dirty="0">
                <a:solidFill>
                  <a:schemeClr val="tx1">
                    <a:lumMod val="65000"/>
                    <a:lumOff val="35000"/>
                  </a:schemeClr>
                </a:solidFill>
              </a:rPr>
              <a:t>Derived from user background, tasks, behaviors, attitudes, and motivations.</a:t>
            </a:r>
          </a:p>
          <a:p>
            <a:pPr marL="342900" indent="-342900" algn="just">
              <a:lnSpc>
                <a:spcPct val="150000"/>
              </a:lnSpc>
              <a:buFont typeface="Arial" panose="020B0604020202020204" pitchFamily="34" charset="0"/>
              <a:buChar char="•"/>
            </a:pPr>
            <a:r>
              <a:rPr lang="en-US" dirty="0">
                <a:solidFill>
                  <a:schemeClr val="tx1">
                    <a:lumMod val="65000"/>
                    <a:lumOff val="35000"/>
                  </a:schemeClr>
                </a:solidFill>
              </a:rPr>
              <a:t>Informed by user interviews.</a:t>
            </a:r>
          </a:p>
          <a:p>
            <a:pPr marL="342900" indent="-342900" algn="just">
              <a:lnSpc>
                <a:spcPct val="150000"/>
              </a:lnSpc>
              <a:buFont typeface="Arial" panose="020B0604020202020204" pitchFamily="34" charset="0"/>
              <a:buChar char="•"/>
            </a:pPr>
            <a:r>
              <a:rPr lang="en-US" dirty="0">
                <a:solidFill>
                  <a:schemeClr val="tx1">
                    <a:lumMod val="65000"/>
                    <a:lumOff val="35000"/>
                  </a:schemeClr>
                </a:solidFill>
              </a:rPr>
              <a:t>Documented in a concise, CV-style format.</a:t>
            </a:r>
          </a:p>
          <a:p>
            <a:pPr marL="342900" indent="-342900" algn="just">
              <a:lnSpc>
                <a:spcPct val="150000"/>
              </a:lnSpc>
              <a:buFont typeface="Arial" panose="020B0604020202020204" pitchFamily="34" charset="0"/>
              <a:buChar char="•"/>
            </a:pPr>
            <a:r>
              <a:rPr lang="en-US" dirty="0">
                <a:solidFill>
                  <a:schemeClr val="tx1">
                    <a:lumMod val="65000"/>
                    <a:lumOff val="35000"/>
                  </a:schemeClr>
                </a:solidFill>
              </a:rPr>
              <a:t>Persona development is a relatively fast process.</a:t>
            </a:r>
          </a:p>
        </p:txBody>
      </p:sp>
      <p:sp>
        <p:nvSpPr>
          <p:cNvPr id="4" name="Slide Number Placeholder 1">
            <a:extLst>
              <a:ext uri="{FF2B5EF4-FFF2-40B4-BE49-F238E27FC236}">
                <a16:creationId xmlns:a16="http://schemas.microsoft.com/office/drawing/2014/main" id="{9B2989F2-FC63-3B7C-8084-C33836BF910B}"/>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4</a:t>
            </a:fld>
            <a:endParaRPr lang="en-MY" dirty="0"/>
          </a:p>
        </p:txBody>
      </p:sp>
      <p:pic>
        <p:nvPicPr>
          <p:cNvPr id="2" name="Google Shape;405;p29" descr="Personas – Why and How You Should Use Them">
            <a:extLst>
              <a:ext uri="{FF2B5EF4-FFF2-40B4-BE49-F238E27FC236}">
                <a16:creationId xmlns:a16="http://schemas.microsoft.com/office/drawing/2014/main" id="{C8929127-7062-E908-D06A-177347AD3246}"/>
              </a:ext>
            </a:extLst>
          </p:cNvPr>
          <p:cNvPicPr preferRelativeResize="0"/>
          <p:nvPr/>
        </p:nvPicPr>
        <p:blipFill rotWithShape="1">
          <a:blip r:embed="rId2">
            <a:alphaModFix/>
          </a:blip>
          <a:srcRect/>
          <a:stretch/>
        </p:blipFill>
        <p:spPr>
          <a:xfrm>
            <a:off x="3025199" y="1243182"/>
            <a:ext cx="6141602" cy="2016853"/>
          </a:xfrm>
          <a:prstGeom prst="rect">
            <a:avLst/>
          </a:prstGeom>
          <a:noFill/>
          <a:ln>
            <a:noFill/>
          </a:ln>
        </p:spPr>
      </p:pic>
    </p:spTree>
    <p:extLst>
      <p:ext uri="{BB962C8B-B14F-4D97-AF65-F5344CB8AC3E}">
        <p14:creationId xmlns:p14="http://schemas.microsoft.com/office/powerpoint/2010/main" val="4097058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2B210-911F-E081-6672-85DD22A0D44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50BD019-F6E6-3465-B13C-1727447C9571}"/>
              </a:ext>
            </a:extLst>
          </p:cNvPr>
          <p:cNvSpPr txBox="1"/>
          <p:nvPr/>
        </p:nvSpPr>
        <p:spPr>
          <a:xfrm>
            <a:off x="2096444" y="479685"/>
            <a:ext cx="7999108"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Why are Personas Needed?</a:t>
            </a:r>
          </a:p>
        </p:txBody>
      </p:sp>
      <p:sp>
        <p:nvSpPr>
          <p:cNvPr id="5" name="Slide Number Placeholder 1">
            <a:extLst>
              <a:ext uri="{FF2B5EF4-FFF2-40B4-BE49-F238E27FC236}">
                <a16:creationId xmlns:a16="http://schemas.microsoft.com/office/drawing/2014/main" id="{E3F72521-C43B-C9D7-DC4E-0B6C25E50F17}"/>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5</a:t>
            </a:fld>
            <a:endParaRPr lang="en-MY" dirty="0"/>
          </a:p>
        </p:txBody>
      </p:sp>
      <p:sp>
        <p:nvSpPr>
          <p:cNvPr id="3" name="TextBox 2">
            <a:extLst>
              <a:ext uri="{FF2B5EF4-FFF2-40B4-BE49-F238E27FC236}">
                <a16:creationId xmlns:a16="http://schemas.microsoft.com/office/drawing/2014/main" id="{562D71D4-AA13-CD46-69C8-5D28FD133E13}"/>
              </a:ext>
            </a:extLst>
          </p:cNvPr>
          <p:cNvSpPr txBox="1"/>
          <p:nvPr/>
        </p:nvSpPr>
        <p:spPr>
          <a:xfrm>
            <a:off x="1151614" y="1588389"/>
            <a:ext cx="9877604" cy="4208844"/>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Traditionally user-centred design involved researching the needs of as many users as possible and collecting all of their requirements. This resulted in a long list of needs with no sense of priority. This lack of direction typically translated into designs that tried to serve all users but ended up serving no user particularly well.</a:t>
            </a:r>
          </a:p>
          <a:p>
            <a:pPr algn="just">
              <a:lnSpc>
                <a:spcPct val="150000"/>
              </a:lnSpc>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Creating Personas allow you to identify discrete sets of users and create typical users to represent each group.</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p:txBody>
      </p:sp>
    </p:spTree>
    <p:extLst>
      <p:ext uri="{BB962C8B-B14F-4D97-AF65-F5344CB8AC3E}">
        <p14:creationId xmlns:p14="http://schemas.microsoft.com/office/powerpoint/2010/main" val="1403736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CBB2A-70FA-944F-6139-A6B79ECD5CC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A5982DD-5229-0A3C-FAC7-EA278FD929CD}"/>
              </a:ext>
            </a:extLst>
          </p:cNvPr>
          <p:cNvSpPr txBox="1"/>
          <p:nvPr/>
        </p:nvSpPr>
        <p:spPr>
          <a:xfrm>
            <a:off x="2096444" y="479685"/>
            <a:ext cx="7999108"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Benefits</a:t>
            </a:r>
          </a:p>
        </p:txBody>
      </p:sp>
      <p:sp>
        <p:nvSpPr>
          <p:cNvPr id="5" name="Slide Number Placeholder 1">
            <a:extLst>
              <a:ext uri="{FF2B5EF4-FFF2-40B4-BE49-F238E27FC236}">
                <a16:creationId xmlns:a16="http://schemas.microsoft.com/office/drawing/2014/main" id="{631507DB-F948-6F77-0569-74C534039F79}"/>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6</a:t>
            </a:fld>
            <a:endParaRPr lang="en-MY" dirty="0"/>
          </a:p>
        </p:txBody>
      </p:sp>
      <p:sp>
        <p:nvSpPr>
          <p:cNvPr id="3" name="TextBox 2">
            <a:extLst>
              <a:ext uri="{FF2B5EF4-FFF2-40B4-BE49-F238E27FC236}">
                <a16:creationId xmlns:a16="http://schemas.microsoft.com/office/drawing/2014/main" id="{E8C57EB8-9F07-5F97-FFD9-4738C293DBBD}"/>
              </a:ext>
            </a:extLst>
          </p:cNvPr>
          <p:cNvSpPr txBox="1"/>
          <p:nvPr/>
        </p:nvSpPr>
        <p:spPr>
          <a:xfrm>
            <a:off x="1151614" y="1588389"/>
            <a:ext cx="9877604" cy="328551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Simplifies design decision-making. </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Clarifies persona behaviours and goals. </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Prevents assumptions about users. </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Ensures diverse user needs are represented. </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Avoids designing for wants instead of actual needs. </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Enables ongoing design evaluation against personas. </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Resolves design disagreements by referencing personas.</a:t>
            </a:r>
            <a:endParaRPr lang="en-US" sz="2000" dirty="0">
              <a:solidFill>
                <a:schemeClr val="tx1">
                  <a:lumMod val="65000"/>
                  <a:lumOff val="35000"/>
                </a:schemeClr>
              </a:solidFill>
            </a:endParaRPr>
          </a:p>
        </p:txBody>
      </p:sp>
    </p:spTree>
    <p:extLst>
      <p:ext uri="{BB962C8B-B14F-4D97-AF65-F5344CB8AC3E}">
        <p14:creationId xmlns:p14="http://schemas.microsoft.com/office/powerpoint/2010/main" val="330938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203E9-AFD0-2E12-C009-6B0EE5EF206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444E4DE-7D05-8CB8-B425-7841296E4B41}"/>
              </a:ext>
            </a:extLst>
          </p:cNvPr>
          <p:cNvSpPr txBox="1"/>
          <p:nvPr/>
        </p:nvSpPr>
        <p:spPr>
          <a:xfrm>
            <a:off x="2096444" y="479685"/>
            <a:ext cx="7999108"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Limitations</a:t>
            </a:r>
          </a:p>
        </p:txBody>
      </p:sp>
      <p:sp>
        <p:nvSpPr>
          <p:cNvPr id="5" name="Slide Number Placeholder 1">
            <a:extLst>
              <a:ext uri="{FF2B5EF4-FFF2-40B4-BE49-F238E27FC236}">
                <a16:creationId xmlns:a16="http://schemas.microsoft.com/office/drawing/2014/main" id="{B963DB1C-1D2F-6101-780E-A09EC71E5959}"/>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7</a:t>
            </a:fld>
            <a:endParaRPr lang="en-MY" dirty="0"/>
          </a:p>
        </p:txBody>
      </p:sp>
      <p:sp>
        <p:nvSpPr>
          <p:cNvPr id="3" name="TextBox 2">
            <a:extLst>
              <a:ext uri="{FF2B5EF4-FFF2-40B4-BE49-F238E27FC236}">
                <a16:creationId xmlns:a16="http://schemas.microsoft.com/office/drawing/2014/main" id="{F20B4B4B-9A66-12E3-45C5-DBD7ECE17CC4}"/>
              </a:ext>
            </a:extLst>
          </p:cNvPr>
          <p:cNvSpPr txBox="1"/>
          <p:nvPr/>
        </p:nvSpPr>
        <p:spPr>
          <a:xfrm>
            <a:off x="1151614" y="1588389"/>
            <a:ext cx="9877604" cy="236218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Personas must address a specific design problem.</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They are not reusable across different projects.</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Context-specificity is critical.</a:t>
            </a:r>
          </a:p>
          <a:p>
            <a:pPr marL="342900" indent="-342900" algn="just">
              <a:lnSpc>
                <a:spcPct val="150000"/>
              </a:lnSpc>
              <a:buFont typeface="Arial" panose="020B0604020202020204" pitchFamily="34" charset="0"/>
              <a:buChar char="•"/>
            </a:pPr>
            <a:r>
              <a:rPr lang="en-MY" sz="2000">
                <a:solidFill>
                  <a:schemeClr val="tx1">
                    <a:lumMod val="65000"/>
                    <a:lumOff val="35000"/>
                  </a:schemeClr>
                </a:solidFill>
              </a:rPr>
              <a:t>Behaviours </a:t>
            </a:r>
            <a:r>
              <a:rPr lang="en-MY" sz="2000" dirty="0">
                <a:solidFill>
                  <a:schemeClr val="tx1">
                    <a:lumMod val="65000"/>
                    <a:lumOff val="35000"/>
                  </a:schemeClr>
                </a:solidFill>
              </a:rPr>
              <a:t>and goals must align with the domain.</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Unique personas are required for each product.</a:t>
            </a:r>
            <a:endParaRPr lang="en-US" sz="2000" dirty="0">
              <a:solidFill>
                <a:schemeClr val="tx1">
                  <a:lumMod val="65000"/>
                  <a:lumOff val="35000"/>
                </a:schemeClr>
              </a:solidFill>
            </a:endParaRPr>
          </a:p>
        </p:txBody>
      </p:sp>
    </p:spTree>
    <p:extLst>
      <p:ext uri="{BB962C8B-B14F-4D97-AF65-F5344CB8AC3E}">
        <p14:creationId xmlns:p14="http://schemas.microsoft.com/office/powerpoint/2010/main" val="3912309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0037A-E2DD-7E97-7D92-17E38F95BE5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AF7A997-DFDE-5B09-1108-0BFD24B8809D}"/>
              </a:ext>
            </a:extLst>
          </p:cNvPr>
          <p:cNvSpPr txBox="1"/>
          <p:nvPr/>
        </p:nvSpPr>
        <p:spPr>
          <a:xfrm>
            <a:off x="2096444" y="479685"/>
            <a:ext cx="7999108"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How to Create a Persona?</a:t>
            </a:r>
          </a:p>
        </p:txBody>
      </p:sp>
      <p:sp>
        <p:nvSpPr>
          <p:cNvPr id="5" name="Slide Number Placeholder 1">
            <a:extLst>
              <a:ext uri="{FF2B5EF4-FFF2-40B4-BE49-F238E27FC236}">
                <a16:creationId xmlns:a16="http://schemas.microsoft.com/office/drawing/2014/main" id="{DBC85367-9AE7-6887-C99A-37EBC446F825}"/>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8</a:t>
            </a:fld>
            <a:endParaRPr lang="en-MY" dirty="0"/>
          </a:p>
        </p:txBody>
      </p:sp>
      <p:sp>
        <p:nvSpPr>
          <p:cNvPr id="3" name="TextBox 2">
            <a:extLst>
              <a:ext uri="{FF2B5EF4-FFF2-40B4-BE49-F238E27FC236}">
                <a16:creationId xmlns:a16="http://schemas.microsoft.com/office/drawing/2014/main" id="{7D51689B-0B9F-A001-3171-85972705BFEB}"/>
              </a:ext>
            </a:extLst>
          </p:cNvPr>
          <p:cNvSpPr txBox="1"/>
          <p:nvPr/>
        </p:nvSpPr>
        <p:spPr>
          <a:xfrm>
            <a:off x="1151614" y="1588389"/>
            <a:ext cx="9877604" cy="4208844"/>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Collect background data from your target users</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Take primarily tasks, behaviour, goals, attitudes and environment into account</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Use </a:t>
            </a:r>
            <a:r>
              <a:rPr lang="en-MY" sz="2000" b="1" dirty="0">
                <a:solidFill>
                  <a:schemeClr val="tx1">
                    <a:lumMod val="65000"/>
                    <a:lumOff val="35000"/>
                  </a:schemeClr>
                </a:solidFill>
              </a:rPr>
              <a:t>empathy map</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Add personal and motivational details </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Make the personas come to life by including real photos</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Check back with different stakeholders and people who have regular customer contact</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Check them in context with market segments</a:t>
            </a:r>
            <a:endParaRPr lang="en-US" sz="2000" dirty="0">
              <a:solidFill>
                <a:schemeClr val="tx1">
                  <a:lumMod val="65000"/>
                  <a:lumOff val="35000"/>
                </a:schemeClr>
              </a:solidFill>
            </a:endParaRPr>
          </a:p>
        </p:txBody>
      </p:sp>
    </p:spTree>
    <p:extLst>
      <p:ext uri="{BB962C8B-B14F-4D97-AF65-F5344CB8AC3E}">
        <p14:creationId xmlns:p14="http://schemas.microsoft.com/office/powerpoint/2010/main" val="3471545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8"/>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buSzPts val="4400"/>
            </a:pPr>
            <a:endParaRPr/>
          </a:p>
        </p:txBody>
      </p:sp>
      <p:sp>
        <p:nvSpPr>
          <p:cNvPr id="141" name="Google Shape;141;p8"/>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139700">
              <a:spcBef>
                <a:spcPts val="0"/>
              </a:spcBef>
              <a:buSzPts val="3200"/>
              <a:buNone/>
            </a:pPr>
            <a:endParaRPr/>
          </a:p>
        </p:txBody>
      </p:sp>
      <p:pic>
        <p:nvPicPr>
          <p:cNvPr id="142" name="Google Shape;142;p8"/>
          <p:cNvPicPr preferRelativeResize="0"/>
          <p:nvPr/>
        </p:nvPicPr>
        <p:blipFill rotWithShape="1">
          <a:blip r:embed="rId3">
            <a:alphaModFix/>
          </a:blip>
          <a:srcRect/>
          <a:stretch/>
        </p:blipFill>
        <p:spPr>
          <a:xfrm>
            <a:off x="1524000" y="33139"/>
            <a:ext cx="9144000" cy="669549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9"/>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buSzPts val="4400"/>
            </a:pPr>
            <a:endParaRPr/>
          </a:p>
        </p:txBody>
      </p:sp>
      <p:sp>
        <p:nvSpPr>
          <p:cNvPr id="148" name="Google Shape;148;p9"/>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139700">
              <a:spcBef>
                <a:spcPts val="0"/>
              </a:spcBef>
              <a:buSzPts val="3200"/>
              <a:buNone/>
            </a:pPr>
            <a:endParaRPr/>
          </a:p>
        </p:txBody>
      </p:sp>
      <p:pic>
        <p:nvPicPr>
          <p:cNvPr id="149" name="Google Shape;149;p9"/>
          <p:cNvPicPr preferRelativeResize="0"/>
          <p:nvPr/>
        </p:nvPicPr>
        <p:blipFill rotWithShape="1">
          <a:blip r:embed="rId3">
            <a:alphaModFix/>
          </a:blip>
          <a:srcRect/>
          <a:stretch/>
        </p:blipFill>
        <p:spPr>
          <a:xfrm>
            <a:off x="1794377" y="304899"/>
            <a:ext cx="8603246" cy="6175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pic>
        <p:nvPicPr>
          <p:cNvPr id="154" name="Google Shape;154;p10"/>
          <p:cNvPicPr preferRelativeResize="0">
            <a:picLocks noGrp="1"/>
          </p:cNvPicPr>
          <p:nvPr>
            <p:ph type="body" idx="1"/>
          </p:nvPr>
        </p:nvPicPr>
        <p:blipFill rotWithShape="1">
          <a:blip r:embed="rId3">
            <a:alphaModFix/>
          </a:blip>
          <a:srcRect t="5960" b="15376"/>
          <a:stretch/>
        </p:blipFill>
        <p:spPr>
          <a:xfrm>
            <a:off x="5126162" y="15999"/>
            <a:ext cx="5541839" cy="6535954"/>
          </a:xfrm>
          <a:prstGeom prst="rect">
            <a:avLst/>
          </a:prstGeom>
          <a:noFill/>
          <a:ln>
            <a:noFill/>
          </a:ln>
        </p:spPr>
      </p:pic>
      <p:sp>
        <p:nvSpPr>
          <p:cNvPr id="155" name="Google Shape;155;p10"/>
          <p:cNvSpPr txBox="1"/>
          <p:nvPr/>
        </p:nvSpPr>
        <p:spPr>
          <a:xfrm>
            <a:off x="1847528" y="4797153"/>
            <a:ext cx="2232248" cy="1200329"/>
          </a:xfrm>
          <a:prstGeom prst="rect">
            <a:avLst/>
          </a:prstGeom>
          <a:noFill/>
          <a:ln>
            <a:noFill/>
          </a:ln>
        </p:spPr>
        <p:txBody>
          <a:bodyPr spcFirstLastPara="1" wrap="square" lIns="91425" tIns="45700" rIns="91425" bIns="45700" anchor="t" anchorCtr="0">
            <a:spAutoFit/>
          </a:bodyPr>
          <a:lstStyle/>
          <a:p>
            <a:r>
              <a:rPr lang="en-GB">
                <a:solidFill>
                  <a:schemeClr val="dk1"/>
                </a:solidFill>
                <a:latin typeface="Calibri"/>
                <a:ea typeface="Calibri"/>
                <a:cs typeface="Calibri"/>
                <a:sym typeface="Calibri"/>
              </a:rPr>
              <a:t>https://conceptboard.com/blog/create-a-customer-empathy-map-in-6-easy-steps/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1"/>
          <p:cNvSpPr txBox="1">
            <a:spLocks noGrp="1"/>
          </p:cNvSpPr>
          <p:nvPr>
            <p:ph type="title"/>
          </p:nvPr>
        </p:nvSpPr>
        <p:spPr>
          <a:xfrm>
            <a:off x="2634444" y="228600"/>
            <a:ext cx="6923112" cy="1143000"/>
          </a:xfrm>
          <a:prstGeom prst="rect">
            <a:avLst/>
          </a:prstGeom>
          <a:noFill/>
          <a:ln>
            <a:noFill/>
          </a:ln>
        </p:spPr>
        <p:txBody>
          <a:bodyPr spcFirstLastPara="1" vert="horz" wrap="square" lIns="91425" tIns="45700" rIns="91425" bIns="45700" rtlCol="0" anchor="ctr" anchorCtr="0">
            <a:normAutofit/>
          </a:bodyPr>
          <a:lstStyle/>
          <a:p>
            <a:pPr>
              <a:buSzPts val="4400"/>
            </a:pPr>
            <a:r>
              <a:rPr lang="en-GB" dirty="0"/>
              <a:t>Example of a Person (1)</a:t>
            </a:r>
            <a:endParaRPr dirty="0"/>
          </a:p>
        </p:txBody>
      </p:sp>
      <p:sp>
        <p:nvSpPr>
          <p:cNvPr id="161" name="Google Shape;161;p11"/>
          <p:cNvSpPr txBox="1">
            <a:spLocks noGrp="1"/>
          </p:cNvSpPr>
          <p:nvPr>
            <p:ph type="body" idx="1"/>
          </p:nvPr>
        </p:nvSpPr>
        <p:spPr>
          <a:xfrm>
            <a:off x="2335695" y="1776102"/>
            <a:ext cx="7520609" cy="4279829"/>
          </a:xfrm>
          <a:prstGeom prst="rect">
            <a:avLst/>
          </a:prstGeom>
          <a:noFill/>
          <a:ln>
            <a:noFill/>
          </a:ln>
        </p:spPr>
        <p:txBody>
          <a:bodyPr spcFirstLastPara="1" vert="horz" wrap="square" lIns="91425" tIns="45700" rIns="91425" bIns="45700" rtlCol="0" anchor="t" anchorCtr="0">
            <a:normAutofit fontScale="85000" lnSpcReduction="10000"/>
          </a:bodyPr>
          <a:lstStyle/>
          <a:p>
            <a:pPr marL="174625" indent="0">
              <a:lnSpc>
                <a:spcPct val="150000"/>
              </a:lnSpc>
              <a:spcBef>
                <a:spcPts val="0"/>
              </a:spcBef>
              <a:buSzPts val="2000"/>
              <a:buNone/>
            </a:pPr>
            <a:r>
              <a:rPr lang="en-GB" sz="1600" dirty="0">
                <a:solidFill>
                  <a:schemeClr val="tx1">
                    <a:lumMod val="65000"/>
                    <a:lumOff val="35000"/>
                  </a:schemeClr>
                </a:solidFill>
              </a:rPr>
              <a:t>Nikki is 50 and works as a Doctor</a:t>
            </a:r>
            <a:endParaRPr sz="1600" dirty="0">
              <a:solidFill>
                <a:schemeClr val="tx1">
                  <a:lumMod val="65000"/>
                  <a:lumOff val="35000"/>
                </a:schemeClr>
              </a:solidFill>
            </a:endParaRPr>
          </a:p>
          <a:p>
            <a:pPr marL="174625" indent="0">
              <a:lnSpc>
                <a:spcPct val="150000"/>
              </a:lnSpc>
              <a:spcBef>
                <a:spcPts val="400"/>
              </a:spcBef>
              <a:buSzPts val="2000"/>
              <a:buNone/>
            </a:pPr>
            <a:r>
              <a:rPr lang="en-GB" sz="1600" dirty="0">
                <a:solidFill>
                  <a:schemeClr val="tx1">
                    <a:lumMod val="65000"/>
                    <a:lumOff val="35000"/>
                  </a:schemeClr>
                </a:solidFill>
              </a:rPr>
              <a:t>in the Royal Melbourne Hospital. </a:t>
            </a:r>
            <a:endParaRPr sz="1600" dirty="0">
              <a:solidFill>
                <a:schemeClr val="tx1">
                  <a:lumMod val="65000"/>
                  <a:lumOff val="35000"/>
                </a:schemeClr>
              </a:solidFill>
            </a:endParaRPr>
          </a:p>
          <a:p>
            <a:pPr marL="174625" indent="0">
              <a:lnSpc>
                <a:spcPct val="150000"/>
              </a:lnSpc>
              <a:spcBef>
                <a:spcPts val="400"/>
              </a:spcBef>
              <a:buSzPts val="2000"/>
              <a:buNone/>
            </a:pPr>
            <a:r>
              <a:rPr lang="en-GB" sz="1600" dirty="0">
                <a:solidFill>
                  <a:schemeClr val="tx1">
                    <a:lumMod val="65000"/>
                    <a:lumOff val="35000"/>
                  </a:schemeClr>
                </a:solidFill>
              </a:rPr>
              <a:t>She is a specialist in cardiology and </a:t>
            </a:r>
            <a:endParaRPr sz="1600" dirty="0">
              <a:solidFill>
                <a:schemeClr val="tx1">
                  <a:lumMod val="65000"/>
                  <a:lumOff val="35000"/>
                </a:schemeClr>
              </a:solidFill>
            </a:endParaRPr>
          </a:p>
          <a:p>
            <a:pPr marL="174625" indent="0">
              <a:lnSpc>
                <a:spcPct val="150000"/>
              </a:lnSpc>
              <a:spcBef>
                <a:spcPts val="400"/>
              </a:spcBef>
              <a:buSzPts val="2000"/>
              <a:buNone/>
            </a:pPr>
            <a:r>
              <a:rPr lang="en-GB" sz="1600" dirty="0">
                <a:solidFill>
                  <a:schemeClr val="tx1">
                    <a:lumMod val="65000"/>
                    <a:lumOff val="35000"/>
                  </a:schemeClr>
                </a:solidFill>
              </a:rPr>
              <a:t>has over 18 years experience in that</a:t>
            </a:r>
            <a:endParaRPr sz="1600" dirty="0">
              <a:solidFill>
                <a:schemeClr val="tx1">
                  <a:lumMod val="65000"/>
                  <a:lumOff val="35000"/>
                </a:schemeClr>
              </a:solidFill>
            </a:endParaRPr>
          </a:p>
          <a:p>
            <a:pPr marL="174625" indent="0">
              <a:lnSpc>
                <a:spcPct val="150000"/>
              </a:lnSpc>
              <a:spcBef>
                <a:spcPts val="400"/>
              </a:spcBef>
              <a:buSzPts val="2000"/>
              <a:buNone/>
            </a:pPr>
            <a:r>
              <a:rPr lang="en-GB" sz="1600" dirty="0">
                <a:solidFill>
                  <a:schemeClr val="tx1">
                    <a:lumMod val="65000"/>
                    <a:lumOff val="35000"/>
                  </a:schemeClr>
                </a:solidFill>
              </a:rPr>
              <a:t>field of research. She often uses</a:t>
            </a:r>
            <a:endParaRPr sz="1600" dirty="0">
              <a:solidFill>
                <a:schemeClr val="tx1">
                  <a:lumMod val="65000"/>
                  <a:lumOff val="35000"/>
                </a:schemeClr>
              </a:solidFill>
            </a:endParaRPr>
          </a:p>
          <a:p>
            <a:pPr marL="174625" indent="0">
              <a:lnSpc>
                <a:spcPct val="150000"/>
              </a:lnSpc>
              <a:spcBef>
                <a:spcPts val="400"/>
              </a:spcBef>
              <a:buSzPts val="2000"/>
              <a:buNone/>
            </a:pPr>
            <a:r>
              <a:rPr lang="en-GB" sz="1600" dirty="0">
                <a:solidFill>
                  <a:schemeClr val="tx1">
                    <a:lumMod val="65000"/>
                    <a:lumOff val="35000"/>
                  </a:schemeClr>
                </a:solidFill>
              </a:rPr>
              <a:t>a computer tomography or ultrasound </a:t>
            </a:r>
            <a:endParaRPr sz="1600" dirty="0">
              <a:solidFill>
                <a:schemeClr val="tx1">
                  <a:lumMod val="65000"/>
                  <a:lumOff val="35000"/>
                </a:schemeClr>
              </a:solidFill>
            </a:endParaRPr>
          </a:p>
          <a:p>
            <a:pPr marL="174625" indent="0">
              <a:lnSpc>
                <a:spcPct val="150000"/>
              </a:lnSpc>
              <a:spcBef>
                <a:spcPts val="400"/>
              </a:spcBef>
              <a:buSzPts val="2000"/>
              <a:buNone/>
            </a:pPr>
            <a:r>
              <a:rPr lang="en-GB" sz="1600" dirty="0">
                <a:solidFill>
                  <a:schemeClr val="tx1">
                    <a:lumMod val="65000"/>
                    <a:lumOff val="35000"/>
                  </a:schemeClr>
                </a:solidFill>
              </a:rPr>
              <a:t>machine. Nikki makes judgments </a:t>
            </a:r>
            <a:endParaRPr sz="1600" dirty="0">
              <a:solidFill>
                <a:schemeClr val="tx1">
                  <a:lumMod val="65000"/>
                  <a:lumOff val="35000"/>
                </a:schemeClr>
              </a:solidFill>
            </a:endParaRPr>
          </a:p>
          <a:p>
            <a:pPr marL="174625" indent="0">
              <a:lnSpc>
                <a:spcPct val="150000"/>
              </a:lnSpc>
              <a:spcBef>
                <a:spcPts val="400"/>
              </a:spcBef>
              <a:buSzPts val="2000"/>
              <a:buNone/>
            </a:pPr>
            <a:r>
              <a:rPr lang="en-GB" sz="1600" dirty="0">
                <a:solidFill>
                  <a:schemeClr val="tx1">
                    <a:lumMod val="65000"/>
                    <a:lumOff val="35000"/>
                  </a:schemeClr>
                </a:solidFill>
              </a:rPr>
              <a:t>rationally. She wants the software </a:t>
            </a:r>
            <a:endParaRPr sz="1600" dirty="0">
              <a:solidFill>
                <a:schemeClr val="tx1">
                  <a:lumMod val="65000"/>
                  <a:lumOff val="35000"/>
                </a:schemeClr>
              </a:solidFill>
            </a:endParaRPr>
          </a:p>
          <a:p>
            <a:pPr marL="174625" indent="0">
              <a:lnSpc>
                <a:spcPct val="150000"/>
              </a:lnSpc>
              <a:spcBef>
                <a:spcPts val="400"/>
              </a:spcBef>
              <a:buSzPts val="2000"/>
              <a:buNone/>
            </a:pPr>
            <a:r>
              <a:rPr lang="en-GB" sz="1600" dirty="0">
                <a:solidFill>
                  <a:schemeClr val="tx1">
                    <a:lumMod val="65000"/>
                    <a:lumOff val="35000"/>
                  </a:schemeClr>
                </a:solidFill>
              </a:rPr>
              <a:t>that comes with the medical devices to give her results fast and in graphical format with the opportunity to zoom things to the max. Nikki has a positive attitude in terms of technology as she has experienced it as a great support. She is confident using a  computer even though he’s not an expert. </a:t>
            </a:r>
            <a:endParaRPr sz="1600" dirty="0">
              <a:solidFill>
                <a:schemeClr val="tx1">
                  <a:lumMod val="65000"/>
                  <a:lumOff val="35000"/>
                </a:schemeClr>
              </a:solidFill>
            </a:endParaRPr>
          </a:p>
        </p:txBody>
      </p:sp>
      <p:pic>
        <p:nvPicPr>
          <p:cNvPr id="162" name="Google Shape;162;p11"/>
          <p:cNvPicPr preferRelativeResize="0"/>
          <p:nvPr/>
        </p:nvPicPr>
        <p:blipFill rotWithShape="1">
          <a:blip r:embed="rId3">
            <a:alphaModFix/>
          </a:blip>
          <a:srcRect/>
          <a:stretch/>
        </p:blipFill>
        <p:spPr>
          <a:xfrm>
            <a:off x="6778487" y="1981823"/>
            <a:ext cx="1868557" cy="229200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2"/>
          <p:cNvSpPr txBox="1">
            <a:spLocks noGrp="1"/>
          </p:cNvSpPr>
          <p:nvPr>
            <p:ph type="title"/>
          </p:nvPr>
        </p:nvSpPr>
        <p:spPr>
          <a:xfrm>
            <a:off x="2999656" y="274638"/>
            <a:ext cx="7211144" cy="1143000"/>
          </a:xfrm>
          <a:prstGeom prst="rect">
            <a:avLst/>
          </a:prstGeom>
          <a:noFill/>
          <a:ln>
            <a:noFill/>
          </a:ln>
        </p:spPr>
        <p:txBody>
          <a:bodyPr spcFirstLastPara="1" vert="horz" wrap="square" lIns="91425" tIns="45700" rIns="91425" bIns="45700" rtlCol="0" anchor="ctr" anchorCtr="0">
            <a:normAutofit/>
          </a:bodyPr>
          <a:lstStyle/>
          <a:p>
            <a:pPr>
              <a:buSzPts val="4400"/>
            </a:pPr>
            <a:r>
              <a:rPr lang="en-GB"/>
              <a:t>..from Nikki’s Persona Profile  </a:t>
            </a:r>
            <a:endParaRPr/>
          </a:p>
        </p:txBody>
      </p:sp>
      <p:sp>
        <p:nvSpPr>
          <p:cNvPr id="168" name="Google Shape;168;p12"/>
          <p:cNvSpPr txBox="1">
            <a:spLocks noGrp="1"/>
          </p:cNvSpPr>
          <p:nvPr>
            <p:ph type="body" idx="1"/>
          </p:nvPr>
        </p:nvSpPr>
        <p:spPr>
          <a:xfrm>
            <a:off x="1981200" y="1916833"/>
            <a:ext cx="8229600" cy="4209331"/>
          </a:xfrm>
          <a:prstGeom prst="rect">
            <a:avLst/>
          </a:prstGeom>
          <a:noFill/>
          <a:ln>
            <a:noFill/>
          </a:ln>
        </p:spPr>
        <p:txBody>
          <a:bodyPr spcFirstLastPara="1" vert="horz" wrap="square" lIns="91425" tIns="45700" rIns="91425" bIns="45700" rtlCol="0" anchor="t" anchorCtr="0">
            <a:normAutofit/>
          </a:bodyPr>
          <a:lstStyle/>
          <a:p>
            <a:pPr marL="342900">
              <a:lnSpc>
                <a:spcPct val="150000"/>
              </a:lnSpc>
              <a:spcBef>
                <a:spcPts val="0"/>
              </a:spcBef>
              <a:buSzPts val="3200"/>
            </a:pPr>
            <a:r>
              <a:rPr lang="en-GB" sz="2000" dirty="0"/>
              <a:t>Nikki’s goals when using the software, she </a:t>
            </a:r>
            <a:endParaRPr sz="2000" dirty="0"/>
          </a:p>
          <a:p>
            <a:pPr marL="742950" lvl="1" indent="-285750">
              <a:lnSpc>
                <a:spcPct val="150000"/>
              </a:lnSpc>
              <a:spcBef>
                <a:spcPts val="560"/>
              </a:spcBef>
              <a:buSzPts val="2800"/>
            </a:pPr>
            <a:r>
              <a:rPr lang="en-GB" sz="1800" dirty="0"/>
              <a:t>wants the software that comes with the medical devices to give her results fast and in graphical format with the opportunity to zoom things to the max.</a:t>
            </a:r>
            <a:endParaRPr sz="1800" dirty="0"/>
          </a:p>
          <a:p>
            <a:pPr marL="742950" lvl="1" indent="-107950">
              <a:lnSpc>
                <a:spcPct val="150000"/>
              </a:lnSpc>
              <a:spcBef>
                <a:spcPts val="560"/>
              </a:spcBef>
              <a:buSzPts val="2800"/>
              <a:buNone/>
            </a:pPr>
            <a:endParaRPr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3"/>
          <p:cNvSpPr txBox="1">
            <a:spLocks noGrp="1"/>
          </p:cNvSpPr>
          <p:nvPr>
            <p:ph type="title"/>
          </p:nvPr>
        </p:nvSpPr>
        <p:spPr>
          <a:xfrm>
            <a:off x="2549352" y="109127"/>
            <a:ext cx="7200800" cy="1143000"/>
          </a:xfrm>
          <a:prstGeom prst="rect">
            <a:avLst/>
          </a:prstGeom>
          <a:noFill/>
          <a:ln>
            <a:noFill/>
          </a:ln>
        </p:spPr>
        <p:txBody>
          <a:bodyPr spcFirstLastPara="1" vert="horz" wrap="square" lIns="91425" tIns="45700" rIns="91425" bIns="45700" rtlCol="0" anchor="ctr" anchorCtr="0">
            <a:normAutofit/>
          </a:bodyPr>
          <a:lstStyle/>
          <a:p>
            <a:pPr>
              <a:buSzPts val="4400"/>
            </a:pPr>
            <a:r>
              <a:rPr lang="en-GB" dirty="0"/>
              <a:t>Example of a Persona (2)</a:t>
            </a:r>
            <a:endParaRPr dirty="0"/>
          </a:p>
        </p:txBody>
      </p:sp>
      <p:pic>
        <p:nvPicPr>
          <p:cNvPr id="175" name="Google Shape;175;p13"/>
          <p:cNvPicPr preferRelativeResize="0"/>
          <p:nvPr/>
        </p:nvPicPr>
        <p:blipFill rotWithShape="1">
          <a:blip r:embed="rId3">
            <a:alphaModFix/>
          </a:blip>
          <a:srcRect/>
          <a:stretch/>
        </p:blipFill>
        <p:spPr>
          <a:xfrm>
            <a:off x="1631503" y="1208743"/>
            <a:ext cx="9036497" cy="2085975"/>
          </a:xfrm>
          <a:prstGeom prst="rect">
            <a:avLst/>
          </a:prstGeom>
          <a:noFill/>
          <a:ln>
            <a:noFill/>
          </a:ln>
        </p:spPr>
      </p:pic>
      <p:pic>
        <p:nvPicPr>
          <p:cNvPr id="176" name="Google Shape;176;p13"/>
          <p:cNvPicPr preferRelativeResize="0"/>
          <p:nvPr/>
        </p:nvPicPr>
        <p:blipFill rotWithShape="1">
          <a:blip r:embed="rId4">
            <a:alphaModFix/>
          </a:blip>
          <a:srcRect/>
          <a:stretch/>
        </p:blipFill>
        <p:spPr>
          <a:xfrm>
            <a:off x="1577751" y="3135278"/>
            <a:ext cx="9036497" cy="329088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4"/>
          <p:cNvSpPr txBox="1">
            <a:spLocks noGrp="1"/>
          </p:cNvSpPr>
          <p:nvPr>
            <p:ph type="title"/>
          </p:nvPr>
        </p:nvSpPr>
        <p:spPr>
          <a:xfrm>
            <a:off x="2562436" y="160336"/>
            <a:ext cx="7067128" cy="1143000"/>
          </a:xfrm>
          <a:prstGeom prst="rect">
            <a:avLst/>
          </a:prstGeom>
          <a:noFill/>
          <a:ln>
            <a:noFill/>
          </a:ln>
        </p:spPr>
        <p:txBody>
          <a:bodyPr spcFirstLastPara="1" vert="horz" wrap="square" lIns="91425" tIns="45700" rIns="91425" bIns="45700" rtlCol="0" anchor="ctr" anchorCtr="0">
            <a:normAutofit/>
          </a:bodyPr>
          <a:lstStyle/>
          <a:p>
            <a:pPr>
              <a:buSzPts val="4400"/>
            </a:pPr>
            <a:r>
              <a:rPr lang="en-GB" dirty="0"/>
              <a:t>..from Bob’s Persona Profile  </a:t>
            </a:r>
            <a:endParaRPr dirty="0"/>
          </a:p>
        </p:txBody>
      </p:sp>
      <p:sp>
        <p:nvSpPr>
          <p:cNvPr id="182" name="Google Shape;182;p14"/>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a:lnSpc>
                <a:spcPct val="150000"/>
              </a:lnSpc>
              <a:spcBef>
                <a:spcPts val="0"/>
              </a:spcBef>
              <a:buSzPts val="3200"/>
            </a:pPr>
            <a:r>
              <a:rPr lang="en-GB" dirty="0"/>
              <a:t>Bob’s goals when using the internet </a:t>
            </a:r>
            <a:endParaRPr dirty="0"/>
          </a:p>
          <a:p>
            <a:pPr marL="742950" lvl="1" indent="-285750">
              <a:lnSpc>
                <a:spcPct val="150000"/>
              </a:lnSpc>
              <a:spcBef>
                <a:spcPts val="560"/>
              </a:spcBef>
              <a:buSzPts val="2800"/>
            </a:pPr>
            <a:r>
              <a:rPr lang="en-GB" dirty="0"/>
              <a:t>wants to avoid feeling stupid</a:t>
            </a:r>
            <a:endParaRPr dirty="0"/>
          </a:p>
          <a:p>
            <a:pPr marL="742950" lvl="1" indent="-285750">
              <a:lnSpc>
                <a:spcPct val="150000"/>
              </a:lnSpc>
              <a:spcBef>
                <a:spcPts val="560"/>
              </a:spcBef>
              <a:buSzPts val="2800"/>
            </a:pPr>
            <a:r>
              <a:rPr lang="en-GB" dirty="0"/>
              <a:t>would like to retain status as mentor</a:t>
            </a:r>
            <a:endParaRPr dirty="0"/>
          </a:p>
          <a:p>
            <a:pPr marL="742950" lvl="1" indent="-285750">
              <a:lnSpc>
                <a:spcPct val="150000"/>
              </a:lnSpc>
              <a:spcBef>
                <a:spcPts val="560"/>
              </a:spcBef>
              <a:buSzPts val="2800"/>
            </a:pPr>
            <a:r>
              <a:rPr lang="en-GB" dirty="0"/>
              <a:t>make him more informed when interacting with customers</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9446E-AE45-4E99-C60C-A0790572488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4C1252E-704F-1B80-E141-6452FACC0677}"/>
              </a:ext>
            </a:extLst>
          </p:cNvPr>
          <p:cNvSpPr txBox="1"/>
          <p:nvPr/>
        </p:nvSpPr>
        <p:spPr>
          <a:xfrm>
            <a:off x="7186692" y="1782972"/>
            <a:ext cx="4473418" cy="1754326"/>
          </a:xfrm>
          <a:prstGeom prst="rect">
            <a:avLst/>
          </a:prstGeom>
          <a:noFill/>
        </p:spPr>
        <p:txBody>
          <a:bodyPr wrap="square" rtlCol="0">
            <a:spAutoFit/>
          </a:bodyPr>
          <a:lstStyle/>
          <a:p>
            <a:pPr algn="ctr"/>
            <a:r>
              <a:rPr lang="en-US" sz="5400" b="1" kern="0" dirty="0">
                <a:solidFill>
                  <a:schemeClr val="tx1">
                    <a:lumMod val="85000"/>
                    <a:lumOff val="15000"/>
                  </a:schemeClr>
                </a:solidFill>
                <a:latin typeface="+mj-lt"/>
              </a:rPr>
              <a:t>TASKS</a:t>
            </a:r>
          </a:p>
          <a:p>
            <a:pPr algn="ctr"/>
            <a:r>
              <a:rPr lang="en-US" sz="5400" b="1" kern="0" dirty="0">
                <a:solidFill>
                  <a:srgbClr val="C04C4C"/>
                </a:solidFill>
                <a:latin typeface="+mj-lt"/>
              </a:rPr>
              <a:t>ANALYSIS</a:t>
            </a:r>
          </a:p>
        </p:txBody>
      </p:sp>
      <p:sp>
        <p:nvSpPr>
          <p:cNvPr id="2" name="Slide Number Placeholder 1">
            <a:extLst>
              <a:ext uri="{FF2B5EF4-FFF2-40B4-BE49-F238E27FC236}">
                <a16:creationId xmlns:a16="http://schemas.microsoft.com/office/drawing/2014/main" id="{809C800D-1256-59B9-482C-6CE054B2DC49}"/>
              </a:ext>
            </a:extLst>
          </p:cNvPr>
          <p:cNvSpPr>
            <a:spLocks noGrp="1"/>
          </p:cNvSpPr>
          <p:nvPr>
            <p:ph type="sldNum" sz="quarter" idx="11"/>
          </p:nvPr>
        </p:nvSpPr>
        <p:spPr/>
        <p:txBody>
          <a:bodyPr/>
          <a:lstStyle/>
          <a:p>
            <a:fld id="{7737D3DD-0AB3-4F16-99FA-6262B2B4036D}" type="slidenum">
              <a:rPr lang="en-MY" smtClean="0"/>
              <a:t>16</a:t>
            </a:fld>
            <a:endParaRPr lang="en-MY"/>
          </a:p>
        </p:txBody>
      </p:sp>
    </p:spTree>
    <p:extLst>
      <p:ext uri="{BB962C8B-B14F-4D97-AF65-F5344CB8AC3E}">
        <p14:creationId xmlns:p14="http://schemas.microsoft.com/office/powerpoint/2010/main" val="26194559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81BCD-2CA1-5F93-6FB1-7C2E8DA3C14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D5C363B-6105-118E-B33A-E98AA5776A7B}"/>
              </a:ext>
            </a:extLst>
          </p:cNvPr>
          <p:cNvSpPr txBox="1"/>
          <p:nvPr/>
        </p:nvSpPr>
        <p:spPr>
          <a:xfrm>
            <a:off x="2096444" y="479685"/>
            <a:ext cx="7999108"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What is a Task?</a:t>
            </a:r>
          </a:p>
        </p:txBody>
      </p:sp>
      <p:sp>
        <p:nvSpPr>
          <p:cNvPr id="5" name="Slide Number Placeholder 1">
            <a:extLst>
              <a:ext uri="{FF2B5EF4-FFF2-40B4-BE49-F238E27FC236}">
                <a16:creationId xmlns:a16="http://schemas.microsoft.com/office/drawing/2014/main" id="{621A1FAF-7F14-AD36-0E72-CE56898942D1}"/>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17</a:t>
            </a:fld>
            <a:endParaRPr lang="en-MY" dirty="0"/>
          </a:p>
        </p:txBody>
      </p:sp>
      <p:sp>
        <p:nvSpPr>
          <p:cNvPr id="3" name="TextBox 2">
            <a:extLst>
              <a:ext uri="{FF2B5EF4-FFF2-40B4-BE49-F238E27FC236}">
                <a16:creationId xmlns:a16="http://schemas.microsoft.com/office/drawing/2014/main" id="{74CF24D7-5B54-29DF-CA8A-A63F70DABDC5}"/>
              </a:ext>
            </a:extLst>
          </p:cNvPr>
          <p:cNvSpPr txBox="1"/>
          <p:nvPr/>
        </p:nvSpPr>
        <p:spPr>
          <a:xfrm>
            <a:off x="1151614" y="1588389"/>
            <a:ext cx="9877604" cy="2823850"/>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A task is a set of user actions to achieve a specific user goal, supported by the system.</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The scope of a task depends on the user’s objective and the design context.</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Tasks vary in size and complexity based on the goal and system requirements.</a:t>
            </a:r>
            <a:endParaRPr lang="en-US" sz="2000" dirty="0">
              <a:solidFill>
                <a:schemeClr val="tx1">
                  <a:lumMod val="65000"/>
                  <a:lumOff val="35000"/>
                </a:schemeClr>
              </a:solidFill>
            </a:endParaRPr>
          </a:p>
        </p:txBody>
      </p:sp>
    </p:spTree>
    <p:extLst>
      <p:ext uri="{BB962C8B-B14F-4D97-AF65-F5344CB8AC3E}">
        <p14:creationId xmlns:p14="http://schemas.microsoft.com/office/powerpoint/2010/main" val="1323468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C88E9-F6D3-C2E3-981E-F89B64B4A83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2486031-D607-B3EC-30B5-C44BBBA71FB6}"/>
              </a:ext>
            </a:extLst>
          </p:cNvPr>
          <p:cNvSpPr txBox="1"/>
          <p:nvPr/>
        </p:nvSpPr>
        <p:spPr>
          <a:xfrm>
            <a:off x="2096444" y="479685"/>
            <a:ext cx="7999108"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Task Analysis</a:t>
            </a:r>
          </a:p>
        </p:txBody>
      </p:sp>
      <p:sp>
        <p:nvSpPr>
          <p:cNvPr id="5" name="Slide Number Placeholder 1">
            <a:extLst>
              <a:ext uri="{FF2B5EF4-FFF2-40B4-BE49-F238E27FC236}">
                <a16:creationId xmlns:a16="http://schemas.microsoft.com/office/drawing/2014/main" id="{D2680D0F-0DF6-E10B-EB65-723F8BA62E4E}"/>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18</a:t>
            </a:fld>
            <a:endParaRPr lang="en-MY" dirty="0"/>
          </a:p>
        </p:txBody>
      </p:sp>
      <p:sp>
        <p:nvSpPr>
          <p:cNvPr id="3" name="TextBox 2">
            <a:extLst>
              <a:ext uri="{FF2B5EF4-FFF2-40B4-BE49-F238E27FC236}">
                <a16:creationId xmlns:a16="http://schemas.microsoft.com/office/drawing/2014/main" id="{9D0A891F-2C7F-9290-AC4C-DC465F0F2932}"/>
              </a:ext>
            </a:extLst>
          </p:cNvPr>
          <p:cNvSpPr txBox="1"/>
          <p:nvPr/>
        </p:nvSpPr>
        <p:spPr>
          <a:xfrm>
            <a:off x="1151614" y="1189492"/>
            <a:ext cx="9877604" cy="5459187"/>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1600" dirty="0">
                <a:solidFill>
                  <a:schemeClr val="tx1">
                    <a:lumMod val="65000"/>
                    <a:lumOff val="35000"/>
                  </a:schemeClr>
                </a:solidFill>
              </a:rPr>
              <a:t>Task descriptions: often used to envision new systems or devices</a:t>
            </a:r>
          </a:p>
          <a:p>
            <a:pPr marL="342900" indent="-342900" algn="just">
              <a:lnSpc>
                <a:spcPct val="150000"/>
              </a:lnSpc>
              <a:buFont typeface="Arial" panose="020B0604020202020204" pitchFamily="34" charset="0"/>
              <a:buChar char="•"/>
            </a:pPr>
            <a:r>
              <a:rPr lang="en-MY" sz="1600" dirty="0">
                <a:solidFill>
                  <a:schemeClr val="tx1">
                    <a:lumMod val="65000"/>
                    <a:lumOff val="35000"/>
                  </a:schemeClr>
                </a:solidFill>
              </a:rPr>
              <a:t>Task analysis: used mainly to investigate an existing situation</a:t>
            </a:r>
          </a:p>
          <a:p>
            <a:pPr marL="342900" indent="-342900" algn="just">
              <a:lnSpc>
                <a:spcPct val="150000"/>
              </a:lnSpc>
              <a:buFont typeface="Arial" panose="020B0604020202020204" pitchFamily="34" charset="0"/>
              <a:buChar char="•"/>
            </a:pPr>
            <a:r>
              <a:rPr lang="en-MY" sz="1600" dirty="0">
                <a:solidFill>
                  <a:schemeClr val="tx1">
                    <a:lumMod val="65000"/>
                    <a:lumOff val="35000"/>
                  </a:schemeClr>
                </a:solidFill>
              </a:rPr>
              <a:t>Means of analysing and describing the jobs people do</a:t>
            </a:r>
          </a:p>
          <a:p>
            <a:pPr marL="800100" lvl="1" indent="-342900" algn="just">
              <a:lnSpc>
                <a:spcPct val="150000"/>
              </a:lnSpc>
              <a:buFont typeface="Arial" panose="020B0604020202020204" pitchFamily="34" charset="0"/>
              <a:buChar char="•"/>
            </a:pPr>
            <a:r>
              <a:rPr lang="en-MY" sz="1400" dirty="0">
                <a:solidFill>
                  <a:schemeClr val="tx1">
                    <a:lumMod val="65000"/>
                    <a:lumOff val="35000"/>
                  </a:schemeClr>
                </a:solidFill>
              </a:rPr>
              <a:t>Method and notation</a:t>
            </a:r>
          </a:p>
          <a:p>
            <a:pPr marL="342900" indent="-342900" algn="just">
              <a:lnSpc>
                <a:spcPct val="150000"/>
              </a:lnSpc>
              <a:buFont typeface="Arial" panose="020B0604020202020204" pitchFamily="34" charset="0"/>
              <a:buChar char="•"/>
            </a:pPr>
            <a:r>
              <a:rPr lang="en-MY" sz="1600" dirty="0">
                <a:solidFill>
                  <a:schemeClr val="tx1">
                    <a:lumMod val="65000"/>
                    <a:lumOff val="35000"/>
                  </a:schemeClr>
                </a:solidFill>
              </a:rPr>
              <a:t>A method/set of methods for understanding the tasks users carry out with a product/system</a:t>
            </a:r>
          </a:p>
          <a:p>
            <a:pPr marL="342900" indent="-342900" algn="just">
              <a:lnSpc>
                <a:spcPct val="150000"/>
              </a:lnSpc>
              <a:buFont typeface="Arial" panose="020B0604020202020204" pitchFamily="34" charset="0"/>
              <a:buChar char="•"/>
            </a:pPr>
            <a:r>
              <a:rPr lang="en-MY" sz="1600" dirty="0">
                <a:solidFill>
                  <a:schemeClr val="tx1">
                    <a:lumMod val="65000"/>
                    <a:lumOff val="35000"/>
                  </a:schemeClr>
                </a:solidFill>
              </a:rPr>
              <a:t>To analyse the underlying rationale and purpose of what people are doing; what are they trying to achieve, why are they trying to achieve it, and how are they going about it</a:t>
            </a:r>
          </a:p>
          <a:p>
            <a:pPr marL="342900" indent="-342900" algn="just">
              <a:lnSpc>
                <a:spcPct val="150000"/>
              </a:lnSpc>
              <a:buFont typeface="Arial" panose="020B0604020202020204" pitchFamily="34" charset="0"/>
              <a:buChar char="•"/>
            </a:pPr>
            <a:r>
              <a:rPr lang="en-MY" sz="1600" dirty="0">
                <a:solidFill>
                  <a:schemeClr val="tx1">
                    <a:lumMod val="65000"/>
                    <a:lumOff val="35000"/>
                  </a:schemeClr>
                </a:solidFill>
              </a:rPr>
              <a:t>Focus on </a:t>
            </a:r>
          </a:p>
          <a:p>
            <a:pPr marL="800100" lvl="1" indent="-342900" algn="just">
              <a:lnSpc>
                <a:spcPct val="150000"/>
              </a:lnSpc>
              <a:buFont typeface="Arial" panose="020B0604020202020204" pitchFamily="34" charset="0"/>
              <a:buChar char="•"/>
            </a:pPr>
            <a:r>
              <a:rPr lang="en-MY" sz="1400" dirty="0">
                <a:solidFill>
                  <a:schemeClr val="tx1">
                    <a:lumMod val="65000"/>
                    <a:lumOff val="35000"/>
                  </a:schemeClr>
                </a:solidFill>
              </a:rPr>
              <a:t>User Analysis – involves learning about the user</a:t>
            </a:r>
          </a:p>
          <a:p>
            <a:pPr marL="800100" lvl="1" indent="-342900" algn="just">
              <a:lnSpc>
                <a:spcPct val="150000"/>
              </a:lnSpc>
              <a:buFont typeface="Arial" panose="020B0604020202020204" pitchFamily="34" charset="0"/>
              <a:buChar char="•"/>
            </a:pPr>
            <a:r>
              <a:rPr lang="en-MY" sz="1400" dirty="0">
                <a:solidFill>
                  <a:schemeClr val="tx1">
                    <a:lumMod val="65000"/>
                    <a:lumOff val="35000"/>
                  </a:schemeClr>
                </a:solidFill>
              </a:rPr>
              <a:t>peoples’ goals and the actions they carry out</a:t>
            </a:r>
          </a:p>
          <a:p>
            <a:pPr marL="800100" lvl="1" indent="-342900" algn="just">
              <a:lnSpc>
                <a:spcPct val="150000"/>
              </a:lnSpc>
              <a:buFont typeface="Arial" panose="020B0604020202020204" pitchFamily="34" charset="0"/>
              <a:buChar char="•"/>
            </a:pPr>
            <a:r>
              <a:rPr lang="en-MY" sz="1400" dirty="0">
                <a:solidFill>
                  <a:schemeClr val="tx1">
                    <a:lumMod val="65000"/>
                    <a:lumOff val="35000"/>
                  </a:schemeClr>
                </a:solidFill>
              </a:rPr>
              <a:t>things people know</a:t>
            </a:r>
          </a:p>
          <a:p>
            <a:pPr marL="800100" lvl="1" indent="-342900" algn="just">
              <a:lnSpc>
                <a:spcPct val="150000"/>
              </a:lnSpc>
              <a:buFont typeface="Arial" panose="020B0604020202020204" pitchFamily="34" charset="0"/>
              <a:buChar char="•"/>
            </a:pPr>
            <a:r>
              <a:rPr lang="en-MY" sz="1400" dirty="0">
                <a:solidFill>
                  <a:schemeClr val="tx1">
                    <a:lumMod val="65000"/>
                    <a:lumOff val="35000"/>
                  </a:schemeClr>
                </a:solidFill>
              </a:rPr>
              <a:t>the things they act on</a:t>
            </a:r>
          </a:p>
          <a:p>
            <a:pPr marL="342900" indent="-342900" algn="just">
              <a:lnSpc>
                <a:spcPct val="150000"/>
              </a:lnSpc>
              <a:buFont typeface="Arial" panose="020B0604020202020204" pitchFamily="34" charset="0"/>
              <a:buChar char="•"/>
            </a:pPr>
            <a:r>
              <a:rPr lang="en-MY" sz="1600" dirty="0">
                <a:solidFill>
                  <a:schemeClr val="tx1">
                    <a:lumMod val="65000"/>
                    <a:lumOff val="35000"/>
                  </a:schemeClr>
                </a:solidFill>
              </a:rPr>
              <a:t>Can be used for many different purposes within design and evaluation activities</a:t>
            </a:r>
          </a:p>
          <a:p>
            <a:pPr marL="342900" indent="-342900" algn="just">
              <a:lnSpc>
                <a:spcPct val="150000"/>
              </a:lnSpc>
              <a:buFont typeface="Arial" panose="020B0604020202020204" pitchFamily="34" charset="0"/>
              <a:buChar char="•"/>
            </a:pPr>
            <a:r>
              <a:rPr lang="en-MY" sz="1600" dirty="0">
                <a:solidFill>
                  <a:schemeClr val="tx1">
                    <a:lumMod val="65000"/>
                    <a:lumOff val="35000"/>
                  </a:schemeClr>
                </a:solidFill>
              </a:rPr>
              <a:t>Many techniques, the most popular is </a:t>
            </a:r>
            <a:r>
              <a:rPr lang="en-MY" sz="1600" b="1" dirty="0">
                <a:solidFill>
                  <a:schemeClr val="tx1">
                    <a:lumMod val="65000"/>
                    <a:lumOff val="35000"/>
                  </a:schemeClr>
                </a:solidFill>
              </a:rPr>
              <a:t>Hierarchical Task Analysis (HTA)</a:t>
            </a:r>
          </a:p>
        </p:txBody>
      </p:sp>
    </p:spTree>
    <p:extLst>
      <p:ext uri="{BB962C8B-B14F-4D97-AF65-F5344CB8AC3E}">
        <p14:creationId xmlns:p14="http://schemas.microsoft.com/office/powerpoint/2010/main" val="29591372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1BD73-769B-1501-74DB-749CE8CD3E2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093B401-E43B-FA21-7105-6641891EEEF5}"/>
              </a:ext>
            </a:extLst>
          </p:cNvPr>
          <p:cNvSpPr txBox="1"/>
          <p:nvPr/>
        </p:nvSpPr>
        <p:spPr>
          <a:xfrm>
            <a:off x="2096444" y="479685"/>
            <a:ext cx="7999108"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Benefits of Task Analysis</a:t>
            </a:r>
          </a:p>
        </p:txBody>
      </p:sp>
      <p:sp>
        <p:nvSpPr>
          <p:cNvPr id="5" name="Slide Number Placeholder 1">
            <a:extLst>
              <a:ext uri="{FF2B5EF4-FFF2-40B4-BE49-F238E27FC236}">
                <a16:creationId xmlns:a16="http://schemas.microsoft.com/office/drawing/2014/main" id="{8FC054E0-87F8-858B-CC8E-2D1D11B5CBC2}"/>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19</a:t>
            </a:fld>
            <a:endParaRPr lang="en-MY" dirty="0"/>
          </a:p>
        </p:txBody>
      </p:sp>
      <p:sp>
        <p:nvSpPr>
          <p:cNvPr id="3" name="TextBox 2">
            <a:extLst>
              <a:ext uri="{FF2B5EF4-FFF2-40B4-BE49-F238E27FC236}">
                <a16:creationId xmlns:a16="http://schemas.microsoft.com/office/drawing/2014/main" id="{EC1D380A-2780-FFE3-63CF-4854C7479599}"/>
              </a:ext>
            </a:extLst>
          </p:cNvPr>
          <p:cNvSpPr txBox="1"/>
          <p:nvPr/>
        </p:nvSpPr>
        <p:spPr>
          <a:xfrm>
            <a:off x="1151614" y="1505819"/>
            <a:ext cx="9877604" cy="467050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Determine:</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The tasks the system has to support</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The scope of the system</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Develop a </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Streamlined interaction method.</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Logical structured user interface</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Create a system that reflects </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Users goals</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Tasks </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Workflow</a:t>
            </a:r>
            <a:endParaRPr lang="en-US" sz="2000" dirty="0">
              <a:solidFill>
                <a:schemeClr val="tx1">
                  <a:lumMod val="65000"/>
                  <a:lumOff val="35000"/>
                </a:schemeClr>
              </a:solidFill>
            </a:endParaRPr>
          </a:p>
        </p:txBody>
      </p:sp>
    </p:spTree>
    <p:extLst>
      <p:ext uri="{BB962C8B-B14F-4D97-AF65-F5344CB8AC3E}">
        <p14:creationId xmlns:p14="http://schemas.microsoft.com/office/powerpoint/2010/main" val="8732656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175E7-D977-1C7F-BFF2-214D04609ED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3761BCF-EDA7-132E-0E92-3B270B66D60D}"/>
              </a:ext>
            </a:extLst>
          </p:cNvPr>
          <p:cNvSpPr txBox="1"/>
          <p:nvPr/>
        </p:nvSpPr>
        <p:spPr>
          <a:xfrm>
            <a:off x="395294" y="479685"/>
            <a:ext cx="11390243"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What can we learn from task analysis?</a:t>
            </a:r>
          </a:p>
        </p:txBody>
      </p:sp>
      <p:sp>
        <p:nvSpPr>
          <p:cNvPr id="5" name="Slide Number Placeholder 1">
            <a:extLst>
              <a:ext uri="{FF2B5EF4-FFF2-40B4-BE49-F238E27FC236}">
                <a16:creationId xmlns:a16="http://schemas.microsoft.com/office/drawing/2014/main" id="{D4CF2581-9C4F-738F-47DB-82F3B8E304B4}"/>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20</a:t>
            </a:fld>
            <a:endParaRPr lang="en-MY" dirty="0"/>
          </a:p>
        </p:txBody>
      </p:sp>
      <p:sp>
        <p:nvSpPr>
          <p:cNvPr id="3" name="TextBox 2">
            <a:extLst>
              <a:ext uri="{FF2B5EF4-FFF2-40B4-BE49-F238E27FC236}">
                <a16:creationId xmlns:a16="http://schemas.microsoft.com/office/drawing/2014/main" id="{73E6994A-3508-891B-631F-BA3291B38CDF}"/>
              </a:ext>
            </a:extLst>
          </p:cNvPr>
          <p:cNvSpPr txBox="1"/>
          <p:nvPr/>
        </p:nvSpPr>
        <p:spPr>
          <a:xfrm>
            <a:off x="1151613" y="1767293"/>
            <a:ext cx="9877604" cy="3747180"/>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User’s goals</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How the user achieves their goals</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Personal, social, and cultural characteristics that influence the user in doing their tasks</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How the physical environment affects them in completing their tasks</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How previous experience knowledge influence their thinking </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How they approach work and the workflow they use to complete tasks</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p:txBody>
      </p:sp>
    </p:spTree>
    <p:extLst>
      <p:ext uri="{BB962C8B-B14F-4D97-AF65-F5344CB8AC3E}">
        <p14:creationId xmlns:p14="http://schemas.microsoft.com/office/powerpoint/2010/main" val="72297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BC3EB-C3D7-C911-48E5-024DAA000C6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615A7C2-AF77-235B-5F4F-A2A272AA277C}"/>
              </a:ext>
            </a:extLst>
          </p:cNvPr>
          <p:cNvSpPr txBox="1"/>
          <p:nvPr/>
        </p:nvSpPr>
        <p:spPr>
          <a:xfrm>
            <a:off x="2096444" y="479685"/>
            <a:ext cx="7999108" cy="1446550"/>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Data Collection: Where do tasks come from?</a:t>
            </a:r>
          </a:p>
        </p:txBody>
      </p:sp>
      <p:sp>
        <p:nvSpPr>
          <p:cNvPr id="5" name="Slide Number Placeholder 1">
            <a:extLst>
              <a:ext uri="{FF2B5EF4-FFF2-40B4-BE49-F238E27FC236}">
                <a16:creationId xmlns:a16="http://schemas.microsoft.com/office/drawing/2014/main" id="{47273FA0-808C-E690-8A39-1FF53D706410}"/>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21</a:t>
            </a:fld>
            <a:endParaRPr lang="en-MY" dirty="0"/>
          </a:p>
        </p:txBody>
      </p:sp>
      <p:sp>
        <p:nvSpPr>
          <p:cNvPr id="3" name="TextBox 2">
            <a:extLst>
              <a:ext uri="{FF2B5EF4-FFF2-40B4-BE49-F238E27FC236}">
                <a16:creationId xmlns:a16="http://schemas.microsoft.com/office/drawing/2014/main" id="{628EDA06-9E5D-3759-07B2-F9BC3738EE17}"/>
              </a:ext>
            </a:extLst>
          </p:cNvPr>
          <p:cNvSpPr txBox="1"/>
          <p:nvPr/>
        </p:nvSpPr>
        <p:spPr>
          <a:xfrm>
            <a:off x="1151614" y="2284128"/>
            <a:ext cx="9877604" cy="328551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How can we find out about what people do this?</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Watch them</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Talk to them</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Read documentation, training material, etc.</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Do the task ourselves</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Become familiar with existing systems</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p:txBody>
      </p:sp>
    </p:spTree>
    <p:extLst>
      <p:ext uri="{BB962C8B-B14F-4D97-AF65-F5344CB8AC3E}">
        <p14:creationId xmlns:p14="http://schemas.microsoft.com/office/powerpoint/2010/main" val="27532315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54701-7725-D34D-8BE1-001982C99D4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1C71AEA-681C-F23A-BB9A-13F4E6D41992}"/>
              </a:ext>
            </a:extLst>
          </p:cNvPr>
          <p:cNvSpPr txBox="1"/>
          <p:nvPr/>
        </p:nvSpPr>
        <p:spPr>
          <a:xfrm>
            <a:off x="2096444" y="479685"/>
            <a:ext cx="7999108"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Visiting Real Users</a:t>
            </a:r>
          </a:p>
        </p:txBody>
      </p:sp>
      <p:sp>
        <p:nvSpPr>
          <p:cNvPr id="5" name="Slide Number Placeholder 1">
            <a:extLst>
              <a:ext uri="{FF2B5EF4-FFF2-40B4-BE49-F238E27FC236}">
                <a16:creationId xmlns:a16="http://schemas.microsoft.com/office/drawing/2014/main" id="{F0FAD3AF-F764-AA8A-5BA3-B483497B8D47}"/>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22</a:t>
            </a:fld>
            <a:endParaRPr lang="en-MY" dirty="0"/>
          </a:p>
        </p:txBody>
      </p:sp>
      <p:sp>
        <p:nvSpPr>
          <p:cNvPr id="3" name="TextBox 2">
            <a:extLst>
              <a:ext uri="{FF2B5EF4-FFF2-40B4-BE49-F238E27FC236}">
                <a16:creationId xmlns:a16="http://schemas.microsoft.com/office/drawing/2014/main" id="{7AA74BBD-9266-2510-08E1-455D798DAFF8}"/>
              </a:ext>
            </a:extLst>
          </p:cNvPr>
          <p:cNvSpPr txBox="1"/>
          <p:nvPr/>
        </p:nvSpPr>
        <p:spPr>
          <a:xfrm>
            <a:off x="1151614" y="1588389"/>
            <a:ext cx="9877604" cy="4208844"/>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Important to analyse real tasks</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Not imaginary ones</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Not the task of the designer</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Contextual inquiries</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Genuine studies of what real users do in the workplace</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Task analysis is about </a:t>
            </a:r>
            <a:r>
              <a:rPr lang="en-MY" sz="2000" b="1" dirty="0">
                <a:solidFill>
                  <a:schemeClr val="tx1">
                    <a:lumMod val="65000"/>
                    <a:lumOff val="35000"/>
                  </a:schemeClr>
                </a:solidFill>
              </a:rPr>
              <a:t>gathering and analysing data</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p:txBody>
      </p:sp>
    </p:spTree>
    <p:extLst>
      <p:ext uri="{BB962C8B-B14F-4D97-AF65-F5344CB8AC3E}">
        <p14:creationId xmlns:p14="http://schemas.microsoft.com/office/powerpoint/2010/main" val="38539388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E0C3E-3A10-4FF4-9AD7-1EE9257FDF64}"/>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97C03751-8B35-1831-DC70-3346370C18B0}"/>
              </a:ext>
            </a:extLst>
          </p:cNvPr>
          <p:cNvSpPr/>
          <p:nvPr/>
        </p:nvSpPr>
        <p:spPr>
          <a:xfrm>
            <a:off x="1320196" y="1324578"/>
            <a:ext cx="4705847" cy="545918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dirty="0">
                <a:solidFill>
                  <a:schemeClr val="tx1">
                    <a:lumMod val="65000"/>
                    <a:lumOff val="35000"/>
                  </a:schemeClr>
                </a:solidFill>
              </a:rPr>
              <a:t>Questions to ask the user:</a:t>
            </a:r>
          </a:p>
          <a:p>
            <a:pPr marL="800100" lvl="1" indent="-342900" algn="just">
              <a:lnSpc>
                <a:spcPct val="150000"/>
              </a:lnSpc>
              <a:buFont typeface="Arial" panose="020B0604020202020204" pitchFamily="34" charset="0"/>
              <a:buChar char="•"/>
            </a:pPr>
            <a:r>
              <a:rPr lang="en-US" dirty="0">
                <a:solidFill>
                  <a:schemeClr val="tx1">
                    <a:lumMod val="65000"/>
                    <a:lumOff val="35000"/>
                  </a:schemeClr>
                </a:solidFill>
              </a:rPr>
              <a:t>What are the overall tasks you are trying to achieve?</a:t>
            </a:r>
          </a:p>
          <a:p>
            <a:pPr marL="800100" lvl="1" indent="-342900" algn="just">
              <a:lnSpc>
                <a:spcPct val="150000"/>
              </a:lnSpc>
              <a:buFont typeface="Arial" panose="020B0604020202020204" pitchFamily="34" charset="0"/>
              <a:buChar char="•"/>
            </a:pPr>
            <a:r>
              <a:rPr lang="en-US" dirty="0">
                <a:solidFill>
                  <a:schemeClr val="tx1">
                    <a:lumMod val="65000"/>
                    <a:lumOff val="35000"/>
                  </a:schemeClr>
                </a:solidFill>
              </a:rPr>
              <a:t>What process do you follow to complete the task?</a:t>
            </a:r>
          </a:p>
          <a:p>
            <a:pPr marL="800100" lvl="1" indent="-342900" algn="just">
              <a:lnSpc>
                <a:spcPct val="150000"/>
              </a:lnSpc>
              <a:buFont typeface="Arial" panose="020B0604020202020204" pitchFamily="34" charset="0"/>
              <a:buChar char="•"/>
            </a:pPr>
            <a:r>
              <a:rPr lang="en-US" dirty="0">
                <a:solidFill>
                  <a:schemeClr val="tx1">
                    <a:lumMod val="65000"/>
                    <a:lumOff val="35000"/>
                  </a:schemeClr>
                </a:solidFill>
              </a:rPr>
              <a:t>What likes and dislikes you have in the way you complete tasks?</a:t>
            </a:r>
          </a:p>
          <a:p>
            <a:pPr marL="342900" indent="-342900" algn="just">
              <a:lnSpc>
                <a:spcPct val="150000"/>
              </a:lnSpc>
              <a:buFont typeface="Arial" panose="020B0604020202020204" pitchFamily="34" charset="0"/>
              <a:buChar char="•"/>
            </a:pPr>
            <a:r>
              <a:rPr lang="en-US" dirty="0">
                <a:solidFill>
                  <a:schemeClr val="tx1">
                    <a:lumMod val="65000"/>
                    <a:lumOff val="35000"/>
                  </a:schemeClr>
                </a:solidFill>
              </a:rPr>
              <a:t>Things to consider:</a:t>
            </a:r>
          </a:p>
          <a:p>
            <a:pPr marL="800100" lvl="1" indent="-342900" algn="just">
              <a:lnSpc>
                <a:spcPct val="150000"/>
              </a:lnSpc>
              <a:buFont typeface="Arial" panose="020B0604020202020204" pitchFamily="34" charset="0"/>
              <a:buChar char="•"/>
            </a:pPr>
            <a:r>
              <a:rPr lang="en-US" dirty="0">
                <a:solidFill>
                  <a:schemeClr val="tx1">
                    <a:lumMod val="65000"/>
                    <a:lumOff val="35000"/>
                  </a:schemeClr>
                </a:solidFill>
              </a:rPr>
              <a:t>Does the user efficiently complete the task?</a:t>
            </a:r>
          </a:p>
          <a:p>
            <a:pPr marL="800100" lvl="1" indent="-342900" algn="just">
              <a:lnSpc>
                <a:spcPct val="150000"/>
              </a:lnSpc>
              <a:buFont typeface="Arial" panose="020B0604020202020204" pitchFamily="34" charset="0"/>
              <a:buChar char="•"/>
            </a:pPr>
            <a:r>
              <a:rPr lang="en-US" dirty="0">
                <a:solidFill>
                  <a:schemeClr val="tx1">
                    <a:lumMod val="65000"/>
                    <a:lumOff val="35000"/>
                  </a:schemeClr>
                </a:solidFill>
              </a:rPr>
              <a:t>What other ways are their to complete the task?</a:t>
            </a:r>
          </a:p>
          <a:p>
            <a:pPr marL="800100" lvl="1" indent="-342900" algn="just">
              <a:lnSpc>
                <a:spcPct val="150000"/>
              </a:lnSpc>
              <a:buFont typeface="Arial" panose="020B0604020202020204" pitchFamily="34" charset="0"/>
              <a:buChar char="•"/>
            </a:pPr>
            <a:r>
              <a:rPr lang="en-US" dirty="0">
                <a:solidFill>
                  <a:schemeClr val="tx1">
                    <a:lumMod val="65000"/>
                    <a:lumOff val="35000"/>
                  </a:schemeClr>
                </a:solidFill>
              </a:rPr>
              <a:t>Is there a more efficient way?</a:t>
            </a:r>
          </a:p>
        </p:txBody>
      </p:sp>
      <p:sp>
        <p:nvSpPr>
          <p:cNvPr id="4" name="Slide Number Placeholder 1">
            <a:extLst>
              <a:ext uri="{FF2B5EF4-FFF2-40B4-BE49-F238E27FC236}">
                <a16:creationId xmlns:a16="http://schemas.microsoft.com/office/drawing/2014/main" id="{58620851-9D64-1DA1-29AB-0AA7E015E507}"/>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23</a:t>
            </a:fld>
            <a:endParaRPr lang="en-MY" dirty="0"/>
          </a:p>
        </p:txBody>
      </p:sp>
      <p:sp>
        <p:nvSpPr>
          <p:cNvPr id="3" name="Rectangle 2">
            <a:extLst>
              <a:ext uri="{FF2B5EF4-FFF2-40B4-BE49-F238E27FC236}">
                <a16:creationId xmlns:a16="http://schemas.microsoft.com/office/drawing/2014/main" id="{D9A191AA-14C3-3603-0A0D-3F6A582A020A}"/>
              </a:ext>
            </a:extLst>
          </p:cNvPr>
          <p:cNvSpPr/>
          <p:nvPr/>
        </p:nvSpPr>
        <p:spPr>
          <a:xfrm>
            <a:off x="6507665" y="1324578"/>
            <a:ext cx="4705847" cy="3797193"/>
          </a:xfrm>
          <a:prstGeom prst="rect">
            <a:avLst/>
          </a:prstGeom>
        </p:spPr>
        <p:txBody>
          <a:bodyPr wrap="square">
            <a:spAutoFit/>
          </a:bodyPr>
          <a:lstStyle/>
          <a:p>
            <a:pPr marL="342900" indent="-342900">
              <a:lnSpc>
                <a:spcPct val="150000"/>
              </a:lnSpc>
              <a:buFont typeface="Arial" panose="020B0604020202020204" pitchFamily="34" charset="0"/>
              <a:buChar char="•"/>
            </a:pPr>
            <a:r>
              <a:rPr lang="en-US" dirty="0">
                <a:solidFill>
                  <a:schemeClr val="tx1">
                    <a:lumMod val="65000"/>
                    <a:lumOff val="35000"/>
                  </a:schemeClr>
                </a:solidFill>
              </a:rPr>
              <a:t>Who are the users?</a:t>
            </a:r>
          </a:p>
          <a:p>
            <a:pPr marL="800100" lvl="1" indent="-342900">
              <a:lnSpc>
                <a:spcPct val="150000"/>
              </a:lnSpc>
              <a:buFont typeface="Arial" panose="020B0604020202020204" pitchFamily="34" charset="0"/>
              <a:buChar char="•"/>
            </a:pPr>
            <a:r>
              <a:rPr lang="en-US" dirty="0">
                <a:solidFill>
                  <a:schemeClr val="tx1">
                    <a:lumMod val="65000"/>
                    <a:lumOff val="35000"/>
                  </a:schemeClr>
                </a:solidFill>
              </a:rPr>
              <a:t>Diversity</a:t>
            </a:r>
          </a:p>
          <a:p>
            <a:pPr marL="800100" lvl="1" indent="-342900">
              <a:lnSpc>
                <a:spcPct val="150000"/>
              </a:lnSpc>
              <a:buFont typeface="Arial" panose="020B0604020202020204" pitchFamily="34" charset="0"/>
              <a:buChar char="•"/>
            </a:pPr>
            <a:r>
              <a:rPr lang="en-US" dirty="0">
                <a:solidFill>
                  <a:schemeClr val="tx1">
                    <a:lumMod val="65000"/>
                    <a:lumOff val="35000"/>
                  </a:schemeClr>
                </a:solidFill>
              </a:rPr>
              <a:t>Question people who </a:t>
            </a:r>
            <a:r>
              <a:rPr lang="en-US" i="1" dirty="0">
                <a:solidFill>
                  <a:schemeClr val="tx1">
                    <a:lumMod val="65000"/>
                    <a:lumOff val="35000"/>
                  </a:schemeClr>
                </a:solidFill>
              </a:rPr>
              <a:t>don’t </a:t>
            </a:r>
            <a:r>
              <a:rPr lang="en-US" dirty="0">
                <a:solidFill>
                  <a:schemeClr val="tx1">
                    <a:lumMod val="65000"/>
                    <a:lumOff val="35000"/>
                  </a:schemeClr>
                </a:solidFill>
              </a:rPr>
              <a:t>use the system</a:t>
            </a:r>
          </a:p>
          <a:p>
            <a:pPr>
              <a:lnSpc>
                <a:spcPct val="150000"/>
              </a:lnSpc>
            </a:pPr>
            <a:endParaRPr lang="en-US" dirty="0">
              <a:solidFill>
                <a:schemeClr val="tx1">
                  <a:lumMod val="65000"/>
                  <a:lumOff val="35000"/>
                </a:schemeClr>
              </a:solidFill>
            </a:endParaRPr>
          </a:p>
          <a:p>
            <a:pPr marL="342900" indent="-342900">
              <a:lnSpc>
                <a:spcPct val="150000"/>
              </a:lnSpc>
              <a:buFont typeface="Arial" panose="020B0604020202020204" pitchFamily="34" charset="0"/>
              <a:buChar char="•"/>
            </a:pPr>
            <a:r>
              <a:rPr lang="en-US" dirty="0">
                <a:solidFill>
                  <a:schemeClr val="tx1">
                    <a:lumMod val="65000"/>
                    <a:lumOff val="35000"/>
                  </a:schemeClr>
                </a:solidFill>
              </a:rPr>
              <a:t>What do they do?</a:t>
            </a:r>
          </a:p>
          <a:p>
            <a:pPr marL="800100" lvl="1" indent="-342900">
              <a:lnSpc>
                <a:spcPct val="150000"/>
              </a:lnSpc>
              <a:buFont typeface="Arial" panose="020B0604020202020204" pitchFamily="34" charset="0"/>
              <a:buChar char="•"/>
            </a:pPr>
            <a:r>
              <a:rPr lang="en-US" dirty="0">
                <a:solidFill>
                  <a:schemeClr val="tx1">
                    <a:lumMod val="65000"/>
                    <a:lumOff val="35000"/>
                  </a:schemeClr>
                </a:solidFill>
              </a:rPr>
              <a:t>What do they </a:t>
            </a:r>
            <a:r>
              <a:rPr lang="en-US" i="1" dirty="0">
                <a:solidFill>
                  <a:schemeClr val="tx1">
                    <a:lumMod val="65000"/>
                    <a:lumOff val="35000"/>
                  </a:schemeClr>
                </a:solidFill>
              </a:rPr>
              <a:t>really </a:t>
            </a:r>
            <a:r>
              <a:rPr lang="en-US" dirty="0">
                <a:solidFill>
                  <a:schemeClr val="tx1">
                    <a:lumMod val="65000"/>
                    <a:lumOff val="35000"/>
                  </a:schemeClr>
                </a:solidFill>
              </a:rPr>
              <a:t>do?</a:t>
            </a:r>
          </a:p>
          <a:p>
            <a:pPr marL="800100" lvl="1" indent="-342900">
              <a:lnSpc>
                <a:spcPct val="150000"/>
              </a:lnSpc>
              <a:buFont typeface="Arial" panose="020B0604020202020204" pitchFamily="34" charset="0"/>
              <a:buChar char="•"/>
            </a:pPr>
            <a:r>
              <a:rPr lang="en-US" dirty="0">
                <a:solidFill>
                  <a:schemeClr val="tx1">
                    <a:lumMod val="65000"/>
                    <a:lumOff val="35000"/>
                  </a:schemeClr>
                </a:solidFill>
              </a:rPr>
              <a:t>Don’t give false goals</a:t>
            </a:r>
          </a:p>
          <a:p>
            <a:pPr marL="800100" lvl="1" indent="-342900">
              <a:lnSpc>
                <a:spcPct val="150000"/>
              </a:lnSpc>
              <a:buFont typeface="Arial" panose="020B0604020202020204" pitchFamily="34" charset="0"/>
              <a:buChar char="•"/>
            </a:pPr>
            <a:r>
              <a:rPr lang="en-US" dirty="0">
                <a:solidFill>
                  <a:schemeClr val="tx1">
                    <a:lumMod val="65000"/>
                    <a:lumOff val="35000"/>
                  </a:schemeClr>
                </a:solidFill>
              </a:rPr>
              <a:t>Observe goals as well as tasks</a:t>
            </a:r>
          </a:p>
        </p:txBody>
      </p:sp>
      <p:sp>
        <p:nvSpPr>
          <p:cNvPr id="5" name="TextBox 4">
            <a:extLst>
              <a:ext uri="{FF2B5EF4-FFF2-40B4-BE49-F238E27FC236}">
                <a16:creationId xmlns:a16="http://schemas.microsoft.com/office/drawing/2014/main" id="{2AE04CC7-DED2-0BA1-B5A3-A9B5F03D1620}"/>
              </a:ext>
            </a:extLst>
          </p:cNvPr>
          <p:cNvSpPr txBox="1"/>
          <p:nvPr/>
        </p:nvSpPr>
        <p:spPr>
          <a:xfrm>
            <a:off x="1291118" y="479685"/>
            <a:ext cx="9598595"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Question and Things to Consider</a:t>
            </a:r>
          </a:p>
        </p:txBody>
      </p:sp>
    </p:spTree>
    <p:extLst>
      <p:ext uri="{BB962C8B-B14F-4D97-AF65-F5344CB8AC3E}">
        <p14:creationId xmlns:p14="http://schemas.microsoft.com/office/powerpoint/2010/main" val="39423462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4632B-D5B6-75D4-E317-2DA9899D7AC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6640B0E-0849-B55A-EB49-1F20CEEC2DF6}"/>
              </a:ext>
            </a:extLst>
          </p:cNvPr>
          <p:cNvSpPr txBox="1"/>
          <p:nvPr/>
        </p:nvSpPr>
        <p:spPr>
          <a:xfrm>
            <a:off x="1035884" y="501054"/>
            <a:ext cx="101090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Structured Task Analysis Process</a:t>
            </a:r>
          </a:p>
        </p:txBody>
      </p:sp>
      <p:sp>
        <p:nvSpPr>
          <p:cNvPr id="5" name="Slide Number Placeholder 1">
            <a:extLst>
              <a:ext uri="{FF2B5EF4-FFF2-40B4-BE49-F238E27FC236}">
                <a16:creationId xmlns:a16="http://schemas.microsoft.com/office/drawing/2014/main" id="{9036619E-B917-4753-BE72-3EA70100CFEE}"/>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24</a:t>
            </a:fld>
            <a:endParaRPr lang="en-MY" dirty="0"/>
          </a:p>
        </p:txBody>
      </p:sp>
      <p:sp>
        <p:nvSpPr>
          <p:cNvPr id="3" name="TextBox 2">
            <a:extLst>
              <a:ext uri="{FF2B5EF4-FFF2-40B4-BE49-F238E27FC236}">
                <a16:creationId xmlns:a16="http://schemas.microsoft.com/office/drawing/2014/main" id="{A612D8AC-9078-60C7-4BDA-B05F5271785C}"/>
              </a:ext>
            </a:extLst>
          </p:cNvPr>
          <p:cNvSpPr txBox="1"/>
          <p:nvPr/>
        </p:nvSpPr>
        <p:spPr>
          <a:xfrm>
            <a:off x="1151614" y="1588389"/>
            <a:ext cx="9877604" cy="4208844"/>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Identify the task to be analysed.</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Break this down into between 4 and 8 subtasks. </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Draw the subtasks as a layered diagram</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Decide upon the level of detail into which to decompose.</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Validate the analysis with team members</a:t>
            </a:r>
            <a:endParaRPr lang="en-US" sz="2000" dirty="0">
              <a:solidFill>
                <a:schemeClr val="tx1">
                  <a:lumMod val="65000"/>
                  <a:lumOff val="35000"/>
                </a:schemeClr>
              </a:solidFill>
            </a:endParaRPr>
          </a:p>
        </p:txBody>
      </p:sp>
    </p:spTree>
    <p:extLst>
      <p:ext uri="{BB962C8B-B14F-4D97-AF65-F5344CB8AC3E}">
        <p14:creationId xmlns:p14="http://schemas.microsoft.com/office/powerpoint/2010/main" val="30834919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84633-01E4-7B03-A64D-355BB40FB39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B7E397F-1975-D415-47AA-E74305AA0918}"/>
              </a:ext>
            </a:extLst>
          </p:cNvPr>
          <p:cNvSpPr txBox="1"/>
          <p:nvPr/>
        </p:nvSpPr>
        <p:spPr>
          <a:xfrm>
            <a:off x="2096444" y="479685"/>
            <a:ext cx="7999108"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Task Decomposition</a:t>
            </a:r>
          </a:p>
        </p:txBody>
      </p:sp>
      <p:sp>
        <p:nvSpPr>
          <p:cNvPr id="5" name="Slide Number Placeholder 1">
            <a:extLst>
              <a:ext uri="{FF2B5EF4-FFF2-40B4-BE49-F238E27FC236}">
                <a16:creationId xmlns:a16="http://schemas.microsoft.com/office/drawing/2014/main" id="{E1B25A1B-930E-9B28-CDE5-98EDC873FD28}"/>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25</a:t>
            </a:fld>
            <a:endParaRPr lang="en-MY" dirty="0"/>
          </a:p>
        </p:txBody>
      </p:sp>
      <p:sp>
        <p:nvSpPr>
          <p:cNvPr id="3" name="TextBox 2">
            <a:extLst>
              <a:ext uri="{FF2B5EF4-FFF2-40B4-BE49-F238E27FC236}">
                <a16:creationId xmlns:a16="http://schemas.microsoft.com/office/drawing/2014/main" id="{CB30F566-C4CE-BB80-9D61-C423A90F0444}"/>
              </a:ext>
            </a:extLst>
          </p:cNvPr>
          <p:cNvSpPr txBox="1"/>
          <p:nvPr/>
        </p:nvSpPr>
        <p:spPr>
          <a:xfrm>
            <a:off x="5267740" y="1588389"/>
            <a:ext cx="5307495" cy="467050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state of the system that a human wants to accomplish. </a:t>
            </a:r>
          </a:p>
          <a:p>
            <a:pPr algn="just">
              <a:lnSpc>
                <a:spcPct val="150000"/>
              </a:lnSpc>
            </a:pPr>
            <a:endParaRPr lang="en-MY" sz="2000" dirty="0">
              <a:solidFill>
                <a:schemeClr val="tx1">
                  <a:lumMod val="65000"/>
                  <a:lumOff val="35000"/>
                </a:schemeClr>
              </a:solidFill>
            </a:endParaRPr>
          </a:p>
          <a:p>
            <a:pPr algn="just">
              <a:lnSpc>
                <a:spcPct val="150000"/>
              </a:lnSpc>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activities required, used, or deemed necessary to achieve a goal.</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steps required to complete the task.</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p:txBody>
      </p:sp>
      <p:grpSp>
        <p:nvGrpSpPr>
          <p:cNvPr id="2" name="Google Shape;303;p32">
            <a:extLst>
              <a:ext uri="{FF2B5EF4-FFF2-40B4-BE49-F238E27FC236}">
                <a16:creationId xmlns:a16="http://schemas.microsoft.com/office/drawing/2014/main" id="{452508AB-7D33-4145-FF47-92ABB6B8C802}"/>
              </a:ext>
            </a:extLst>
          </p:cNvPr>
          <p:cNvGrpSpPr/>
          <p:nvPr/>
        </p:nvGrpSpPr>
        <p:grpSpPr>
          <a:xfrm>
            <a:off x="2382744" y="1420211"/>
            <a:ext cx="2087640" cy="4639199"/>
            <a:chOff x="179708" y="0"/>
            <a:chExt cx="2087640" cy="4639199"/>
          </a:xfrm>
        </p:grpSpPr>
        <p:sp>
          <p:nvSpPr>
            <p:cNvPr id="4" name="Google Shape;304;p32">
              <a:extLst>
                <a:ext uri="{FF2B5EF4-FFF2-40B4-BE49-F238E27FC236}">
                  <a16:creationId xmlns:a16="http://schemas.microsoft.com/office/drawing/2014/main" id="{ED9310FA-683D-EFC8-66BB-24F1B0223F7A}"/>
                </a:ext>
              </a:extLst>
            </p:cNvPr>
            <p:cNvSpPr/>
            <p:nvPr/>
          </p:nvSpPr>
          <p:spPr>
            <a:xfrm>
              <a:off x="179708" y="0"/>
              <a:ext cx="2087640" cy="1159799"/>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05;p32">
              <a:extLst>
                <a:ext uri="{FF2B5EF4-FFF2-40B4-BE49-F238E27FC236}">
                  <a16:creationId xmlns:a16="http://schemas.microsoft.com/office/drawing/2014/main" id="{1C48B5CB-4079-3791-2A71-6ECACAF8D9E2}"/>
                </a:ext>
              </a:extLst>
            </p:cNvPr>
            <p:cNvSpPr txBox="1"/>
            <p:nvPr/>
          </p:nvSpPr>
          <p:spPr>
            <a:xfrm>
              <a:off x="213677" y="33969"/>
              <a:ext cx="2019702" cy="1091861"/>
            </a:xfrm>
            <a:prstGeom prst="rect">
              <a:avLst/>
            </a:prstGeom>
            <a:noFill/>
            <a:ln>
              <a:noFill/>
            </a:ln>
          </p:spPr>
          <p:txBody>
            <a:bodyPr spcFirstLastPara="1" wrap="square" lIns="167625" tIns="167625" rIns="167625" bIns="167625" anchor="ctr" anchorCtr="0">
              <a:noAutofit/>
            </a:bodyPr>
            <a:lstStyle/>
            <a:p>
              <a:pPr marL="0" marR="0" lvl="0" indent="0" algn="ctr" rtl="0">
                <a:lnSpc>
                  <a:spcPct val="90000"/>
                </a:lnSpc>
                <a:spcBef>
                  <a:spcPts val="0"/>
                </a:spcBef>
                <a:spcAft>
                  <a:spcPts val="0"/>
                </a:spcAft>
                <a:buClr>
                  <a:schemeClr val="lt1"/>
                </a:buClr>
                <a:buSzPts val="4400"/>
                <a:buFont typeface="Calibri"/>
                <a:buNone/>
              </a:pPr>
              <a:r>
                <a:rPr lang="en-GB" sz="4400" dirty="0">
                  <a:solidFill>
                    <a:schemeClr val="lt1"/>
                  </a:solidFill>
                  <a:latin typeface="Calibri"/>
                  <a:ea typeface="Calibri"/>
                  <a:cs typeface="Calibri"/>
                  <a:sym typeface="Calibri"/>
                </a:rPr>
                <a:t>Goal</a:t>
              </a:r>
              <a:endParaRPr dirty="0"/>
            </a:p>
          </p:txBody>
        </p:sp>
        <p:sp>
          <p:nvSpPr>
            <p:cNvPr id="8" name="Google Shape;306;p32">
              <a:extLst>
                <a:ext uri="{FF2B5EF4-FFF2-40B4-BE49-F238E27FC236}">
                  <a16:creationId xmlns:a16="http://schemas.microsoft.com/office/drawing/2014/main" id="{7CBDE4A7-21DA-E61C-F246-F25AD6FA8AB1}"/>
                </a:ext>
              </a:extLst>
            </p:cNvPr>
            <p:cNvSpPr/>
            <p:nvPr/>
          </p:nvSpPr>
          <p:spPr>
            <a:xfrm rot="5400000">
              <a:off x="1006066" y="1188795"/>
              <a:ext cx="434924" cy="521910"/>
            </a:xfrm>
            <a:prstGeom prst="rightArrow">
              <a:avLst>
                <a:gd name="adj1" fmla="val 60000"/>
                <a:gd name="adj2" fmla="val 50000"/>
              </a:avLst>
            </a:prstGeom>
            <a:solidFill>
              <a:srgbClr val="B1C0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07;p32">
              <a:extLst>
                <a:ext uri="{FF2B5EF4-FFF2-40B4-BE49-F238E27FC236}">
                  <a16:creationId xmlns:a16="http://schemas.microsoft.com/office/drawing/2014/main" id="{A8801C4C-8541-6C08-335D-9C85E7DB321B}"/>
                </a:ext>
              </a:extLst>
            </p:cNvPr>
            <p:cNvSpPr txBox="1"/>
            <p:nvPr/>
          </p:nvSpPr>
          <p:spPr>
            <a:xfrm>
              <a:off x="1066956" y="1232288"/>
              <a:ext cx="313146" cy="304447"/>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2100"/>
                <a:buFont typeface="Calibri"/>
                <a:buNone/>
              </a:pPr>
              <a:endParaRPr sz="2100">
                <a:solidFill>
                  <a:schemeClr val="lt1"/>
                </a:solidFill>
                <a:latin typeface="Calibri"/>
                <a:ea typeface="Calibri"/>
                <a:cs typeface="Calibri"/>
                <a:sym typeface="Calibri"/>
              </a:endParaRPr>
            </a:p>
          </p:txBody>
        </p:sp>
        <p:sp>
          <p:nvSpPr>
            <p:cNvPr id="10" name="Google Shape;308;p32">
              <a:extLst>
                <a:ext uri="{FF2B5EF4-FFF2-40B4-BE49-F238E27FC236}">
                  <a16:creationId xmlns:a16="http://schemas.microsoft.com/office/drawing/2014/main" id="{A8DDF41D-0448-CEEA-70E2-A66FF07AD360}"/>
                </a:ext>
              </a:extLst>
            </p:cNvPr>
            <p:cNvSpPr/>
            <p:nvPr/>
          </p:nvSpPr>
          <p:spPr>
            <a:xfrm>
              <a:off x="179708" y="1739700"/>
              <a:ext cx="2087640" cy="1159799"/>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09;p32">
              <a:extLst>
                <a:ext uri="{FF2B5EF4-FFF2-40B4-BE49-F238E27FC236}">
                  <a16:creationId xmlns:a16="http://schemas.microsoft.com/office/drawing/2014/main" id="{1FE004B5-9B40-42D3-3A7D-B294F4F35D25}"/>
                </a:ext>
              </a:extLst>
            </p:cNvPr>
            <p:cNvSpPr txBox="1"/>
            <p:nvPr/>
          </p:nvSpPr>
          <p:spPr>
            <a:xfrm>
              <a:off x="213677" y="1773669"/>
              <a:ext cx="2019702" cy="1091861"/>
            </a:xfrm>
            <a:prstGeom prst="rect">
              <a:avLst/>
            </a:prstGeom>
            <a:noFill/>
            <a:ln>
              <a:noFill/>
            </a:ln>
          </p:spPr>
          <p:txBody>
            <a:bodyPr spcFirstLastPara="1" wrap="square" lIns="167625" tIns="167625" rIns="167625" bIns="167625" anchor="ctr" anchorCtr="0">
              <a:noAutofit/>
            </a:bodyPr>
            <a:lstStyle/>
            <a:p>
              <a:pPr marL="0" marR="0" lvl="0" indent="0" algn="ctr" rtl="0">
                <a:lnSpc>
                  <a:spcPct val="90000"/>
                </a:lnSpc>
                <a:spcBef>
                  <a:spcPts val="0"/>
                </a:spcBef>
                <a:spcAft>
                  <a:spcPts val="0"/>
                </a:spcAft>
                <a:buClr>
                  <a:schemeClr val="lt1"/>
                </a:buClr>
                <a:buSzPts val="4400"/>
                <a:buFont typeface="Calibri"/>
                <a:buNone/>
              </a:pPr>
              <a:r>
                <a:rPr lang="en-GB" sz="4400">
                  <a:solidFill>
                    <a:schemeClr val="lt1"/>
                  </a:solidFill>
                  <a:latin typeface="Calibri"/>
                  <a:ea typeface="Calibri"/>
                  <a:cs typeface="Calibri"/>
                  <a:sym typeface="Calibri"/>
                </a:rPr>
                <a:t>Task</a:t>
              </a:r>
              <a:endParaRPr/>
            </a:p>
          </p:txBody>
        </p:sp>
        <p:sp>
          <p:nvSpPr>
            <p:cNvPr id="12" name="Google Shape;310;p32">
              <a:extLst>
                <a:ext uri="{FF2B5EF4-FFF2-40B4-BE49-F238E27FC236}">
                  <a16:creationId xmlns:a16="http://schemas.microsoft.com/office/drawing/2014/main" id="{D7578AD5-52E3-788B-0DAA-F50E940C4422}"/>
                </a:ext>
              </a:extLst>
            </p:cNvPr>
            <p:cNvSpPr/>
            <p:nvPr/>
          </p:nvSpPr>
          <p:spPr>
            <a:xfrm rot="5400000">
              <a:off x="1006065" y="2928495"/>
              <a:ext cx="434925" cy="521910"/>
            </a:xfrm>
            <a:prstGeom prst="rightArrow">
              <a:avLst>
                <a:gd name="adj1" fmla="val 60000"/>
                <a:gd name="adj2" fmla="val 50000"/>
              </a:avLst>
            </a:prstGeom>
            <a:solidFill>
              <a:srgbClr val="B1C0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11;p32">
              <a:extLst>
                <a:ext uri="{FF2B5EF4-FFF2-40B4-BE49-F238E27FC236}">
                  <a16:creationId xmlns:a16="http://schemas.microsoft.com/office/drawing/2014/main" id="{33B3593F-5B36-3BA0-B20C-B849E4B81B2C}"/>
                </a:ext>
              </a:extLst>
            </p:cNvPr>
            <p:cNvSpPr txBox="1"/>
            <p:nvPr/>
          </p:nvSpPr>
          <p:spPr>
            <a:xfrm>
              <a:off x="1066955" y="2971988"/>
              <a:ext cx="313146" cy="304448"/>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2100"/>
                <a:buFont typeface="Calibri"/>
                <a:buNone/>
              </a:pPr>
              <a:endParaRPr sz="2100">
                <a:solidFill>
                  <a:schemeClr val="lt1"/>
                </a:solidFill>
                <a:latin typeface="Calibri"/>
                <a:ea typeface="Calibri"/>
                <a:cs typeface="Calibri"/>
                <a:sym typeface="Calibri"/>
              </a:endParaRPr>
            </a:p>
          </p:txBody>
        </p:sp>
        <p:sp>
          <p:nvSpPr>
            <p:cNvPr id="14" name="Google Shape;312;p32">
              <a:extLst>
                <a:ext uri="{FF2B5EF4-FFF2-40B4-BE49-F238E27FC236}">
                  <a16:creationId xmlns:a16="http://schemas.microsoft.com/office/drawing/2014/main" id="{E17A6202-C67B-9E43-6A3B-0293DCF6B084}"/>
                </a:ext>
              </a:extLst>
            </p:cNvPr>
            <p:cNvSpPr/>
            <p:nvPr/>
          </p:nvSpPr>
          <p:spPr>
            <a:xfrm>
              <a:off x="179708" y="3479400"/>
              <a:ext cx="2087640" cy="1159799"/>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13;p32">
              <a:extLst>
                <a:ext uri="{FF2B5EF4-FFF2-40B4-BE49-F238E27FC236}">
                  <a16:creationId xmlns:a16="http://schemas.microsoft.com/office/drawing/2014/main" id="{1166FDED-5972-7BD1-2BBE-CF80610770AF}"/>
                </a:ext>
              </a:extLst>
            </p:cNvPr>
            <p:cNvSpPr txBox="1"/>
            <p:nvPr/>
          </p:nvSpPr>
          <p:spPr>
            <a:xfrm>
              <a:off x="213677" y="3513369"/>
              <a:ext cx="2019702" cy="1091861"/>
            </a:xfrm>
            <a:prstGeom prst="rect">
              <a:avLst/>
            </a:prstGeom>
            <a:noFill/>
            <a:ln>
              <a:noFill/>
            </a:ln>
          </p:spPr>
          <p:txBody>
            <a:bodyPr spcFirstLastPara="1" wrap="square" lIns="167625" tIns="167625" rIns="167625" bIns="167625" anchor="ctr" anchorCtr="0">
              <a:noAutofit/>
            </a:bodyPr>
            <a:lstStyle/>
            <a:p>
              <a:pPr marL="0" marR="0" lvl="0" indent="0" algn="ctr" rtl="0">
                <a:lnSpc>
                  <a:spcPct val="90000"/>
                </a:lnSpc>
                <a:spcBef>
                  <a:spcPts val="0"/>
                </a:spcBef>
                <a:spcAft>
                  <a:spcPts val="0"/>
                </a:spcAft>
                <a:buClr>
                  <a:schemeClr val="lt1"/>
                </a:buClr>
                <a:buSzPts val="4400"/>
                <a:buFont typeface="Calibri"/>
                <a:buNone/>
              </a:pPr>
              <a:r>
                <a:rPr lang="en-GB" sz="4400">
                  <a:solidFill>
                    <a:schemeClr val="lt1"/>
                  </a:solidFill>
                  <a:latin typeface="Calibri"/>
                  <a:ea typeface="Calibri"/>
                  <a:cs typeface="Calibri"/>
                  <a:sym typeface="Calibri"/>
                </a:rPr>
                <a:t>Actions</a:t>
              </a:r>
              <a:endParaRPr/>
            </a:p>
          </p:txBody>
        </p:sp>
      </p:grpSp>
    </p:spTree>
    <p:extLst>
      <p:ext uri="{BB962C8B-B14F-4D97-AF65-F5344CB8AC3E}">
        <p14:creationId xmlns:p14="http://schemas.microsoft.com/office/powerpoint/2010/main" val="25266722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93B86-D45A-E55F-9B3D-FE484BD5638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19F1CD4-F7A2-B1CE-C4F5-135E4E8419B4}"/>
              </a:ext>
            </a:extLst>
          </p:cNvPr>
          <p:cNvSpPr txBox="1"/>
          <p:nvPr/>
        </p:nvSpPr>
        <p:spPr>
          <a:xfrm>
            <a:off x="1035884" y="501054"/>
            <a:ext cx="101090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Hierarchical Task Analysis (HTA)</a:t>
            </a:r>
          </a:p>
        </p:txBody>
      </p:sp>
      <p:sp>
        <p:nvSpPr>
          <p:cNvPr id="5" name="Slide Number Placeholder 1">
            <a:extLst>
              <a:ext uri="{FF2B5EF4-FFF2-40B4-BE49-F238E27FC236}">
                <a16:creationId xmlns:a16="http://schemas.microsoft.com/office/drawing/2014/main" id="{F738879B-3695-E8CB-3595-087DA2D17D3E}"/>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26</a:t>
            </a:fld>
            <a:endParaRPr lang="en-MY" dirty="0"/>
          </a:p>
        </p:txBody>
      </p:sp>
      <p:sp>
        <p:nvSpPr>
          <p:cNvPr id="3" name="TextBox 2">
            <a:extLst>
              <a:ext uri="{FF2B5EF4-FFF2-40B4-BE49-F238E27FC236}">
                <a16:creationId xmlns:a16="http://schemas.microsoft.com/office/drawing/2014/main" id="{4AB921E5-32CC-4AE9-E0DA-4B2FE4317430}"/>
              </a:ext>
            </a:extLst>
          </p:cNvPr>
          <p:cNvSpPr txBox="1"/>
          <p:nvPr/>
        </p:nvSpPr>
        <p:spPr>
          <a:xfrm>
            <a:off x="1151614" y="1270495"/>
            <a:ext cx="9877604" cy="5132174"/>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Involves breaking a task down into subtasks, then sub-sub-tasks and so on. These are grouped as plans which specify how the tasks might be performed in practice</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HTA focuses on physical and observable actions, and includes looking at actions not related to software or an interaction device</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Start with a user goal which is examined and the main tasks for achieving it are identified</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Tasks are sub-divided into sub-tasks</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Represent the goals, sub goals, operations and plans using either:</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graphical views (boxes and arrows)</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non-graphical methods (e.g. tabulation, outlines, textual)</a:t>
            </a:r>
          </a:p>
        </p:txBody>
      </p:sp>
    </p:spTree>
    <p:extLst>
      <p:ext uri="{BB962C8B-B14F-4D97-AF65-F5344CB8AC3E}">
        <p14:creationId xmlns:p14="http://schemas.microsoft.com/office/powerpoint/2010/main" val="8702348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13C1F-B1CB-A189-98FE-8F7425CCE14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9E837FD-813F-C9B7-5EA6-2D7646A38B3F}"/>
              </a:ext>
            </a:extLst>
          </p:cNvPr>
          <p:cNvSpPr txBox="1"/>
          <p:nvPr/>
        </p:nvSpPr>
        <p:spPr>
          <a:xfrm>
            <a:off x="2096444" y="479685"/>
            <a:ext cx="7999108"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Example of HTA (Graphical)</a:t>
            </a:r>
          </a:p>
        </p:txBody>
      </p:sp>
      <p:sp>
        <p:nvSpPr>
          <p:cNvPr id="5" name="Slide Number Placeholder 1">
            <a:extLst>
              <a:ext uri="{FF2B5EF4-FFF2-40B4-BE49-F238E27FC236}">
                <a16:creationId xmlns:a16="http://schemas.microsoft.com/office/drawing/2014/main" id="{DFC25B9F-7649-9CB8-D80E-93FD3021E572}"/>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27</a:t>
            </a:fld>
            <a:endParaRPr lang="en-MY" dirty="0"/>
          </a:p>
        </p:txBody>
      </p:sp>
      <p:pic>
        <p:nvPicPr>
          <p:cNvPr id="16" name="Google Shape;382;p42">
            <a:extLst>
              <a:ext uri="{FF2B5EF4-FFF2-40B4-BE49-F238E27FC236}">
                <a16:creationId xmlns:a16="http://schemas.microsoft.com/office/drawing/2014/main" id="{E0387242-E6CA-D70E-E681-354C65AFCA6F}"/>
              </a:ext>
            </a:extLst>
          </p:cNvPr>
          <p:cNvPicPr preferRelativeResize="0"/>
          <p:nvPr/>
        </p:nvPicPr>
        <p:blipFill rotWithShape="1">
          <a:blip r:embed="rId2">
            <a:alphaModFix/>
          </a:blip>
          <a:srcRect/>
          <a:stretch/>
        </p:blipFill>
        <p:spPr>
          <a:xfrm>
            <a:off x="1661924" y="1718050"/>
            <a:ext cx="8856984" cy="3917761"/>
          </a:xfrm>
          <a:prstGeom prst="rect">
            <a:avLst/>
          </a:prstGeom>
          <a:noFill/>
          <a:ln>
            <a:noFill/>
          </a:ln>
        </p:spPr>
      </p:pic>
    </p:spTree>
    <p:extLst>
      <p:ext uri="{BB962C8B-B14F-4D97-AF65-F5344CB8AC3E}">
        <p14:creationId xmlns:p14="http://schemas.microsoft.com/office/powerpoint/2010/main" val="11236622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1BAA3-53A9-EE69-CE25-1D5B078EE25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2335B57-4041-90EA-549E-E13F9E444593}"/>
              </a:ext>
            </a:extLst>
          </p:cNvPr>
          <p:cNvSpPr txBox="1"/>
          <p:nvPr/>
        </p:nvSpPr>
        <p:spPr>
          <a:xfrm>
            <a:off x="1035884" y="501054"/>
            <a:ext cx="101090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Example of Textual HTA</a:t>
            </a:r>
          </a:p>
        </p:txBody>
      </p:sp>
      <p:sp>
        <p:nvSpPr>
          <p:cNvPr id="5" name="Slide Number Placeholder 1">
            <a:extLst>
              <a:ext uri="{FF2B5EF4-FFF2-40B4-BE49-F238E27FC236}">
                <a16:creationId xmlns:a16="http://schemas.microsoft.com/office/drawing/2014/main" id="{68D9D97B-6E6B-FDB6-A0BA-61EA7D3ACC81}"/>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28</a:t>
            </a:fld>
            <a:endParaRPr lang="en-MY" dirty="0"/>
          </a:p>
        </p:txBody>
      </p:sp>
      <p:sp>
        <p:nvSpPr>
          <p:cNvPr id="2" name="Google Shape;388;p43">
            <a:extLst>
              <a:ext uri="{FF2B5EF4-FFF2-40B4-BE49-F238E27FC236}">
                <a16:creationId xmlns:a16="http://schemas.microsoft.com/office/drawing/2014/main" id="{6F80C173-6A60-CB27-0308-C497CDD957B5}"/>
              </a:ext>
            </a:extLst>
          </p:cNvPr>
          <p:cNvSpPr txBox="1">
            <a:spLocks/>
          </p:cNvSpPr>
          <p:nvPr/>
        </p:nvSpPr>
        <p:spPr>
          <a:xfrm>
            <a:off x="2206487" y="1588776"/>
            <a:ext cx="8229600" cy="4525963"/>
          </a:xfrm>
          <a:prstGeom prst="rect">
            <a:avLst/>
          </a:prstGeom>
          <a:noFill/>
          <a:ln>
            <a:noFill/>
          </a:ln>
        </p:spPr>
        <p:txBody>
          <a:bodyPr spcFirstLastPara="1" wrap="square" lIns="90475" tIns="44450" rIns="90475" bIns="4445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rgbClr val="000000"/>
              </a:buClr>
              <a:buSzPts val="2800"/>
              <a:buFont typeface="Arial" panose="020B0604020202020204" pitchFamily="34" charset="0"/>
              <a:buNone/>
            </a:pPr>
            <a:r>
              <a:rPr lang="en-GB" sz="2800">
                <a:solidFill>
                  <a:srgbClr val="000000"/>
                </a:solidFill>
                <a:latin typeface="Arial"/>
                <a:ea typeface="Arial"/>
                <a:cs typeface="Arial"/>
                <a:sym typeface="Arial"/>
              </a:rPr>
              <a:t>0. In order to buy a DVD</a:t>
            </a:r>
            <a:endParaRPr lang="en-GB"/>
          </a:p>
          <a:p>
            <a:pPr marL="0" indent="0">
              <a:spcBef>
                <a:spcPts val="560"/>
              </a:spcBef>
              <a:buClr>
                <a:srgbClr val="000000"/>
              </a:buClr>
              <a:buSzPts val="2800"/>
              <a:buFont typeface="Arial" panose="020B0604020202020204" pitchFamily="34" charset="0"/>
              <a:buNone/>
            </a:pPr>
            <a:r>
              <a:rPr lang="en-GB" sz="2800">
                <a:solidFill>
                  <a:srgbClr val="000000"/>
                </a:solidFill>
                <a:latin typeface="Arial"/>
                <a:ea typeface="Arial"/>
                <a:cs typeface="Arial"/>
                <a:sym typeface="Arial"/>
              </a:rPr>
              <a:t>1. locate DVD</a:t>
            </a:r>
            <a:endParaRPr lang="en-GB"/>
          </a:p>
          <a:p>
            <a:pPr marL="0" indent="0">
              <a:spcBef>
                <a:spcPts val="560"/>
              </a:spcBef>
              <a:buClr>
                <a:srgbClr val="000000"/>
              </a:buClr>
              <a:buSzPts val="2800"/>
              <a:buFont typeface="Arial" panose="020B0604020202020204" pitchFamily="34" charset="0"/>
              <a:buNone/>
            </a:pPr>
            <a:r>
              <a:rPr lang="en-GB" sz="2800">
                <a:solidFill>
                  <a:srgbClr val="000000"/>
                </a:solidFill>
                <a:latin typeface="Arial"/>
                <a:ea typeface="Arial"/>
                <a:cs typeface="Arial"/>
                <a:sym typeface="Arial"/>
              </a:rPr>
              <a:t>2. add DVD to shopping basket</a:t>
            </a:r>
            <a:endParaRPr lang="en-GB"/>
          </a:p>
          <a:p>
            <a:pPr marL="0" indent="0">
              <a:spcBef>
                <a:spcPts val="560"/>
              </a:spcBef>
              <a:buClr>
                <a:srgbClr val="000000"/>
              </a:buClr>
              <a:buSzPts val="2800"/>
              <a:buFont typeface="Arial" panose="020B0604020202020204" pitchFamily="34" charset="0"/>
              <a:buNone/>
            </a:pPr>
            <a:r>
              <a:rPr lang="en-GB" sz="2800">
                <a:solidFill>
                  <a:srgbClr val="000000"/>
                </a:solidFill>
                <a:latin typeface="Arial"/>
                <a:ea typeface="Arial"/>
                <a:cs typeface="Arial"/>
                <a:sym typeface="Arial"/>
              </a:rPr>
              <a:t>3. enter payment details</a:t>
            </a:r>
            <a:endParaRPr lang="en-GB"/>
          </a:p>
          <a:p>
            <a:pPr marL="0" indent="0">
              <a:spcBef>
                <a:spcPts val="560"/>
              </a:spcBef>
              <a:buClr>
                <a:srgbClr val="000000"/>
              </a:buClr>
              <a:buSzPts val="2800"/>
              <a:buFont typeface="Arial" panose="020B0604020202020204" pitchFamily="34" charset="0"/>
              <a:buNone/>
            </a:pPr>
            <a:r>
              <a:rPr lang="en-GB" sz="2800">
                <a:solidFill>
                  <a:srgbClr val="000000"/>
                </a:solidFill>
                <a:latin typeface="Arial"/>
                <a:ea typeface="Arial"/>
                <a:cs typeface="Arial"/>
                <a:sym typeface="Arial"/>
              </a:rPr>
              <a:t>4. complete address</a:t>
            </a:r>
            <a:endParaRPr lang="en-GB"/>
          </a:p>
          <a:p>
            <a:pPr marL="0" indent="0">
              <a:spcBef>
                <a:spcPts val="560"/>
              </a:spcBef>
              <a:buClr>
                <a:srgbClr val="000000"/>
              </a:buClr>
              <a:buSzPts val="2800"/>
              <a:buFont typeface="Arial" panose="020B0604020202020204" pitchFamily="34" charset="0"/>
              <a:buNone/>
            </a:pPr>
            <a:r>
              <a:rPr lang="en-GB" sz="2800">
                <a:solidFill>
                  <a:srgbClr val="000000"/>
                </a:solidFill>
                <a:latin typeface="Arial"/>
                <a:ea typeface="Arial"/>
                <a:cs typeface="Arial"/>
                <a:sym typeface="Arial"/>
              </a:rPr>
              <a:t>5. confirm order</a:t>
            </a:r>
            <a:br>
              <a:rPr lang="en-GB" sz="2800">
                <a:solidFill>
                  <a:srgbClr val="000000"/>
                </a:solidFill>
                <a:latin typeface="Arial"/>
                <a:ea typeface="Arial"/>
                <a:cs typeface="Arial"/>
                <a:sym typeface="Arial"/>
              </a:rPr>
            </a:br>
            <a:endParaRPr lang="en-GB" sz="2800">
              <a:solidFill>
                <a:srgbClr val="000000"/>
              </a:solidFill>
              <a:latin typeface="Arial"/>
              <a:ea typeface="Arial"/>
              <a:cs typeface="Arial"/>
              <a:sym typeface="Arial"/>
            </a:endParaRPr>
          </a:p>
          <a:p>
            <a:pPr marL="0" indent="0">
              <a:spcBef>
                <a:spcPts val="560"/>
              </a:spcBef>
              <a:buClr>
                <a:srgbClr val="000000"/>
              </a:buClr>
              <a:buSzPts val="2800"/>
              <a:buFont typeface="Arial" panose="020B0604020202020204" pitchFamily="34" charset="0"/>
              <a:buNone/>
            </a:pPr>
            <a:r>
              <a:rPr lang="en-GB" sz="2800">
                <a:solidFill>
                  <a:srgbClr val="000000"/>
                </a:solidFill>
                <a:latin typeface="Arial"/>
                <a:ea typeface="Arial"/>
                <a:cs typeface="Arial"/>
                <a:sym typeface="Arial"/>
              </a:rPr>
              <a:t>plan 0: 	If regular user do 1-2-5. </a:t>
            </a:r>
            <a:br>
              <a:rPr lang="en-GB" sz="2800">
                <a:solidFill>
                  <a:srgbClr val="000000"/>
                </a:solidFill>
                <a:latin typeface="Arial"/>
                <a:ea typeface="Arial"/>
                <a:cs typeface="Arial"/>
                <a:sym typeface="Arial"/>
              </a:rPr>
            </a:br>
            <a:r>
              <a:rPr lang="en-GB" sz="2800">
                <a:solidFill>
                  <a:srgbClr val="000000"/>
                </a:solidFill>
                <a:latin typeface="Arial"/>
                <a:ea typeface="Arial"/>
                <a:cs typeface="Arial"/>
                <a:sym typeface="Arial"/>
              </a:rPr>
              <a:t>			If new user do 1-2-3-4-5.</a:t>
            </a:r>
            <a:endParaRPr lang="en-GB"/>
          </a:p>
          <a:p>
            <a:pPr marL="342900" indent="-165100">
              <a:spcBef>
                <a:spcPts val="560"/>
              </a:spcBef>
              <a:buClr>
                <a:schemeClr val="dk1"/>
              </a:buClr>
              <a:buSzPts val="2800"/>
              <a:buFont typeface="Arial" panose="020B0604020202020204" pitchFamily="34" charset="0"/>
              <a:buNone/>
            </a:pPr>
            <a:endParaRPr lang="en-GB" sz="28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4639387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D2BF-BD4A-06BA-10E3-F8F3B88A2C7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79251E3-70C8-58D7-E17F-FD3EB7548B23}"/>
              </a:ext>
            </a:extLst>
          </p:cNvPr>
          <p:cNvSpPr txBox="1"/>
          <p:nvPr/>
        </p:nvSpPr>
        <p:spPr>
          <a:xfrm>
            <a:off x="1035884" y="501054"/>
            <a:ext cx="101090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Adding </a:t>
            </a:r>
            <a:r>
              <a:rPr lang="en-US" sz="4400" b="1" dirty="0">
                <a:solidFill>
                  <a:schemeClr val="tx1">
                    <a:lumMod val="75000"/>
                    <a:lumOff val="25000"/>
                  </a:schemeClr>
                </a:solidFill>
                <a:latin typeface="+mj-lt"/>
              </a:rPr>
              <a:t>Plans</a:t>
            </a:r>
          </a:p>
        </p:txBody>
      </p:sp>
      <p:sp>
        <p:nvSpPr>
          <p:cNvPr id="5" name="Slide Number Placeholder 1">
            <a:extLst>
              <a:ext uri="{FF2B5EF4-FFF2-40B4-BE49-F238E27FC236}">
                <a16:creationId xmlns:a16="http://schemas.microsoft.com/office/drawing/2014/main" id="{5F4E6649-3155-2D6B-9738-EB66053B5C53}"/>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29</a:t>
            </a:fld>
            <a:endParaRPr lang="en-MY" dirty="0"/>
          </a:p>
        </p:txBody>
      </p:sp>
      <p:sp>
        <p:nvSpPr>
          <p:cNvPr id="3" name="TextBox 2">
            <a:extLst>
              <a:ext uri="{FF2B5EF4-FFF2-40B4-BE49-F238E27FC236}">
                <a16:creationId xmlns:a16="http://schemas.microsoft.com/office/drawing/2014/main" id="{9F321218-FEFE-E558-F9CA-E7FCDF31AA3E}"/>
              </a:ext>
            </a:extLst>
          </p:cNvPr>
          <p:cNvSpPr txBox="1"/>
          <p:nvPr/>
        </p:nvSpPr>
        <p:spPr>
          <a:xfrm>
            <a:off x="1151614" y="1588389"/>
            <a:ext cx="9877604" cy="3747180"/>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Hierarchical diagram / text specifies what subtasks are part of a task</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Does not specify how the subtasks are carried out</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Plans are used to describe</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order of subtasks</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conditional or optional subtasks</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repetition</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etc.</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A plan needed for each decomposed task</a:t>
            </a:r>
          </a:p>
        </p:txBody>
      </p:sp>
    </p:spTree>
    <p:extLst>
      <p:ext uri="{BB962C8B-B14F-4D97-AF65-F5344CB8AC3E}">
        <p14:creationId xmlns:p14="http://schemas.microsoft.com/office/powerpoint/2010/main" val="10692220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A103E-6E18-92B6-036B-03421E44ED2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93BAE26-B46B-8BF8-AAD1-4A51B5BE7CC1}"/>
              </a:ext>
            </a:extLst>
          </p:cNvPr>
          <p:cNvSpPr txBox="1"/>
          <p:nvPr/>
        </p:nvSpPr>
        <p:spPr>
          <a:xfrm>
            <a:off x="1035884" y="501054"/>
            <a:ext cx="10109064" cy="1384995"/>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HTA Example 1: </a:t>
            </a:r>
          </a:p>
          <a:p>
            <a:pPr algn="ctr"/>
            <a:r>
              <a:rPr lang="en-US" sz="4000" dirty="0">
                <a:solidFill>
                  <a:schemeClr val="tx1">
                    <a:lumMod val="75000"/>
                    <a:lumOff val="25000"/>
                  </a:schemeClr>
                </a:solidFill>
                <a:latin typeface="+mj-lt"/>
              </a:rPr>
              <a:t>withdrawing cash from an ATM</a:t>
            </a:r>
            <a:endParaRPr lang="en-US" sz="4000" b="1" dirty="0">
              <a:solidFill>
                <a:schemeClr val="tx1">
                  <a:lumMod val="75000"/>
                  <a:lumOff val="25000"/>
                </a:schemeClr>
              </a:solidFill>
              <a:latin typeface="+mj-lt"/>
            </a:endParaRPr>
          </a:p>
        </p:txBody>
      </p:sp>
      <p:sp>
        <p:nvSpPr>
          <p:cNvPr id="5" name="Slide Number Placeholder 1">
            <a:extLst>
              <a:ext uri="{FF2B5EF4-FFF2-40B4-BE49-F238E27FC236}">
                <a16:creationId xmlns:a16="http://schemas.microsoft.com/office/drawing/2014/main" id="{DD8D9CCD-CCBB-8403-8C4D-605BA99BB7B9}"/>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30</a:t>
            </a:fld>
            <a:endParaRPr lang="en-MY" dirty="0"/>
          </a:p>
        </p:txBody>
      </p:sp>
      <p:sp>
        <p:nvSpPr>
          <p:cNvPr id="3" name="TextBox 2">
            <a:extLst>
              <a:ext uri="{FF2B5EF4-FFF2-40B4-BE49-F238E27FC236}">
                <a16:creationId xmlns:a16="http://schemas.microsoft.com/office/drawing/2014/main" id="{BEA72CA3-176F-2725-0954-AEA5B235BC50}"/>
              </a:ext>
            </a:extLst>
          </p:cNvPr>
          <p:cNvSpPr txBox="1"/>
          <p:nvPr/>
        </p:nvSpPr>
        <p:spPr>
          <a:xfrm>
            <a:off x="1151614" y="2443154"/>
            <a:ext cx="9877604" cy="236218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Withdrawing cash from an ATM requires tasks from the user...</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algn="just">
              <a:lnSpc>
                <a:spcPct val="150000"/>
              </a:lnSpc>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What are those tasks?</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p:txBody>
      </p:sp>
    </p:spTree>
    <p:extLst>
      <p:ext uri="{BB962C8B-B14F-4D97-AF65-F5344CB8AC3E}">
        <p14:creationId xmlns:p14="http://schemas.microsoft.com/office/powerpoint/2010/main" val="19804985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7B27D-DF78-4DD0-3560-9C29A669BA7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C8DE740-9AC2-E5E7-D3A1-0D6FE0AE8215}"/>
              </a:ext>
            </a:extLst>
          </p:cNvPr>
          <p:cNvSpPr txBox="1"/>
          <p:nvPr/>
        </p:nvSpPr>
        <p:spPr>
          <a:xfrm>
            <a:off x="574198" y="536119"/>
            <a:ext cx="11032435"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HTA Example 1 Textual Presentation</a:t>
            </a:r>
          </a:p>
        </p:txBody>
      </p:sp>
      <p:sp>
        <p:nvSpPr>
          <p:cNvPr id="5" name="Slide Number Placeholder 1">
            <a:extLst>
              <a:ext uri="{FF2B5EF4-FFF2-40B4-BE49-F238E27FC236}">
                <a16:creationId xmlns:a16="http://schemas.microsoft.com/office/drawing/2014/main" id="{D5C69AFF-7D08-9863-5450-9ABD3065DFBF}"/>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31</a:t>
            </a:fld>
            <a:endParaRPr lang="en-MY" dirty="0"/>
          </a:p>
        </p:txBody>
      </p:sp>
      <p:sp>
        <p:nvSpPr>
          <p:cNvPr id="2" name="Google Shape;412;p46">
            <a:extLst>
              <a:ext uri="{FF2B5EF4-FFF2-40B4-BE49-F238E27FC236}">
                <a16:creationId xmlns:a16="http://schemas.microsoft.com/office/drawing/2014/main" id="{ECE967A6-BB42-0B54-68F2-97122EC01992}"/>
              </a:ext>
            </a:extLst>
          </p:cNvPr>
          <p:cNvSpPr txBox="1">
            <a:spLocks/>
          </p:cNvSpPr>
          <p:nvPr/>
        </p:nvSpPr>
        <p:spPr>
          <a:xfrm>
            <a:off x="1625919" y="1600213"/>
            <a:ext cx="4288495" cy="4538155"/>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0988" lvl="2" indent="-214313">
              <a:spcBef>
                <a:spcPts val="0"/>
              </a:spcBef>
              <a:buClr>
                <a:schemeClr val="dk1"/>
              </a:buClr>
              <a:buSzPts val="1881"/>
              <a:buFont typeface="Arial" panose="020B0604020202020204" pitchFamily="34" charset="0"/>
              <a:buNone/>
            </a:pPr>
            <a:r>
              <a:rPr lang="en-GB" sz="2000" dirty="0">
                <a:latin typeface="Calibri" panose="020F0502020204030204" pitchFamily="34" charset="0"/>
                <a:cs typeface="Calibri" panose="020F0502020204030204" pitchFamily="34" charset="0"/>
              </a:rPr>
              <a:t>0	Withdraw cash</a:t>
            </a:r>
            <a:endParaRPr lang="en-GB" dirty="0">
              <a:latin typeface="Calibri" panose="020F0502020204030204" pitchFamily="34" charset="0"/>
              <a:cs typeface="Calibri" panose="020F0502020204030204" pitchFamily="34" charset="0"/>
            </a:endParaRPr>
          </a:p>
          <a:p>
            <a:pPr marL="647898" lvl="1" indent="-215020">
              <a:spcBef>
                <a:spcPts val="400"/>
              </a:spcBef>
              <a:buClr>
                <a:schemeClr val="dk1"/>
              </a:buClr>
              <a:buSzPts val="2000"/>
              <a:buFont typeface="Arial" panose="020B0604020202020204" pitchFamily="34" charset="0"/>
              <a:buNone/>
            </a:pPr>
            <a:r>
              <a:rPr lang="en-GB" sz="2000" dirty="0">
                <a:latin typeface="Calibri" panose="020F0502020204030204" pitchFamily="34" charset="0"/>
                <a:cs typeface="Calibri" panose="020F0502020204030204" pitchFamily="34" charset="0"/>
              </a:rPr>
              <a:t>1	Check machine will work</a:t>
            </a:r>
            <a:endParaRPr lang="en-GB" dirty="0">
              <a:latin typeface="Calibri" panose="020F0502020204030204" pitchFamily="34" charset="0"/>
              <a:cs typeface="Calibri" panose="020F0502020204030204" pitchFamily="34" charset="0"/>
            </a:endParaRPr>
          </a:p>
          <a:p>
            <a:pPr marL="1020790" lvl="2" indent="-215021">
              <a:spcBef>
                <a:spcPts val="360"/>
              </a:spcBef>
              <a:buClr>
                <a:schemeClr val="dk1"/>
              </a:buClr>
              <a:buSzPts val="1800"/>
              <a:buFont typeface="Arial" panose="020B0604020202020204" pitchFamily="34" charset="0"/>
              <a:buNone/>
            </a:pPr>
            <a:r>
              <a:rPr lang="en-GB" sz="1800" dirty="0">
                <a:latin typeface="Calibri" panose="020F0502020204030204" pitchFamily="34" charset="0"/>
                <a:cs typeface="Calibri" panose="020F0502020204030204" pitchFamily="34" charset="0"/>
              </a:rPr>
              <a:t>1.1 	Look at status indicator</a:t>
            </a:r>
            <a:endParaRPr lang="en-GB" dirty="0">
              <a:latin typeface="Calibri" panose="020F0502020204030204" pitchFamily="34" charset="0"/>
              <a:cs typeface="Calibri" panose="020F0502020204030204" pitchFamily="34" charset="0"/>
            </a:endParaRPr>
          </a:p>
          <a:p>
            <a:pPr marL="1020790" lvl="2" indent="-215021">
              <a:spcBef>
                <a:spcPts val="360"/>
              </a:spcBef>
              <a:buClr>
                <a:schemeClr val="dk1"/>
              </a:buClr>
              <a:buSzPts val="1800"/>
              <a:buFont typeface="Arial" panose="020B0604020202020204" pitchFamily="34" charset="0"/>
              <a:buNone/>
            </a:pPr>
            <a:r>
              <a:rPr lang="en-GB" sz="1800" dirty="0">
                <a:latin typeface="Calibri" panose="020F0502020204030204" pitchFamily="34" charset="0"/>
                <a:cs typeface="Calibri" panose="020F0502020204030204" pitchFamily="34" charset="0"/>
              </a:rPr>
              <a:t>1.2	Look for card logo</a:t>
            </a:r>
            <a:endParaRPr lang="en-GB" dirty="0">
              <a:latin typeface="Calibri" panose="020F0502020204030204" pitchFamily="34" charset="0"/>
              <a:cs typeface="Calibri" panose="020F0502020204030204" pitchFamily="34" charset="0"/>
            </a:endParaRPr>
          </a:p>
          <a:p>
            <a:pPr marL="647898" lvl="1" indent="-215020">
              <a:spcBef>
                <a:spcPts val="400"/>
              </a:spcBef>
              <a:buClr>
                <a:schemeClr val="dk1"/>
              </a:buClr>
              <a:buSzPts val="2000"/>
              <a:buFont typeface="Arial" panose="020B0604020202020204" pitchFamily="34" charset="0"/>
              <a:buNone/>
            </a:pPr>
            <a:r>
              <a:rPr lang="en-GB" sz="2000" dirty="0">
                <a:latin typeface="Calibri" panose="020F0502020204030204" pitchFamily="34" charset="0"/>
                <a:cs typeface="Calibri" panose="020F0502020204030204" pitchFamily="34" charset="0"/>
              </a:rPr>
              <a:t>2	Insert card</a:t>
            </a:r>
            <a:endParaRPr lang="en-GB" dirty="0">
              <a:latin typeface="Calibri" panose="020F0502020204030204" pitchFamily="34" charset="0"/>
              <a:cs typeface="Calibri" panose="020F0502020204030204" pitchFamily="34" charset="0"/>
            </a:endParaRPr>
          </a:p>
          <a:p>
            <a:pPr marL="647898" lvl="1" indent="-215020">
              <a:spcBef>
                <a:spcPts val="400"/>
              </a:spcBef>
              <a:buClr>
                <a:schemeClr val="dk1"/>
              </a:buClr>
              <a:buSzPts val="2000"/>
              <a:buFont typeface="Arial" panose="020B0604020202020204" pitchFamily="34" charset="0"/>
              <a:buNone/>
            </a:pPr>
            <a:r>
              <a:rPr lang="en-GB" sz="2000" dirty="0">
                <a:latin typeface="Calibri" panose="020F0502020204030204" pitchFamily="34" charset="0"/>
                <a:cs typeface="Calibri" panose="020F0502020204030204" pitchFamily="34" charset="0"/>
              </a:rPr>
              <a:t>3	Enter PIN number</a:t>
            </a:r>
            <a:endParaRPr lang="en-GB" dirty="0">
              <a:latin typeface="Calibri" panose="020F0502020204030204" pitchFamily="34" charset="0"/>
              <a:cs typeface="Calibri" panose="020F0502020204030204" pitchFamily="34" charset="0"/>
            </a:endParaRPr>
          </a:p>
          <a:p>
            <a:pPr marL="647898" lvl="1" indent="-215020">
              <a:spcBef>
                <a:spcPts val="400"/>
              </a:spcBef>
              <a:buClr>
                <a:schemeClr val="dk1"/>
              </a:buClr>
              <a:buSzPts val="2000"/>
              <a:buFont typeface="Arial" panose="020B0604020202020204" pitchFamily="34" charset="0"/>
              <a:buNone/>
            </a:pPr>
            <a:r>
              <a:rPr lang="en-GB" sz="2000" dirty="0">
                <a:latin typeface="Calibri" panose="020F0502020204030204" pitchFamily="34" charset="0"/>
                <a:cs typeface="Calibri" panose="020F0502020204030204" pitchFamily="34" charset="0"/>
              </a:rPr>
              <a:t>4	Initiate withdrawal transaction</a:t>
            </a:r>
            <a:endParaRPr lang="en-GB" dirty="0">
              <a:latin typeface="Calibri" panose="020F0502020204030204" pitchFamily="34" charset="0"/>
              <a:cs typeface="Calibri" panose="020F0502020204030204" pitchFamily="34" charset="0"/>
            </a:endParaRPr>
          </a:p>
          <a:p>
            <a:pPr marL="1020790" lvl="2" indent="-215021">
              <a:spcBef>
                <a:spcPts val="360"/>
              </a:spcBef>
              <a:buClr>
                <a:schemeClr val="dk1"/>
              </a:buClr>
              <a:buSzPts val="1800"/>
              <a:buFont typeface="Arial" panose="020B0604020202020204" pitchFamily="34" charset="0"/>
              <a:buNone/>
            </a:pPr>
            <a:r>
              <a:rPr lang="en-GB" sz="1800" dirty="0">
                <a:latin typeface="Calibri" panose="020F0502020204030204" pitchFamily="34" charset="0"/>
                <a:cs typeface="Calibri" panose="020F0502020204030204" pitchFamily="34" charset="0"/>
              </a:rPr>
              <a:t>4.1	Select withdraw cash</a:t>
            </a:r>
            <a:endParaRPr lang="en-GB" dirty="0">
              <a:latin typeface="Calibri" panose="020F0502020204030204" pitchFamily="34" charset="0"/>
              <a:cs typeface="Calibri" panose="020F0502020204030204" pitchFamily="34" charset="0"/>
            </a:endParaRPr>
          </a:p>
          <a:p>
            <a:pPr marL="1020790" lvl="2" indent="-215021">
              <a:spcBef>
                <a:spcPts val="360"/>
              </a:spcBef>
              <a:buClr>
                <a:schemeClr val="dk1"/>
              </a:buClr>
              <a:buSzPts val="1800"/>
              <a:buFont typeface="Arial" panose="020B0604020202020204" pitchFamily="34" charset="0"/>
              <a:buNone/>
            </a:pPr>
            <a:r>
              <a:rPr lang="en-GB" sz="1800" dirty="0">
                <a:latin typeface="Calibri" panose="020F0502020204030204" pitchFamily="34" charset="0"/>
                <a:cs typeface="Calibri" panose="020F0502020204030204" pitchFamily="34" charset="0"/>
              </a:rPr>
              <a:t>4.2	Enter amount</a:t>
            </a:r>
            <a:endParaRPr lang="en-GB" dirty="0">
              <a:latin typeface="Calibri" panose="020F0502020204030204" pitchFamily="34" charset="0"/>
              <a:cs typeface="Calibri" panose="020F0502020204030204" pitchFamily="34" charset="0"/>
            </a:endParaRPr>
          </a:p>
          <a:p>
            <a:pPr marL="647898" lvl="1" indent="-215020">
              <a:spcBef>
                <a:spcPts val="400"/>
              </a:spcBef>
              <a:buClr>
                <a:schemeClr val="dk1"/>
              </a:buClr>
              <a:buSzPts val="2000"/>
              <a:buFont typeface="Arial" panose="020B0604020202020204" pitchFamily="34" charset="0"/>
              <a:buNone/>
            </a:pPr>
            <a:r>
              <a:rPr lang="en-GB" sz="2000" dirty="0">
                <a:latin typeface="Calibri" panose="020F0502020204030204" pitchFamily="34" charset="0"/>
                <a:cs typeface="Calibri" panose="020F0502020204030204" pitchFamily="34" charset="0"/>
              </a:rPr>
              <a:t>5	Complete transaction</a:t>
            </a:r>
            <a:endParaRPr lang="en-GB" dirty="0">
              <a:latin typeface="Calibri" panose="020F0502020204030204" pitchFamily="34" charset="0"/>
              <a:cs typeface="Calibri" panose="020F0502020204030204" pitchFamily="34" charset="0"/>
            </a:endParaRPr>
          </a:p>
          <a:p>
            <a:pPr marL="1020790" lvl="2" indent="-215021">
              <a:spcBef>
                <a:spcPts val="360"/>
              </a:spcBef>
              <a:buClr>
                <a:schemeClr val="dk1"/>
              </a:buClr>
              <a:buSzPts val="1800"/>
              <a:buFont typeface="Arial" panose="020B0604020202020204" pitchFamily="34" charset="0"/>
              <a:buNone/>
            </a:pPr>
            <a:r>
              <a:rPr lang="en-GB" sz="1800" dirty="0">
                <a:latin typeface="Calibri" panose="020F0502020204030204" pitchFamily="34" charset="0"/>
                <a:cs typeface="Calibri" panose="020F0502020204030204" pitchFamily="34" charset="0"/>
              </a:rPr>
              <a:t>5.1	Take card</a:t>
            </a:r>
            <a:endParaRPr lang="en-GB" dirty="0">
              <a:latin typeface="Calibri" panose="020F0502020204030204" pitchFamily="34" charset="0"/>
              <a:cs typeface="Calibri" panose="020F0502020204030204" pitchFamily="34" charset="0"/>
            </a:endParaRPr>
          </a:p>
          <a:p>
            <a:pPr marL="1020790" lvl="2" indent="-215021">
              <a:spcBef>
                <a:spcPts val="360"/>
              </a:spcBef>
              <a:buClr>
                <a:schemeClr val="dk1"/>
              </a:buClr>
              <a:buSzPts val="1800"/>
              <a:buFont typeface="Arial" panose="020B0604020202020204" pitchFamily="34" charset="0"/>
              <a:buNone/>
            </a:pPr>
            <a:r>
              <a:rPr lang="en-GB" sz="1800" dirty="0">
                <a:latin typeface="Calibri" panose="020F0502020204030204" pitchFamily="34" charset="0"/>
                <a:cs typeface="Calibri" panose="020F0502020204030204" pitchFamily="34" charset="0"/>
              </a:rPr>
              <a:t>5.2	Take cash</a:t>
            </a:r>
            <a:endParaRPr lang="en-GB" dirty="0">
              <a:latin typeface="Calibri" panose="020F0502020204030204" pitchFamily="34" charset="0"/>
              <a:cs typeface="Calibri" panose="020F0502020204030204" pitchFamily="34" charset="0"/>
            </a:endParaRPr>
          </a:p>
        </p:txBody>
      </p:sp>
      <p:sp>
        <p:nvSpPr>
          <p:cNvPr id="3" name="Google Shape;413;p46">
            <a:extLst>
              <a:ext uri="{FF2B5EF4-FFF2-40B4-BE49-F238E27FC236}">
                <a16:creationId xmlns:a16="http://schemas.microsoft.com/office/drawing/2014/main" id="{1C8FE9C2-996B-3E77-738D-FE6092B2F7BE}"/>
              </a:ext>
            </a:extLst>
          </p:cNvPr>
          <p:cNvSpPr txBox="1"/>
          <p:nvPr/>
        </p:nvSpPr>
        <p:spPr>
          <a:xfrm>
            <a:off x="6090415" y="1600212"/>
            <a:ext cx="4032448" cy="4538155"/>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322532" marR="0" lvl="0" indent="-322532" algn="l" rtl="0">
              <a:spcBef>
                <a:spcPts val="0"/>
              </a:spcBef>
              <a:spcAft>
                <a:spcPts val="0"/>
              </a:spcAft>
              <a:buClr>
                <a:schemeClr val="dk1"/>
              </a:buClr>
              <a:buSzPts val="2000"/>
              <a:buFont typeface="Arial"/>
              <a:buChar char="•"/>
            </a:pPr>
            <a:r>
              <a:rPr lang="en-GB" sz="2000" dirty="0">
                <a:solidFill>
                  <a:schemeClr val="dk1"/>
                </a:solidFill>
                <a:latin typeface="Calibri"/>
                <a:ea typeface="Calibri"/>
                <a:cs typeface="Calibri"/>
                <a:sym typeface="Calibri"/>
              </a:rPr>
              <a:t>A plan needed for each decomposed task</a:t>
            </a:r>
            <a:endParaRPr dirty="0"/>
          </a:p>
          <a:p>
            <a:pPr marL="0" marR="0" lvl="0" indent="0" algn="l" rtl="0">
              <a:spcBef>
                <a:spcPts val="400"/>
              </a:spcBef>
              <a:spcAft>
                <a:spcPts val="0"/>
              </a:spcAft>
              <a:buClr>
                <a:schemeClr val="dk1"/>
              </a:buClr>
              <a:buSzPts val="2000"/>
              <a:buFont typeface="Arial"/>
              <a:buNone/>
            </a:pPr>
            <a:endParaRPr sz="2000" dirty="0">
              <a:solidFill>
                <a:schemeClr val="dk1"/>
              </a:solidFill>
              <a:latin typeface="Calibri"/>
              <a:ea typeface="Calibri"/>
              <a:cs typeface="Calibri"/>
              <a:sym typeface="Calibri"/>
            </a:endParaRPr>
          </a:p>
          <a:p>
            <a:pPr marL="1594740" marR="0" lvl="1" indent="-1164697" algn="l" rtl="0">
              <a:spcBef>
                <a:spcPts val="360"/>
              </a:spcBef>
              <a:spcAft>
                <a:spcPts val="0"/>
              </a:spcAft>
              <a:buClr>
                <a:schemeClr val="dk1"/>
              </a:buClr>
              <a:buSzPts val="1800"/>
              <a:buFont typeface="Arial"/>
              <a:buNone/>
            </a:pPr>
            <a:r>
              <a:rPr lang="en-GB" sz="1800" b="1" i="0" u="none" strike="noStrike" cap="none" dirty="0">
                <a:solidFill>
                  <a:schemeClr val="dk1"/>
                </a:solidFill>
                <a:latin typeface="Calibri"/>
                <a:ea typeface="Calibri"/>
                <a:cs typeface="Calibri"/>
                <a:sym typeface="Calibri"/>
              </a:rPr>
              <a:t>Plan 0:</a:t>
            </a:r>
            <a:r>
              <a:rPr lang="en-GB" sz="1800" b="0" i="0" u="none" strike="noStrike" cap="none" dirty="0">
                <a:solidFill>
                  <a:schemeClr val="dk1"/>
                </a:solidFill>
                <a:latin typeface="Calibri"/>
                <a:ea typeface="Calibri"/>
                <a:cs typeface="Calibri"/>
                <a:sym typeface="Calibri"/>
              </a:rPr>
              <a:t> do 1; if possible do 2; </a:t>
            </a:r>
            <a:endParaRPr dirty="0"/>
          </a:p>
          <a:p>
            <a:pPr marL="1594740" marR="0" lvl="1" indent="-1164697" algn="l" rtl="0">
              <a:spcBef>
                <a:spcPts val="360"/>
              </a:spcBef>
              <a:spcAft>
                <a:spcPts val="0"/>
              </a:spcAft>
              <a:buClr>
                <a:schemeClr val="dk1"/>
              </a:buClr>
              <a:buSzPts val="1800"/>
              <a:buFont typeface="Arial"/>
              <a:buNone/>
            </a:pPr>
            <a:r>
              <a:rPr lang="en-GB" sz="1800" b="0" i="0" u="none" strike="noStrike" cap="none" dirty="0">
                <a:solidFill>
                  <a:schemeClr val="dk1"/>
                </a:solidFill>
                <a:latin typeface="Calibri"/>
                <a:ea typeface="Calibri"/>
                <a:cs typeface="Calibri"/>
                <a:sym typeface="Calibri"/>
              </a:rPr>
              <a:t>             repeat 3 until PIN correctly</a:t>
            </a:r>
            <a:endParaRPr dirty="0"/>
          </a:p>
          <a:p>
            <a:pPr marL="1594740" marR="0" lvl="1" indent="-1164697" algn="l" rtl="0">
              <a:spcBef>
                <a:spcPts val="360"/>
              </a:spcBef>
              <a:spcAft>
                <a:spcPts val="0"/>
              </a:spcAft>
              <a:buClr>
                <a:schemeClr val="dk1"/>
              </a:buClr>
              <a:buSzPts val="1800"/>
              <a:buFont typeface="Arial"/>
              <a:buNone/>
            </a:pPr>
            <a:r>
              <a:rPr lang="en-GB" sz="1800" b="0" i="0" u="none" strike="noStrike" cap="none" dirty="0">
                <a:solidFill>
                  <a:schemeClr val="dk1"/>
                </a:solidFill>
                <a:latin typeface="Calibri"/>
                <a:ea typeface="Calibri"/>
                <a:cs typeface="Calibri"/>
                <a:sym typeface="Calibri"/>
              </a:rPr>
              <a:t>             entered; do 4; do 5.</a:t>
            </a:r>
            <a:endParaRPr dirty="0"/>
          </a:p>
          <a:p>
            <a:pPr marL="1594740" marR="0" lvl="1" indent="-1164697" algn="l" rtl="0">
              <a:spcBef>
                <a:spcPts val="360"/>
              </a:spcBef>
              <a:spcAft>
                <a:spcPts val="0"/>
              </a:spcAft>
              <a:buClr>
                <a:schemeClr val="dk1"/>
              </a:buClr>
              <a:buSzPts val="1800"/>
              <a:buFont typeface="Arial"/>
              <a:buNone/>
            </a:pPr>
            <a:r>
              <a:rPr lang="en-GB" sz="1800" b="1" i="0" u="none" strike="noStrike" cap="none" dirty="0">
                <a:solidFill>
                  <a:schemeClr val="dk1"/>
                </a:solidFill>
                <a:latin typeface="Calibri"/>
                <a:ea typeface="Calibri"/>
                <a:cs typeface="Calibri"/>
                <a:sym typeface="Calibri"/>
              </a:rPr>
              <a:t>Plan 1:</a:t>
            </a:r>
            <a:r>
              <a:rPr lang="en-GB" sz="1800" b="0" i="0" u="none" strike="noStrike" cap="none" dirty="0">
                <a:solidFill>
                  <a:schemeClr val="dk1"/>
                </a:solidFill>
                <a:latin typeface="Calibri"/>
                <a:ea typeface="Calibri"/>
                <a:cs typeface="Calibri"/>
                <a:sym typeface="Calibri"/>
              </a:rPr>
              <a:t> do 1.1,  1.2 in any order</a:t>
            </a:r>
            <a:endParaRPr dirty="0"/>
          </a:p>
          <a:p>
            <a:pPr marL="1594740" marR="0" lvl="1" indent="-1164697" algn="l" rtl="0">
              <a:spcBef>
                <a:spcPts val="360"/>
              </a:spcBef>
              <a:spcAft>
                <a:spcPts val="0"/>
              </a:spcAft>
              <a:buClr>
                <a:schemeClr val="dk1"/>
              </a:buClr>
              <a:buSzPts val="1800"/>
              <a:buFont typeface="Arial"/>
              <a:buNone/>
            </a:pPr>
            <a:r>
              <a:rPr lang="en-GB" sz="1800" b="1" i="0" u="none" strike="noStrike" cap="none" dirty="0">
                <a:solidFill>
                  <a:schemeClr val="dk1"/>
                </a:solidFill>
                <a:latin typeface="Calibri"/>
                <a:ea typeface="Calibri"/>
                <a:cs typeface="Calibri"/>
                <a:sym typeface="Calibri"/>
              </a:rPr>
              <a:t>Plan 4:</a:t>
            </a:r>
            <a:r>
              <a:rPr lang="en-GB" sz="1800" b="0" i="0" u="none" strike="noStrike" cap="none" dirty="0">
                <a:solidFill>
                  <a:schemeClr val="dk1"/>
                </a:solidFill>
                <a:latin typeface="Calibri"/>
                <a:ea typeface="Calibri"/>
                <a:cs typeface="Calibri"/>
                <a:sym typeface="Calibri"/>
              </a:rPr>
              <a:t> do 4.1; do 4.2</a:t>
            </a:r>
            <a:endParaRPr dirty="0"/>
          </a:p>
          <a:p>
            <a:pPr marL="1594740" marR="0" lvl="1" indent="-1164697" algn="l" rtl="0">
              <a:spcBef>
                <a:spcPts val="360"/>
              </a:spcBef>
              <a:spcAft>
                <a:spcPts val="0"/>
              </a:spcAft>
              <a:buClr>
                <a:schemeClr val="dk1"/>
              </a:buClr>
              <a:buSzPts val="1800"/>
              <a:buFont typeface="Arial"/>
              <a:buNone/>
            </a:pPr>
            <a:r>
              <a:rPr lang="en-GB" sz="1800" b="1" i="0" u="none" strike="noStrike" cap="none" dirty="0">
                <a:solidFill>
                  <a:schemeClr val="dk1"/>
                </a:solidFill>
                <a:latin typeface="Calibri"/>
                <a:ea typeface="Calibri"/>
                <a:cs typeface="Calibri"/>
                <a:sym typeface="Calibri"/>
              </a:rPr>
              <a:t>Plan 5:</a:t>
            </a:r>
            <a:r>
              <a:rPr lang="en-GB" sz="1800" b="0" i="0" u="none" strike="noStrike" cap="none" dirty="0">
                <a:solidFill>
                  <a:schemeClr val="dk1"/>
                </a:solidFill>
                <a:latin typeface="Calibri"/>
                <a:ea typeface="Calibri"/>
                <a:cs typeface="Calibri"/>
                <a:sym typeface="Calibri"/>
              </a:rPr>
              <a:t> wait until card available;</a:t>
            </a:r>
            <a:endParaRPr dirty="0"/>
          </a:p>
          <a:p>
            <a:pPr marL="1594740" marR="0" lvl="1" indent="-1164697" algn="l" rtl="0">
              <a:spcBef>
                <a:spcPts val="360"/>
              </a:spcBef>
              <a:spcAft>
                <a:spcPts val="0"/>
              </a:spcAft>
              <a:buClr>
                <a:schemeClr val="dk1"/>
              </a:buClr>
              <a:buSzPts val="1800"/>
              <a:buFont typeface="Arial"/>
              <a:buNone/>
            </a:pPr>
            <a:r>
              <a:rPr lang="en-GB" sz="1800" b="0" i="0" u="none" strike="noStrike" cap="none" dirty="0">
                <a:solidFill>
                  <a:schemeClr val="dk1"/>
                </a:solidFill>
                <a:latin typeface="Calibri"/>
                <a:ea typeface="Calibri"/>
                <a:cs typeface="Calibri"/>
                <a:sym typeface="Calibri"/>
              </a:rPr>
              <a:t>            do 5.1; wait until cash</a:t>
            </a:r>
            <a:endParaRPr dirty="0"/>
          </a:p>
          <a:p>
            <a:pPr marL="1594740" marR="0" lvl="1" indent="-1164697" algn="l" rtl="0">
              <a:spcBef>
                <a:spcPts val="360"/>
              </a:spcBef>
              <a:spcAft>
                <a:spcPts val="0"/>
              </a:spcAft>
              <a:buClr>
                <a:schemeClr val="dk1"/>
              </a:buClr>
              <a:buSzPts val="1800"/>
              <a:buFont typeface="Arial"/>
              <a:buNone/>
            </a:pPr>
            <a:r>
              <a:rPr lang="en-GB" sz="1800" b="0" i="0" u="none" strike="noStrike" cap="none" dirty="0">
                <a:solidFill>
                  <a:schemeClr val="dk1"/>
                </a:solidFill>
                <a:latin typeface="Calibri"/>
                <a:ea typeface="Calibri"/>
                <a:cs typeface="Calibri"/>
                <a:sym typeface="Calibri"/>
              </a:rPr>
              <a:t>            available; do 5.2</a:t>
            </a:r>
            <a:endParaRPr dirty="0"/>
          </a:p>
        </p:txBody>
      </p:sp>
    </p:spTree>
    <p:extLst>
      <p:ext uri="{BB962C8B-B14F-4D97-AF65-F5344CB8AC3E}">
        <p14:creationId xmlns:p14="http://schemas.microsoft.com/office/powerpoint/2010/main" val="37528661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D9AAE-6580-3BD6-EB9F-CAEC3789074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D6A3CE5-B9A3-D99F-7ECD-554EAD3F18CE}"/>
              </a:ext>
            </a:extLst>
          </p:cNvPr>
          <p:cNvSpPr txBox="1"/>
          <p:nvPr/>
        </p:nvSpPr>
        <p:spPr>
          <a:xfrm>
            <a:off x="1035884" y="501054"/>
            <a:ext cx="10109064" cy="1384995"/>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HTA Example 2: </a:t>
            </a:r>
          </a:p>
          <a:p>
            <a:pPr algn="ctr"/>
            <a:r>
              <a:rPr lang="en-US" sz="4000" dirty="0">
                <a:solidFill>
                  <a:schemeClr val="tx1">
                    <a:lumMod val="75000"/>
                    <a:lumOff val="25000"/>
                  </a:schemeClr>
                </a:solidFill>
                <a:latin typeface="+mj-lt"/>
              </a:rPr>
              <a:t>microwave oven</a:t>
            </a:r>
            <a:endParaRPr lang="en-US" sz="4000" b="1" dirty="0">
              <a:solidFill>
                <a:schemeClr val="tx1">
                  <a:lumMod val="75000"/>
                  <a:lumOff val="25000"/>
                </a:schemeClr>
              </a:solidFill>
              <a:latin typeface="+mj-lt"/>
            </a:endParaRPr>
          </a:p>
        </p:txBody>
      </p:sp>
      <p:sp>
        <p:nvSpPr>
          <p:cNvPr id="5" name="Slide Number Placeholder 1">
            <a:extLst>
              <a:ext uri="{FF2B5EF4-FFF2-40B4-BE49-F238E27FC236}">
                <a16:creationId xmlns:a16="http://schemas.microsoft.com/office/drawing/2014/main" id="{7BE002DD-025E-D246-5AF1-38894037A0ED}"/>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32</a:t>
            </a:fld>
            <a:endParaRPr lang="en-MY" dirty="0"/>
          </a:p>
        </p:txBody>
      </p:sp>
      <p:sp>
        <p:nvSpPr>
          <p:cNvPr id="3" name="TextBox 2">
            <a:extLst>
              <a:ext uri="{FF2B5EF4-FFF2-40B4-BE49-F238E27FC236}">
                <a16:creationId xmlns:a16="http://schemas.microsoft.com/office/drawing/2014/main" id="{6294F429-28FF-ED07-7176-87C983301D78}"/>
              </a:ext>
            </a:extLst>
          </p:cNvPr>
          <p:cNvSpPr txBox="1"/>
          <p:nvPr/>
        </p:nvSpPr>
        <p:spPr>
          <a:xfrm>
            <a:off x="1035884" y="2085346"/>
            <a:ext cx="4394421" cy="3747180"/>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What is the overall goal?</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“Cook food!”</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How is this done?</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 Prepare meal</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 Put meal in oven</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 Select program</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 Listen for bell to ring</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 Remove meal</a:t>
            </a:r>
          </a:p>
        </p:txBody>
      </p:sp>
      <p:sp>
        <p:nvSpPr>
          <p:cNvPr id="2" name="TextBox 1">
            <a:extLst>
              <a:ext uri="{FF2B5EF4-FFF2-40B4-BE49-F238E27FC236}">
                <a16:creationId xmlns:a16="http://schemas.microsoft.com/office/drawing/2014/main" id="{AF96560E-C38F-7BA0-F216-0E7557D9C124}"/>
              </a:ext>
            </a:extLst>
          </p:cNvPr>
          <p:cNvSpPr txBox="1"/>
          <p:nvPr/>
        </p:nvSpPr>
        <p:spPr>
          <a:xfrm>
            <a:off x="6090416" y="2085346"/>
            <a:ext cx="5220314" cy="467050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Selecting a programme - How is this done?</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Set to auto sensor</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 Set to defrost</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 Set timer to cook</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What are the rules that influence the order in which tasks/subtasks take place? (the plans)</a:t>
            </a:r>
          </a:p>
          <a:p>
            <a:pPr marL="800100" lvl="1"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marL="800100" lvl="1"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p:txBody>
      </p:sp>
    </p:spTree>
    <p:extLst>
      <p:ext uri="{BB962C8B-B14F-4D97-AF65-F5344CB8AC3E}">
        <p14:creationId xmlns:p14="http://schemas.microsoft.com/office/powerpoint/2010/main" val="1195248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0C45B-D416-5E54-40DF-13F63E1A167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0EC2201-D74A-7FDE-AE12-9A4FF4D289F9}"/>
              </a:ext>
            </a:extLst>
          </p:cNvPr>
          <p:cNvSpPr txBox="1"/>
          <p:nvPr/>
        </p:nvSpPr>
        <p:spPr>
          <a:xfrm>
            <a:off x="574198" y="536119"/>
            <a:ext cx="11032435"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HTA Example 2 Graphical Presentation</a:t>
            </a:r>
          </a:p>
        </p:txBody>
      </p:sp>
      <p:sp>
        <p:nvSpPr>
          <p:cNvPr id="5" name="Slide Number Placeholder 1">
            <a:extLst>
              <a:ext uri="{FF2B5EF4-FFF2-40B4-BE49-F238E27FC236}">
                <a16:creationId xmlns:a16="http://schemas.microsoft.com/office/drawing/2014/main" id="{61553530-61C6-9EBB-98C3-A7AAE1A9C27B}"/>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33</a:t>
            </a:fld>
            <a:endParaRPr lang="en-MY" dirty="0"/>
          </a:p>
        </p:txBody>
      </p:sp>
      <p:pic>
        <p:nvPicPr>
          <p:cNvPr id="4" name="Google Shape;431;p49">
            <a:extLst>
              <a:ext uri="{FF2B5EF4-FFF2-40B4-BE49-F238E27FC236}">
                <a16:creationId xmlns:a16="http://schemas.microsoft.com/office/drawing/2014/main" id="{FC770B27-92EA-647D-5594-C6D1CB510344}"/>
              </a:ext>
            </a:extLst>
          </p:cNvPr>
          <p:cNvPicPr preferRelativeResize="0"/>
          <p:nvPr/>
        </p:nvPicPr>
        <p:blipFill rotWithShape="1">
          <a:blip r:embed="rId2">
            <a:alphaModFix/>
          </a:blip>
          <a:srcRect/>
          <a:stretch/>
        </p:blipFill>
        <p:spPr>
          <a:xfrm>
            <a:off x="2089121" y="1596820"/>
            <a:ext cx="8002588" cy="3962400"/>
          </a:xfrm>
          <a:prstGeom prst="rect">
            <a:avLst/>
          </a:prstGeom>
          <a:noFill/>
          <a:ln>
            <a:noFill/>
          </a:ln>
          <a:effectLst>
            <a:outerShdw blurRad="292100" dist="139700" dir="2700000" algn="tl" rotWithShape="0">
              <a:srgbClr val="333333">
                <a:alpha val="64705"/>
              </a:srgbClr>
            </a:outerShdw>
          </a:effectLst>
        </p:spPr>
      </p:pic>
    </p:spTree>
    <p:extLst>
      <p:ext uri="{BB962C8B-B14F-4D97-AF65-F5344CB8AC3E}">
        <p14:creationId xmlns:p14="http://schemas.microsoft.com/office/powerpoint/2010/main" val="29882558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A0B79-0D80-C666-63A3-5A3AE99EFAB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3354017-BB97-F64C-5C83-5E17615EF23D}"/>
              </a:ext>
            </a:extLst>
          </p:cNvPr>
          <p:cNvSpPr txBox="1"/>
          <p:nvPr/>
        </p:nvSpPr>
        <p:spPr>
          <a:xfrm>
            <a:off x="1035884" y="501054"/>
            <a:ext cx="10109064" cy="1384995"/>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HTA Example 3: </a:t>
            </a:r>
          </a:p>
          <a:p>
            <a:pPr algn="ctr"/>
            <a:r>
              <a:rPr lang="en-US" sz="4000" dirty="0">
                <a:solidFill>
                  <a:schemeClr val="tx1">
                    <a:lumMod val="75000"/>
                    <a:lumOff val="25000"/>
                  </a:schemeClr>
                </a:solidFill>
                <a:latin typeface="+mj-lt"/>
              </a:rPr>
              <a:t>filing documents</a:t>
            </a:r>
            <a:endParaRPr lang="en-US" sz="4000" b="1" dirty="0">
              <a:solidFill>
                <a:schemeClr val="tx1">
                  <a:lumMod val="75000"/>
                  <a:lumOff val="25000"/>
                </a:schemeClr>
              </a:solidFill>
              <a:latin typeface="+mj-lt"/>
            </a:endParaRPr>
          </a:p>
        </p:txBody>
      </p:sp>
      <p:sp>
        <p:nvSpPr>
          <p:cNvPr id="5" name="Slide Number Placeholder 1">
            <a:extLst>
              <a:ext uri="{FF2B5EF4-FFF2-40B4-BE49-F238E27FC236}">
                <a16:creationId xmlns:a16="http://schemas.microsoft.com/office/drawing/2014/main" id="{3FD66C8E-1E4C-2947-249B-35F43ACCF6BD}"/>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34</a:t>
            </a:fld>
            <a:endParaRPr lang="en-MY" dirty="0"/>
          </a:p>
        </p:txBody>
      </p:sp>
      <p:sp>
        <p:nvSpPr>
          <p:cNvPr id="3" name="TextBox 2">
            <a:extLst>
              <a:ext uri="{FF2B5EF4-FFF2-40B4-BE49-F238E27FC236}">
                <a16:creationId xmlns:a16="http://schemas.microsoft.com/office/drawing/2014/main" id="{18352B37-E5CC-7494-9EF1-E8502DC1DB15}"/>
              </a:ext>
            </a:extLst>
          </p:cNvPr>
          <p:cNvSpPr txBox="1"/>
          <p:nvPr/>
        </p:nvSpPr>
        <p:spPr>
          <a:xfrm>
            <a:off x="1121958" y="2478740"/>
            <a:ext cx="9936916" cy="1900520"/>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The manual task of filing documents in a filing cabinet...</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You have an unsorted stack of documents</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Your filing cabinet contains folders that are ordered somehow</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How do you get all the documents into the correct folder?</a:t>
            </a:r>
          </a:p>
        </p:txBody>
      </p:sp>
    </p:spTree>
    <p:extLst>
      <p:ext uri="{BB962C8B-B14F-4D97-AF65-F5344CB8AC3E}">
        <p14:creationId xmlns:p14="http://schemas.microsoft.com/office/powerpoint/2010/main" val="35996931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BA0A9-4280-07F9-FC71-0CECB442C78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82C7EED-3844-D3CE-61DB-1700AD0FC4A5}"/>
              </a:ext>
            </a:extLst>
          </p:cNvPr>
          <p:cNvSpPr txBox="1"/>
          <p:nvPr/>
        </p:nvSpPr>
        <p:spPr>
          <a:xfrm>
            <a:off x="1035884" y="501054"/>
            <a:ext cx="10109064" cy="1384995"/>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HTA Example 3: </a:t>
            </a:r>
          </a:p>
          <a:p>
            <a:pPr algn="ctr"/>
            <a:r>
              <a:rPr lang="en-US" sz="4000" dirty="0">
                <a:solidFill>
                  <a:schemeClr val="tx1">
                    <a:lumMod val="75000"/>
                    <a:lumOff val="25000"/>
                  </a:schemeClr>
                </a:solidFill>
                <a:latin typeface="+mj-lt"/>
              </a:rPr>
              <a:t>… filing cabinet</a:t>
            </a:r>
            <a:endParaRPr lang="en-US" sz="4000" b="1" dirty="0">
              <a:solidFill>
                <a:schemeClr val="tx1">
                  <a:lumMod val="75000"/>
                  <a:lumOff val="25000"/>
                </a:schemeClr>
              </a:solidFill>
              <a:latin typeface="+mj-lt"/>
            </a:endParaRPr>
          </a:p>
        </p:txBody>
      </p:sp>
      <p:sp>
        <p:nvSpPr>
          <p:cNvPr id="5" name="Slide Number Placeholder 1">
            <a:extLst>
              <a:ext uri="{FF2B5EF4-FFF2-40B4-BE49-F238E27FC236}">
                <a16:creationId xmlns:a16="http://schemas.microsoft.com/office/drawing/2014/main" id="{60225245-A931-294C-71B5-E417FE125596}"/>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35</a:t>
            </a:fld>
            <a:endParaRPr lang="en-MY" dirty="0"/>
          </a:p>
        </p:txBody>
      </p:sp>
      <p:sp>
        <p:nvSpPr>
          <p:cNvPr id="3" name="TextBox 2">
            <a:extLst>
              <a:ext uri="{FF2B5EF4-FFF2-40B4-BE49-F238E27FC236}">
                <a16:creationId xmlns:a16="http://schemas.microsoft.com/office/drawing/2014/main" id="{86C8D092-1DA5-60A9-0507-6830784514CB}"/>
              </a:ext>
            </a:extLst>
          </p:cNvPr>
          <p:cNvSpPr txBox="1"/>
          <p:nvPr/>
        </p:nvSpPr>
        <p:spPr>
          <a:xfrm>
            <a:off x="1121958" y="2451809"/>
            <a:ext cx="9936916" cy="977191"/>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You probably act differently if you have a lot of documents to file rather than a few...</a:t>
            </a:r>
          </a:p>
        </p:txBody>
      </p:sp>
      <p:pic>
        <p:nvPicPr>
          <p:cNvPr id="7" name="Picture 6" descr="A white paper with black text&#10;&#10;AI-generated content may be incorrect.">
            <a:extLst>
              <a:ext uri="{FF2B5EF4-FFF2-40B4-BE49-F238E27FC236}">
                <a16:creationId xmlns:a16="http://schemas.microsoft.com/office/drawing/2014/main" id="{97FF548F-48B5-C300-2C42-982CCAF846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6377" y="3429000"/>
            <a:ext cx="4708078" cy="2026989"/>
          </a:xfrm>
          <a:prstGeom prst="rect">
            <a:avLst/>
          </a:prstGeom>
        </p:spPr>
      </p:pic>
    </p:spTree>
    <p:extLst>
      <p:ext uri="{BB962C8B-B14F-4D97-AF65-F5344CB8AC3E}">
        <p14:creationId xmlns:p14="http://schemas.microsoft.com/office/powerpoint/2010/main" val="20527190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EB81D-6A14-C6C9-1EF5-99176714C0D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C311A86-2261-BBC7-5227-930F1E171FEF}"/>
              </a:ext>
            </a:extLst>
          </p:cNvPr>
          <p:cNvSpPr txBox="1"/>
          <p:nvPr/>
        </p:nvSpPr>
        <p:spPr>
          <a:xfrm>
            <a:off x="1035884" y="501054"/>
            <a:ext cx="10109064" cy="1384995"/>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HTA Example 3: </a:t>
            </a:r>
          </a:p>
          <a:p>
            <a:pPr algn="ctr"/>
            <a:r>
              <a:rPr lang="en-US" sz="4000" dirty="0">
                <a:solidFill>
                  <a:schemeClr val="tx1">
                    <a:lumMod val="75000"/>
                    <a:lumOff val="25000"/>
                  </a:schemeClr>
                </a:solidFill>
                <a:latin typeface="+mj-lt"/>
              </a:rPr>
              <a:t>… filing one or two things</a:t>
            </a:r>
            <a:endParaRPr lang="en-US" sz="4000" b="1" dirty="0">
              <a:solidFill>
                <a:schemeClr val="tx1">
                  <a:lumMod val="75000"/>
                  <a:lumOff val="25000"/>
                </a:schemeClr>
              </a:solidFill>
              <a:latin typeface="+mj-lt"/>
            </a:endParaRPr>
          </a:p>
        </p:txBody>
      </p:sp>
      <p:sp>
        <p:nvSpPr>
          <p:cNvPr id="5" name="Slide Number Placeholder 1">
            <a:extLst>
              <a:ext uri="{FF2B5EF4-FFF2-40B4-BE49-F238E27FC236}">
                <a16:creationId xmlns:a16="http://schemas.microsoft.com/office/drawing/2014/main" id="{C629DFAB-75DD-ED98-701E-D2089613999D}"/>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36</a:t>
            </a:fld>
            <a:endParaRPr lang="en-MY" dirty="0"/>
          </a:p>
        </p:txBody>
      </p:sp>
      <p:sp>
        <p:nvSpPr>
          <p:cNvPr id="3" name="TextBox 2">
            <a:extLst>
              <a:ext uri="{FF2B5EF4-FFF2-40B4-BE49-F238E27FC236}">
                <a16:creationId xmlns:a16="http://schemas.microsoft.com/office/drawing/2014/main" id="{A305BE25-C619-C33C-D18E-70F53804A859}"/>
              </a:ext>
            </a:extLst>
          </p:cNvPr>
          <p:cNvSpPr txBox="1"/>
          <p:nvPr/>
        </p:nvSpPr>
        <p:spPr>
          <a:xfrm>
            <a:off x="1121958" y="2451809"/>
            <a:ext cx="9936916" cy="977191"/>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Simply find the appropriate folder and put the documents in...</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p:txBody>
      </p:sp>
      <p:pic>
        <p:nvPicPr>
          <p:cNvPr id="4" name="Picture 3" descr="A white paper with black text&#10;&#10;AI-generated content may be incorrect.">
            <a:extLst>
              <a:ext uri="{FF2B5EF4-FFF2-40B4-BE49-F238E27FC236}">
                <a16:creationId xmlns:a16="http://schemas.microsoft.com/office/drawing/2014/main" id="{A9C5EC0E-DA2E-898D-A161-DDD4F2CDCF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8803" y="3063876"/>
            <a:ext cx="5254394" cy="2139922"/>
          </a:xfrm>
          <a:prstGeom prst="rect">
            <a:avLst/>
          </a:prstGeom>
        </p:spPr>
      </p:pic>
    </p:spTree>
    <p:extLst>
      <p:ext uri="{BB962C8B-B14F-4D97-AF65-F5344CB8AC3E}">
        <p14:creationId xmlns:p14="http://schemas.microsoft.com/office/powerpoint/2010/main" val="28207101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E3FBC-C9BD-CD39-356E-891CBBCCFB0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0D43DFD-8BFC-650F-F255-4A39FF25C897}"/>
              </a:ext>
            </a:extLst>
          </p:cNvPr>
          <p:cNvSpPr txBox="1"/>
          <p:nvPr/>
        </p:nvSpPr>
        <p:spPr>
          <a:xfrm>
            <a:off x="1035884" y="501054"/>
            <a:ext cx="10109064" cy="1384995"/>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HTA Example 3: </a:t>
            </a:r>
          </a:p>
          <a:p>
            <a:pPr algn="ctr"/>
            <a:r>
              <a:rPr lang="en-US" sz="4000" dirty="0">
                <a:solidFill>
                  <a:schemeClr val="tx1">
                    <a:lumMod val="75000"/>
                    <a:lumOff val="25000"/>
                  </a:schemeClr>
                </a:solidFill>
                <a:latin typeface="+mj-lt"/>
              </a:rPr>
              <a:t>… filing each document</a:t>
            </a:r>
            <a:endParaRPr lang="en-US" sz="4000" b="1" dirty="0">
              <a:solidFill>
                <a:schemeClr val="tx1">
                  <a:lumMod val="75000"/>
                  <a:lumOff val="25000"/>
                </a:schemeClr>
              </a:solidFill>
              <a:latin typeface="+mj-lt"/>
            </a:endParaRPr>
          </a:p>
        </p:txBody>
      </p:sp>
      <p:sp>
        <p:nvSpPr>
          <p:cNvPr id="5" name="Slide Number Placeholder 1">
            <a:extLst>
              <a:ext uri="{FF2B5EF4-FFF2-40B4-BE49-F238E27FC236}">
                <a16:creationId xmlns:a16="http://schemas.microsoft.com/office/drawing/2014/main" id="{2281E91D-D057-01C8-6130-8A75FD1F8661}"/>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37</a:t>
            </a:fld>
            <a:endParaRPr lang="en-MY" dirty="0"/>
          </a:p>
        </p:txBody>
      </p:sp>
      <p:sp>
        <p:nvSpPr>
          <p:cNvPr id="2" name="Google Shape;456;p53">
            <a:extLst>
              <a:ext uri="{FF2B5EF4-FFF2-40B4-BE49-F238E27FC236}">
                <a16:creationId xmlns:a16="http://schemas.microsoft.com/office/drawing/2014/main" id="{26EB9348-8F62-5894-A361-FD1639DCEF9C}"/>
              </a:ext>
            </a:extLst>
          </p:cNvPr>
          <p:cNvSpPr txBox="1">
            <a:spLocks/>
          </p:cNvSpPr>
          <p:nvPr/>
        </p:nvSpPr>
        <p:spPr>
          <a:xfrm>
            <a:off x="2327310" y="2589788"/>
            <a:ext cx="7537379" cy="2747289"/>
          </a:xfrm>
          <a:prstGeom prst="rect">
            <a:avLst/>
          </a:prstGeom>
          <a:noFill/>
          <a:ln>
            <a:noFill/>
          </a:ln>
        </p:spPr>
        <p:txBody>
          <a:bodyPr spcFirstLastPara="1" wrap="square" lIns="91425" tIns="45700" rIns="91425" bIns="4570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97326" lvl="1" indent="-267283">
              <a:spcBef>
                <a:spcPts val="0"/>
              </a:spcBef>
              <a:buClr>
                <a:schemeClr val="dk1"/>
              </a:buClr>
              <a:buSzPts val="2800"/>
              <a:buFont typeface="Arial"/>
              <a:buNone/>
            </a:pPr>
            <a:r>
              <a:rPr lang="en-GB" sz="1400" dirty="0"/>
              <a:t>	</a:t>
            </a:r>
            <a:r>
              <a:rPr lang="en-GB" sz="2000" dirty="0"/>
              <a:t>	2.2.	File each document</a:t>
            </a:r>
            <a:endParaRPr lang="en-GB" sz="1400" dirty="0"/>
          </a:p>
          <a:p>
            <a:pPr marL="697326" lvl="1" indent="-267283">
              <a:spcBef>
                <a:spcPts val="480"/>
              </a:spcBef>
              <a:buClr>
                <a:schemeClr val="dk1"/>
              </a:buClr>
              <a:buSzPts val="2400"/>
              <a:buFont typeface="Arial"/>
              <a:buNone/>
            </a:pPr>
            <a:r>
              <a:rPr lang="en-GB" sz="2000" dirty="0"/>
              <a:t>			2.2.1.	Find appropriate file</a:t>
            </a:r>
            <a:endParaRPr lang="en-GB" sz="1400" dirty="0"/>
          </a:p>
          <a:p>
            <a:pPr marL="697326" lvl="1" indent="-267283">
              <a:spcBef>
                <a:spcPts val="480"/>
              </a:spcBef>
              <a:buClr>
                <a:schemeClr val="dk1"/>
              </a:buClr>
              <a:buSzPts val="2400"/>
              <a:buFont typeface="Arial"/>
              <a:buNone/>
            </a:pPr>
            <a:r>
              <a:rPr lang="en-GB" sz="2000" dirty="0"/>
              <a:t>			2.2.2.	Open file</a:t>
            </a:r>
            <a:endParaRPr lang="en-GB" sz="1400" dirty="0"/>
          </a:p>
          <a:p>
            <a:pPr marL="697326" lvl="1" indent="-267283">
              <a:spcBef>
                <a:spcPts val="480"/>
              </a:spcBef>
              <a:buClr>
                <a:schemeClr val="dk1"/>
              </a:buClr>
              <a:buSzPts val="2400"/>
              <a:buFont typeface="Arial"/>
              <a:buNone/>
            </a:pPr>
            <a:r>
              <a:rPr lang="en-GB" sz="2000" dirty="0"/>
              <a:t>			2.2.3.	Place document in file</a:t>
            </a:r>
            <a:endParaRPr lang="en-GB" sz="1400" dirty="0"/>
          </a:p>
          <a:p>
            <a:pPr marL="697326" lvl="1" indent="-267283">
              <a:spcBef>
                <a:spcPts val="480"/>
              </a:spcBef>
              <a:buClr>
                <a:schemeClr val="dk1"/>
              </a:buClr>
              <a:buSzPts val="2400"/>
              <a:buFont typeface="Arial"/>
              <a:buNone/>
            </a:pPr>
            <a:r>
              <a:rPr lang="en-GB" sz="2000" dirty="0"/>
              <a:t>			2.2.4.	Close file</a:t>
            </a:r>
            <a:endParaRPr lang="en-GB" sz="1400" dirty="0"/>
          </a:p>
          <a:p>
            <a:pPr marL="697326" lvl="1" indent="-267283">
              <a:spcBef>
                <a:spcPts val="480"/>
              </a:spcBef>
              <a:buClr>
                <a:schemeClr val="dk1"/>
              </a:buClr>
              <a:buSzPts val="2400"/>
              <a:buFont typeface="Arial"/>
              <a:buNone/>
            </a:pPr>
            <a:endParaRPr lang="en-GB" sz="2000" dirty="0"/>
          </a:p>
          <a:p>
            <a:pPr marL="322532" indent="-322532">
              <a:spcBef>
                <a:spcPts val="480"/>
              </a:spcBef>
              <a:buClr>
                <a:schemeClr val="dk1"/>
              </a:buClr>
              <a:buSzPts val="2400"/>
              <a:buFont typeface="Arial"/>
              <a:buNone/>
            </a:pPr>
            <a:r>
              <a:rPr lang="en-GB" sz="2000" dirty="0"/>
              <a:t>		</a:t>
            </a:r>
            <a:r>
              <a:rPr lang="en-GB" sz="2000" b="1" dirty="0"/>
              <a:t>Plan 2.2:  </a:t>
            </a:r>
            <a:r>
              <a:rPr lang="en-GB" sz="2000" dirty="0"/>
              <a:t>Do 2.2.1, 2.2.2., 2.2.3., then 2.2.4.</a:t>
            </a:r>
            <a:endParaRPr lang="en-GB" sz="1600" dirty="0"/>
          </a:p>
        </p:txBody>
      </p:sp>
    </p:spTree>
    <p:extLst>
      <p:ext uri="{BB962C8B-B14F-4D97-AF65-F5344CB8AC3E}">
        <p14:creationId xmlns:p14="http://schemas.microsoft.com/office/powerpoint/2010/main" val="3987258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9FA8C-56DB-4018-8836-7ACAC7FFA8B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4C5DCEA-FA20-C2B2-41B5-0E5EAECB1A61}"/>
              </a:ext>
            </a:extLst>
          </p:cNvPr>
          <p:cNvSpPr txBox="1"/>
          <p:nvPr/>
        </p:nvSpPr>
        <p:spPr>
          <a:xfrm>
            <a:off x="1035884" y="501054"/>
            <a:ext cx="10109064" cy="1384995"/>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HTA Example 3: </a:t>
            </a:r>
          </a:p>
          <a:p>
            <a:pPr algn="ctr"/>
            <a:r>
              <a:rPr lang="en-US" sz="4000" dirty="0">
                <a:solidFill>
                  <a:schemeClr val="tx1">
                    <a:lumMod val="75000"/>
                    <a:lumOff val="25000"/>
                  </a:schemeClr>
                </a:solidFill>
                <a:latin typeface="+mj-lt"/>
              </a:rPr>
              <a:t>… filing lots of document</a:t>
            </a:r>
            <a:endParaRPr lang="en-US" sz="4000" b="1" dirty="0">
              <a:solidFill>
                <a:schemeClr val="tx1">
                  <a:lumMod val="75000"/>
                  <a:lumOff val="25000"/>
                </a:schemeClr>
              </a:solidFill>
              <a:latin typeface="+mj-lt"/>
            </a:endParaRPr>
          </a:p>
        </p:txBody>
      </p:sp>
      <p:sp>
        <p:nvSpPr>
          <p:cNvPr id="5" name="Slide Number Placeholder 1">
            <a:extLst>
              <a:ext uri="{FF2B5EF4-FFF2-40B4-BE49-F238E27FC236}">
                <a16:creationId xmlns:a16="http://schemas.microsoft.com/office/drawing/2014/main" id="{7EF5B562-0157-6696-A082-975BB7ACB942}"/>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38</a:t>
            </a:fld>
            <a:endParaRPr lang="en-MY" dirty="0"/>
          </a:p>
        </p:txBody>
      </p:sp>
      <p:sp>
        <p:nvSpPr>
          <p:cNvPr id="3" name="TextBox 2">
            <a:extLst>
              <a:ext uri="{FF2B5EF4-FFF2-40B4-BE49-F238E27FC236}">
                <a16:creationId xmlns:a16="http://schemas.microsoft.com/office/drawing/2014/main" id="{8F6E9FAA-1A67-C348-EFAA-D2E1D7D4D19B}"/>
              </a:ext>
            </a:extLst>
          </p:cNvPr>
          <p:cNvSpPr txBox="1"/>
          <p:nvPr/>
        </p:nvSpPr>
        <p:spPr>
          <a:xfrm>
            <a:off x="1116374" y="2063901"/>
            <a:ext cx="4974042" cy="3747180"/>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Sort the documents into order first</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then split the sorted documents up into ‘categories’ (i.e. all the documents whose author begins with ‘A’)</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then work through the filing cabinet, putting each category into the right file</a:t>
            </a:r>
          </a:p>
        </p:txBody>
      </p:sp>
      <p:sp>
        <p:nvSpPr>
          <p:cNvPr id="4" name="Google Shape;468;p55">
            <a:extLst>
              <a:ext uri="{FF2B5EF4-FFF2-40B4-BE49-F238E27FC236}">
                <a16:creationId xmlns:a16="http://schemas.microsoft.com/office/drawing/2014/main" id="{C306C70D-0060-B128-F748-35B72359F115}"/>
              </a:ext>
            </a:extLst>
          </p:cNvPr>
          <p:cNvSpPr txBox="1">
            <a:spLocks/>
          </p:cNvSpPr>
          <p:nvPr/>
        </p:nvSpPr>
        <p:spPr>
          <a:xfrm>
            <a:off x="6559826" y="2190837"/>
            <a:ext cx="5507029" cy="4064332"/>
          </a:xfrm>
          <a:prstGeom prst="rect">
            <a:avLst/>
          </a:prstGeom>
          <a:noFill/>
          <a:ln>
            <a:noFill/>
          </a:ln>
        </p:spPr>
        <p:txBody>
          <a:bodyPr spcFirstLastPara="1" wrap="square" lIns="91425" tIns="45700" rIns="91425" bIns="45700" anchor="t" anchorCtr="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22532" indent="-322532">
              <a:spcBef>
                <a:spcPts val="0"/>
              </a:spcBef>
              <a:buClr>
                <a:schemeClr val="dk1"/>
              </a:buClr>
              <a:buSzPts val="2400"/>
              <a:buFont typeface="Arial" panose="020B0604020202020204" pitchFamily="34" charset="0"/>
              <a:buNone/>
            </a:pPr>
            <a:r>
              <a:rPr lang="en-GB" sz="2000" dirty="0"/>
              <a:t>1.	File lots of documents</a:t>
            </a:r>
            <a:endParaRPr lang="en-GB" sz="1600" dirty="0"/>
          </a:p>
          <a:p>
            <a:pPr marL="322532" indent="-322532">
              <a:spcBef>
                <a:spcPts val="480"/>
              </a:spcBef>
              <a:buClr>
                <a:schemeClr val="dk1"/>
              </a:buClr>
              <a:buSzPts val="2400"/>
              <a:buFont typeface="Arial" panose="020B0604020202020204" pitchFamily="34" charset="0"/>
              <a:buNone/>
            </a:pPr>
            <a:r>
              <a:rPr lang="en-GB" sz="2000" dirty="0"/>
              <a:t>	1.1.	Choose criteria on which documents are sorted</a:t>
            </a:r>
            <a:endParaRPr lang="en-GB" sz="1600" dirty="0"/>
          </a:p>
          <a:p>
            <a:pPr marL="322532" indent="-322532">
              <a:spcBef>
                <a:spcPts val="480"/>
              </a:spcBef>
              <a:buClr>
                <a:schemeClr val="dk1"/>
              </a:buClr>
              <a:buSzPts val="2400"/>
              <a:buFont typeface="Arial" panose="020B0604020202020204" pitchFamily="34" charset="0"/>
              <a:buNone/>
            </a:pPr>
            <a:r>
              <a:rPr lang="en-GB" sz="2000" dirty="0"/>
              <a:t>	1.2.	Sort all documents to be filed into order</a:t>
            </a:r>
            <a:endParaRPr lang="en-GB" sz="1600" dirty="0"/>
          </a:p>
          <a:p>
            <a:pPr marL="322532" indent="-322532">
              <a:spcBef>
                <a:spcPts val="480"/>
              </a:spcBef>
              <a:buClr>
                <a:schemeClr val="dk1"/>
              </a:buClr>
              <a:buSzPts val="2400"/>
              <a:buFont typeface="Arial" panose="020B0604020202020204" pitchFamily="34" charset="0"/>
              <a:buNone/>
            </a:pPr>
            <a:r>
              <a:rPr lang="en-GB" sz="2000" dirty="0"/>
              <a:t>	1.3.	Split documents up into categories</a:t>
            </a:r>
            <a:endParaRPr lang="en-GB" sz="1600" dirty="0"/>
          </a:p>
          <a:p>
            <a:pPr marL="322532" indent="-322532">
              <a:spcBef>
                <a:spcPts val="480"/>
              </a:spcBef>
              <a:buClr>
                <a:schemeClr val="dk1"/>
              </a:buClr>
              <a:buSzPts val="2400"/>
              <a:buFont typeface="Arial" panose="020B0604020202020204" pitchFamily="34" charset="0"/>
              <a:buNone/>
            </a:pPr>
            <a:r>
              <a:rPr lang="en-GB" sz="2000" dirty="0"/>
              <a:t>	1.4.	Open cabinet</a:t>
            </a:r>
            <a:endParaRPr lang="en-GB" sz="1600" dirty="0"/>
          </a:p>
          <a:p>
            <a:pPr marL="322532" indent="-322532">
              <a:spcBef>
                <a:spcPts val="480"/>
              </a:spcBef>
              <a:buClr>
                <a:schemeClr val="dk1"/>
              </a:buClr>
              <a:buSzPts val="2400"/>
              <a:buFont typeface="Arial" panose="020B0604020202020204" pitchFamily="34" charset="0"/>
              <a:buNone/>
            </a:pPr>
            <a:r>
              <a:rPr lang="en-GB" sz="2000" dirty="0"/>
              <a:t>	1.5.	Place each category of document into file</a:t>
            </a:r>
            <a:endParaRPr lang="en-GB" sz="1600" dirty="0"/>
          </a:p>
          <a:p>
            <a:pPr marL="322532" indent="-322532">
              <a:spcBef>
                <a:spcPts val="480"/>
              </a:spcBef>
              <a:buClr>
                <a:schemeClr val="dk1"/>
              </a:buClr>
              <a:buSzPts val="2400"/>
              <a:buFont typeface="Arial" panose="020B0604020202020204" pitchFamily="34" charset="0"/>
              <a:buNone/>
            </a:pPr>
            <a:r>
              <a:rPr lang="en-GB" sz="2000" dirty="0"/>
              <a:t>	1.6.	Close cabinet</a:t>
            </a:r>
            <a:endParaRPr lang="en-GB" sz="1600" dirty="0"/>
          </a:p>
          <a:p>
            <a:pPr marL="322532" indent="-322532">
              <a:spcBef>
                <a:spcPts val="480"/>
              </a:spcBef>
              <a:buClr>
                <a:schemeClr val="dk1"/>
              </a:buClr>
              <a:buSzPts val="2400"/>
              <a:buFont typeface="Arial" panose="020B0604020202020204" pitchFamily="34" charset="0"/>
              <a:buNone/>
            </a:pPr>
            <a:endParaRPr lang="en-GB" sz="2000" dirty="0"/>
          </a:p>
          <a:p>
            <a:pPr marL="322532" indent="-322532">
              <a:spcBef>
                <a:spcPts val="480"/>
              </a:spcBef>
              <a:buClr>
                <a:schemeClr val="dk1"/>
              </a:buClr>
              <a:buSzPts val="2400"/>
              <a:buFont typeface="Arial" panose="020B0604020202020204" pitchFamily="34" charset="0"/>
              <a:buNone/>
            </a:pPr>
            <a:r>
              <a:rPr lang="en-GB" sz="2000" b="1" dirty="0"/>
              <a:t>Plan 1:</a:t>
            </a:r>
            <a:r>
              <a:rPr lang="en-GB" sz="2000" dirty="0"/>
              <a:t> Do 1.1., 1.2., 1.3., 1.4., (1.5. repeatedly) then 1.6.</a:t>
            </a:r>
            <a:endParaRPr lang="en-GB" sz="1600" dirty="0"/>
          </a:p>
        </p:txBody>
      </p:sp>
    </p:spTree>
    <p:extLst>
      <p:ext uri="{BB962C8B-B14F-4D97-AF65-F5344CB8AC3E}">
        <p14:creationId xmlns:p14="http://schemas.microsoft.com/office/powerpoint/2010/main" val="19286290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86693-92CC-267D-80FC-17BF3FF8DA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E74B99D-D935-F9AD-6221-9C869739FF1A}"/>
              </a:ext>
            </a:extLst>
          </p:cNvPr>
          <p:cNvSpPr txBox="1"/>
          <p:nvPr/>
        </p:nvSpPr>
        <p:spPr>
          <a:xfrm>
            <a:off x="1035884" y="501054"/>
            <a:ext cx="10109064" cy="1384995"/>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HTA Example 3: </a:t>
            </a:r>
          </a:p>
          <a:p>
            <a:pPr algn="ctr"/>
            <a:r>
              <a:rPr lang="en-US" sz="4000" dirty="0">
                <a:solidFill>
                  <a:schemeClr val="tx1">
                    <a:lumMod val="75000"/>
                    <a:lumOff val="25000"/>
                  </a:schemeClr>
                </a:solidFill>
                <a:latin typeface="+mj-lt"/>
              </a:rPr>
              <a:t>… choosing sorting criteria</a:t>
            </a:r>
            <a:endParaRPr lang="en-US" sz="4000" b="1" dirty="0">
              <a:solidFill>
                <a:schemeClr val="tx1">
                  <a:lumMod val="75000"/>
                  <a:lumOff val="25000"/>
                </a:schemeClr>
              </a:solidFill>
              <a:latin typeface="+mj-lt"/>
            </a:endParaRPr>
          </a:p>
        </p:txBody>
      </p:sp>
      <p:sp>
        <p:nvSpPr>
          <p:cNvPr id="5" name="Slide Number Placeholder 1">
            <a:extLst>
              <a:ext uri="{FF2B5EF4-FFF2-40B4-BE49-F238E27FC236}">
                <a16:creationId xmlns:a16="http://schemas.microsoft.com/office/drawing/2014/main" id="{6016A40B-033F-76B7-950B-4F9C904C6BB5}"/>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39</a:t>
            </a:fld>
            <a:endParaRPr lang="en-MY" dirty="0"/>
          </a:p>
        </p:txBody>
      </p:sp>
      <p:sp>
        <p:nvSpPr>
          <p:cNvPr id="2" name="Google Shape;474;p56">
            <a:extLst>
              <a:ext uri="{FF2B5EF4-FFF2-40B4-BE49-F238E27FC236}">
                <a16:creationId xmlns:a16="http://schemas.microsoft.com/office/drawing/2014/main" id="{E7D0F324-D55C-60FF-4FB2-AD0DC8FD1460}"/>
              </a:ext>
            </a:extLst>
          </p:cNvPr>
          <p:cNvSpPr txBox="1">
            <a:spLocks/>
          </p:cNvSpPr>
          <p:nvPr/>
        </p:nvSpPr>
        <p:spPr>
          <a:xfrm>
            <a:off x="2716019" y="2723147"/>
            <a:ext cx="7704856" cy="2425324"/>
          </a:xfrm>
          <a:prstGeom prst="rect">
            <a:avLst/>
          </a:prstGeom>
          <a:noFill/>
          <a:ln>
            <a:noFill/>
          </a:ln>
        </p:spPr>
        <p:txBody>
          <a:bodyPr spcFirstLastPara="1" wrap="square" lIns="91425" tIns="45700" rIns="91425" bIns="4570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22532" indent="-322532">
              <a:spcBef>
                <a:spcPts val="0"/>
              </a:spcBef>
              <a:buClr>
                <a:schemeClr val="dk1"/>
              </a:buClr>
              <a:buSzPts val="2400"/>
              <a:buFont typeface="Arial" panose="020B0604020202020204" pitchFamily="34" charset="0"/>
              <a:buNone/>
            </a:pPr>
            <a:r>
              <a:rPr lang="en-GB" sz="2000"/>
              <a:t>1.1.	Choose criteria on which documents are sorted</a:t>
            </a:r>
            <a:endParaRPr lang="en-GB" sz="1600"/>
          </a:p>
          <a:p>
            <a:pPr marL="322532" indent="-322532">
              <a:spcBef>
                <a:spcPts val="480"/>
              </a:spcBef>
              <a:buClr>
                <a:schemeClr val="dk1"/>
              </a:buClr>
              <a:buSzPts val="2400"/>
              <a:buFont typeface="Arial" panose="020B0604020202020204" pitchFamily="34" charset="0"/>
              <a:buNone/>
            </a:pPr>
            <a:r>
              <a:rPr lang="en-GB" sz="2000"/>
              <a:t>	1.1.1.	Choose alphabetical by title of 	document</a:t>
            </a:r>
            <a:endParaRPr lang="en-GB" sz="1600"/>
          </a:p>
          <a:p>
            <a:pPr marL="322532" indent="-322532">
              <a:spcBef>
                <a:spcPts val="480"/>
              </a:spcBef>
              <a:buClr>
                <a:schemeClr val="dk1"/>
              </a:buClr>
              <a:buSzPts val="2400"/>
              <a:buFont typeface="Arial" panose="020B0604020202020204" pitchFamily="34" charset="0"/>
              <a:buNone/>
            </a:pPr>
            <a:r>
              <a:rPr lang="en-GB" sz="2000"/>
              <a:t>	1.1.2.	Choose alphabetical by author of document</a:t>
            </a:r>
            <a:endParaRPr lang="en-GB" sz="1600"/>
          </a:p>
          <a:p>
            <a:pPr marL="322532" indent="-322532">
              <a:spcBef>
                <a:spcPts val="480"/>
              </a:spcBef>
              <a:buClr>
                <a:schemeClr val="dk1"/>
              </a:buClr>
              <a:buSzPts val="2400"/>
              <a:buFont typeface="Arial" panose="020B0604020202020204" pitchFamily="34" charset="0"/>
              <a:buNone/>
            </a:pPr>
            <a:r>
              <a:rPr lang="en-GB" sz="2000"/>
              <a:t>	1.1.3.	Choose date order</a:t>
            </a:r>
            <a:endParaRPr lang="en-GB" sz="1600"/>
          </a:p>
          <a:p>
            <a:pPr marL="322532" indent="-322532">
              <a:spcBef>
                <a:spcPts val="480"/>
              </a:spcBef>
              <a:buClr>
                <a:schemeClr val="dk1"/>
              </a:buClr>
              <a:buSzPts val="2400"/>
              <a:buFont typeface="Arial" panose="020B0604020202020204" pitchFamily="34" charset="0"/>
              <a:buNone/>
            </a:pPr>
            <a:endParaRPr lang="en-GB" sz="2000"/>
          </a:p>
          <a:p>
            <a:pPr marL="322532" indent="-322532">
              <a:spcBef>
                <a:spcPts val="480"/>
              </a:spcBef>
              <a:buClr>
                <a:schemeClr val="dk1"/>
              </a:buClr>
              <a:buSzPts val="2400"/>
              <a:buFont typeface="Arial" panose="020B0604020202020204" pitchFamily="34" charset="0"/>
              <a:buNone/>
            </a:pPr>
            <a:r>
              <a:rPr lang="en-GB" sz="2000" b="1"/>
              <a:t>Plan 1.1:</a:t>
            </a:r>
            <a:r>
              <a:rPr lang="en-GB" sz="2000"/>
              <a:t>	Do any one of 1.1.1., 1.1.2., or 1.1.3.</a:t>
            </a:r>
            <a:endParaRPr lang="en-GB" sz="1600"/>
          </a:p>
          <a:p>
            <a:pPr marL="322532" indent="-170132">
              <a:spcBef>
                <a:spcPts val="480"/>
              </a:spcBef>
              <a:buClr>
                <a:schemeClr val="dk1"/>
              </a:buClr>
              <a:buSzPts val="2400"/>
              <a:buFont typeface="Arial" panose="020B0604020202020204" pitchFamily="34" charset="0"/>
              <a:buNone/>
            </a:pPr>
            <a:endParaRPr lang="en-GB" sz="2000" dirty="0"/>
          </a:p>
        </p:txBody>
      </p:sp>
    </p:spTree>
    <p:extLst>
      <p:ext uri="{BB962C8B-B14F-4D97-AF65-F5344CB8AC3E}">
        <p14:creationId xmlns:p14="http://schemas.microsoft.com/office/powerpoint/2010/main" val="4160977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FDAA6-DBF0-9CAB-FD4A-23CFACF7D34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83826CE-C50D-E2D0-1730-6C8846137861}"/>
              </a:ext>
            </a:extLst>
          </p:cNvPr>
          <p:cNvSpPr txBox="1"/>
          <p:nvPr/>
        </p:nvSpPr>
        <p:spPr>
          <a:xfrm>
            <a:off x="1035884" y="501054"/>
            <a:ext cx="10109064" cy="1384995"/>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HTA Example 3: </a:t>
            </a:r>
          </a:p>
          <a:p>
            <a:pPr algn="ctr"/>
            <a:r>
              <a:rPr lang="en-US" sz="4000" dirty="0">
                <a:solidFill>
                  <a:schemeClr val="tx1">
                    <a:lumMod val="75000"/>
                    <a:lumOff val="25000"/>
                  </a:schemeClr>
                </a:solidFill>
                <a:latin typeface="+mj-lt"/>
              </a:rPr>
              <a:t>… placing categories in files</a:t>
            </a:r>
            <a:endParaRPr lang="en-US" sz="4000" b="1" dirty="0">
              <a:solidFill>
                <a:schemeClr val="tx1">
                  <a:lumMod val="75000"/>
                  <a:lumOff val="25000"/>
                </a:schemeClr>
              </a:solidFill>
              <a:latin typeface="+mj-lt"/>
            </a:endParaRPr>
          </a:p>
        </p:txBody>
      </p:sp>
      <p:sp>
        <p:nvSpPr>
          <p:cNvPr id="5" name="Slide Number Placeholder 1">
            <a:extLst>
              <a:ext uri="{FF2B5EF4-FFF2-40B4-BE49-F238E27FC236}">
                <a16:creationId xmlns:a16="http://schemas.microsoft.com/office/drawing/2014/main" id="{4BFC066C-7C2A-C3BB-D433-DFB0F98FC3C9}"/>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40</a:t>
            </a:fld>
            <a:endParaRPr lang="en-MY" dirty="0"/>
          </a:p>
        </p:txBody>
      </p:sp>
      <p:sp>
        <p:nvSpPr>
          <p:cNvPr id="3" name="Google Shape;480;p57">
            <a:extLst>
              <a:ext uri="{FF2B5EF4-FFF2-40B4-BE49-F238E27FC236}">
                <a16:creationId xmlns:a16="http://schemas.microsoft.com/office/drawing/2014/main" id="{B655B999-9E88-A414-A7A0-D7478934FFAB}"/>
              </a:ext>
            </a:extLst>
          </p:cNvPr>
          <p:cNvSpPr txBox="1">
            <a:spLocks/>
          </p:cNvSpPr>
          <p:nvPr/>
        </p:nvSpPr>
        <p:spPr>
          <a:xfrm>
            <a:off x="2395248" y="2405095"/>
            <a:ext cx="7401504" cy="2385566"/>
          </a:xfrm>
          <a:prstGeom prst="rect">
            <a:avLst/>
          </a:prstGeom>
          <a:noFill/>
          <a:ln>
            <a:noFill/>
          </a:ln>
        </p:spPr>
        <p:txBody>
          <a:bodyPr spcFirstLastPara="1" wrap="square" lIns="91425" tIns="45700" rIns="91425" bIns="4570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22532" indent="-322532">
              <a:spcBef>
                <a:spcPts val="0"/>
              </a:spcBef>
              <a:buClr>
                <a:schemeClr val="dk1"/>
              </a:buClr>
              <a:buSzPts val="2400"/>
              <a:buFont typeface="Arial" panose="020B0604020202020204" pitchFamily="34" charset="0"/>
              <a:buNone/>
            </a:pPr>
            <a:r>
              <a:rPr lang="en-GB" sz="2000"/>
              <a:t>1.5.	Place each category of document into file</a:t>
            </a:r>
            <a:endParaRPr lang="en-GB" sz="1600"/>
          </a:p>
          <a:p>
            <a:pPr marL="322532" indent="-322532">
              <a:spcBef>
                <a:spcPts val="480"/>
              </a:spcBef>
              <a:buClr>
                <a:schemeClr val="dk1"/>
              </a:buClr>
              <a:buSzPts val="2400"/>
              <a:buFont typeface="Arial" panose="020B0604020202020204" pitchFamily="34" charset="0"/>
              <a:buNone/>
            </a:pPr>
            <a:r>
              <a:rPr lang="en-GB" sz="2000"/>
              <a:t>	1.5.1.	Open file</a:t>
            </a:r>
            <a:endParaRPr lang="en-GB" sz="1600"/>
          </a:p>
          <a:p>
            <a:pPr marL="322532" indent="-322532">
              <a:spcBef>
                <a:spcPts val="480"/>
              </a:spcBef>
              <a:buClr>
                <a:schemeClr val="dk1"/>
              </a:buClr>
              <a:buSzPts val="2400"/>
              <a:buFont typeface="Arial" panose="020B0604020202020204" pitchFamily="34" charset="0"/>
              <a:buNone/>
            </a:pPr>
            <a:r>
              <a:rPr lang="en-GB" sz="2000"/>
              <a:t>	1.5.2.	Place each document in file</a:t>
            </a:r>
            <a:endParaRPr lang="en-GB" sz="1600"/>
          </a:p>
          <a:p>
            <a:pPr marL="322532" indent="-322532">
              <a:spcBef>
                <a:spcPts val="480"/>
              </a:spcBef>
              <a:buClr>
                <a:schemeClr val="dk1"/>
              </a:buClr>
              <a:buSzPts val="2400"/>
              <a:buFont typeface="Arial" panose="020B0604020202020204" pitchFamily="34" charset="0"/>
              <a:buNone/>
            </a:pPr>
            <a:r>
              <a:rPr lang="en-GB" sz="2000"/>
              <a:t>	1.5.3.	Close file</a:t>
            </a:r>
            <a:endParaRPr lang="en-GB" sz="1600"/>
          </a:p>
          <a:p>
            <a:pPr marL="322532" indent="-322532">
              <a:spcBef>
                <a:spcPts val="480"/>
              </a:spcBef>
              <a:buClr>
                <a:schemeClr val="dk1"/>
              </a:buClr>
              <a:buSzPts val="2400"/>
              <a:buFont typeface="Arial" panose="020B0604020202020204" pitchFamily="34" charset="0"/>
              <a:buNone/>
            </a:pPr>
            <a:endParaRPr lang="en-GB" sz="2000"/>
          </a:p>
          <a:p>
            <a:pPr marL="322532" indent="-322532">
              <a:spcBef>
                <a:spcPts val="480"/>
              </a:spcBef>
              <a:buClr>
                <a:schemeClr val="dk1"/>
              </a:buClr>
              <a:buSzPts val="2400"/>
              <a:buFont typeface="Arial" panose="020B0604020202020204" pitchFamily="34" charset="0"/>
              <a:buNone/>
            </a:pPr>
            <a:r>
              <a:rPr lang="en-GB" sz="2000" b="1"/>
              <a:t>Plan 1.5: </a:t>
            </a:r>
            <a:r>
              <a:rPr lang="en-GB" sz="2000"/>
              <a:t>Do 1.5.1., (1.5.2. repeatedly) then 1.5.3.</a:t>
            </a:r>
            <a:endParaRPr lang="en-GB" sz="1600"/>
          </a:p>
          <a:p>
            <a:pPr marL="322532" indent="-322532">
              <a:spcBef>
                <a:spcPts val="480"/>
              </a:spcBef>
              <a:buClr>
                <a:schemeClr val="dk1"/>
              </a:buClr>
              <a:buSzPts val="2400"/>
              <a:buFont typeface="Arial" panose="020B0604020202020204" pitchFamily="34" charset="0"/>
              <a:buNone/>
            </a:pPr>
            <a:endParaRPr lang="en-GB" sz="2000" dirty="0"/>
          </a:p>
        </p:txBody>
      </p:sp>
    </p:spTree>
    <p:extLst>
      <p:ext uri="{BB962C8B-B14F-4D97-AF65-F5344CB8AC3E}">
        <p14:creationId xmlns:p14="http://schemas.microsoft.com/office/powerpoint/2010/main" val="15832343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D4D71-9F6A-6CE9-5210-BEB5D3EA1ED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B0B7D02-0B61-18F2-522E-FF76AC1633D7}"/>
              </a:ext>
            </a:extLst>
          </p:cNvPr>
          <p:cNvSpPr txBox="1"/>
          <p:nvPr/>
        </p:nvSpPr>
        <p:spPr>
          <a:xfrm>
            <a:off x="1035884" y="501054"/>
            <a:ext cx="101090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Things to Note</a:t>
            </a:r>
            <a:endParaRPr lang="en-US" sz="4400" b="1" dirty="0">
              <a:solidFill>
                <a:schemeClr val="tx1">
                  <a:lumMod val="75000"/>
                  <a:lumOff val="25000"/>
                </a:schemeClr>
              </a:solidFill>
              <a:latin typeface="+mj-lt"/>
            </a:endParaRPr>
          </a:p>
        </p:txBody>
      </p:sp>
      <p:sp>
        <p:nvSpPr>
          <p:cNvPr id="5" name="Slide Number Placeholder 1">
            <a:extLst>
              <a:ext uri="{FF2B5EF4-FFF2-40B4-BE49-F238E27FC236}">
                <a16:creationId xmlns:a16="http://schemas.microsoft.com/office/drawing/2014/main" id="{5C5B66F3-4415-89B5-01EE-323FE9219498}"/>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41</a:t>
            </a:fld>
            <a:endParaRPr lang="en-MY" dirty="0"/>
          </a:p>
        </p:txBody>
      </p:sp>
      <p:sp>
        <p:nvSpPr>
          <p:cNvPr id="3" name="TextBox 2">
            <a:extLst>
              <a:ext uri="{FF2B5EF4-FFF2-40B4-BE49-F238E27FC236}">
                <a16:creationId xmlns:a16="http://schemas.microsoft.com/office/drawing/2014/main" id="{10769AF1-5ED5-34D8-BF09-5F05ACA4CB89}"/>
              </a:ext>
            </a:extLst>
          </p:cNvPr>
          <p:cNvSpPr txBox="1"/>
          <p:nvPr/>
        </p:nvSpPr>
        <p:spPr>
          <a:xfrm>
            <a:off x="1151614" y="1588389"/>
            <a:ext cx="9877604" cy="328551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The overall task is numbered 0</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The tasks are all described by verbs</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Each task that is decomposed must have a plan to go with it</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Plan X must only refer to sub-tasks to X</a:t>
            </a:r>
          </a:p>
        </p:txBody>
      </p:sp>
    </p:spTree>
    <p:extLst>
      <p:ext uri="{BB962C8B-B14F-4D97-AF65-F5344CB8AC3E}">
        <p14:creationId xmlns:p14="http://schemas.microsoft.com/office/powerpoint/2010/main" val="18036070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AE6CF-7566-57D9-1410-BDDA9D39A42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295D865-DEBA-787E-073A-73232325B1D4}"/>
              </a:ext>
            </a:extLst>
          </p:cNvPr>
          <p:cNvSpPr txBox="1"/>
          <p:nvPr/>
        </p:nvSpPr>
        <p:spPr>
          <a:xfrm>
            <a:off x="1035884" y="501054"/>
            <a:ext cx="101090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Reflecting on HTA Example 3</a:t>
            </a:r>
            <a:endParaRPr lang="en-US" sz="4400" b="1" dirty="0">
              <a:solidFill>
                <a:schemeClr val="tx1">
                  <a:lumMod val="75000"/>
                  <a:lumOff val="25000"/>
                </a:schemeClr>
              </a:solidFill>
              <a:latin typeface="+mj-lt"/>
            </a:endParaRPr>
          </a:p>
        </p:txBody>
      </p:sp>
      <p:sp>
        <p:nvSpPr>
          <p:cNvPr id="5" name="Slide Number Placeholder 1">
            <a:extLst>
              <a:ext uri="{FF2B5EF4-FFF2-40B4-BE49-F238E27FC236}">
                <a16:creationId xmlns:a16="http://schemas.microsoft.com/office/drawing/2014/main" id="{BF5D9B33-ED0F-E5ED-A3E5-15FEF068E9AF}"/>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42</a:t>
            </a:fld>
            <a:endParaRPr lang="en-MY" dirty="0"/>
          </a:p>
        </p:txBody>
      </p:sp>
      <p:sp>
        <p:nvSpPr>
          <p:cNvPr id="3" name="TextBox 2">
            <a:extLst>
              <a:ext uri="{FF2B5EF4-FFF2-40B4-BE49-F238E27FC236}">
                <a16:creationId xmlns:a16="http://schemas.microsoft.com/office/drawing/2014/main" id="{605486A5-B25B-09A7-E81E-EAD1A538DD33}"/>
              </a:ext>
            </a:extLst>
          </p:cNvPr>
          <p:cNvSpPr txBox="1"/>
          <p:nvPr/>
        </p:nvSpPr>
        <p:spPr>
          <a:xfrm>
            <a:off x="1151614" y="1588389"/>
            <a:ext cx="9877604" cy="4208844"/>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Imagine that you are designing an electronic filing system...</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What does this HTA tell you about filing systems?</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Which bits of the </a:t>
            </a:r>
            <a:r>
              <a:rPr lang="en-MY" sz="2000" b="1" dirty="0">
                <a:solidFill>
                  <a:schemeClr val="tx1">
                    <a:lumMod val="65000"/>
                    <a:lumOff val="35000"/>
                  </a:schemeClr>
                </a:solidFill>
              </a:rPr>
              <a:t>manual task would you keep</a:t>
            </a:r>
            <a:r>
              <a:rPr lang="en-MY" sz="2000" dirty="0">
                <a:solidFill>
                  <a:schemeClr val="tx1">
                    <a:lumMod val="65000"/>
                    <a:lumOff val="35000"/>
                  </a:schemeClr>
                </a:solidFill>
              </a:rPr>
              <a:t>, and </a:t>
            </a:r>
            <a:r>
              <a:rPr lang="en-MY" sz="2000" b="1" dirty="0">
                <a:solidFill>
                  <a:schemeClr val="tx1">
                    <a:lumMod val="65000"/>
                    <a:lumOff val="35000"/>
                  </a:schemeClr>
                </a:solidFill>
              </a:rPr>
              <a:t>which would you do away with </a:t>
            </a:r>
            <a:r>
              <a:rPr lang="en-MY" sz="2000" dirty="0">
                <a:solidFill>
                  <a:schemeClr val="tx1">
                    <a:lumMod val="65000"/>
                    <a:lumOff val="35000"/>
                  </a:schemeClr>
                </a:solidFill>
              </a:rPr>
              <a:t>or </a:t>
            </a:r>
            <a:r>
              <a:rPr lang="en-MY" sz="2000" b="1" dirty="0">
                <a:solidFill>
                  <a:schemeClr val="tx1">
                    <a:lumMod val="65000"/>
                    <a:lumOff val="35000"/>
                  </a:schemeClr>
                </a:solidFill>
              </a:rPr>
              <a:t>redesign</a:t>
            </a:r>
            <a:r>
              <a:rPr lang="en-MY" sz="2000" dirty="0">
                <a:solidFill>
                  <a:schemeClr val="tx1">
                    <a:lumMod val="65000"/>
                    <a:lumOff val="35000"/>
                  </a:schemeClr>
                </a:solidFill>
              </a:rPr>
              <a:t>?</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Why?</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p:txBody>
      </p:sp>
    </p:spTree>
    <p:extLst>
      <p:ext uri="{BB962C8B-B14F-4D97-AF65-F5344CB8AC3E}">
        <p14:creationId xmlns:p14="http://schemas.microsoft.com/office/powerpoint/2010/main" val="18903846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1B14C-2E0C-28AE-7BC0-773D377093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3558C6A-54FE-6936-F1F6-A56969ED0D35}"/>
              </a:ext>
            </a:extLst>
          </p:cNvPr>
          <p:cNvSpPr txBox="1"/>
          <p:nvPr/>
        </p:nvSpPr>
        <p:spPr>
          <a:xfrm>
            <a:off x="1035884" y="501054"/>
            <a:ext cx="101090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HTA Supports Refinement</a:t>
            </a:r>
            <a:endParaRPr lang="en-US" sz="4400" b="1" dirty="0">
              <a:solidFill>
                <a:schemeClr val="tx1">
                  <a:lumMod val="75000"/>
                  <a:lumOff val="25000"/>
                </a:schemeClr>
              </a:solidFill>
              <a:latin typeface="+mj-lt"/>
            </a:endParaRPr>
          </a:p>
        </p:txBody>
      </p:sp>
      <p:sp>
        <p:nvSpPr>
          <p:cNvPr id="5" name="Slide Number Placeholder 1">
            <a:extLst>
              <a:ext uri="{FF2B5EF4-FFF2-40B4-BE49-F238E27FC236}">
                <a16:creationId xmlns:a16="http://schemas.microsoft.com/office/drawing/2014/main" id="{F5AEC9E8-9153-0E31-6C85-61DA01A2BFF3}"/>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43</a:t>
            </a:fld>
            <a:endParaRPr lang="en-MY" dirty="0"/>
          </a:p>
        </p:txBody>
      </p:sp>
      <p:pic>
        <p:nvPicPr>
          <p:cNvPr id="2" name="Google Shape;498;p60" descr="Screen Shot 2016-10-06 at 4.42.12 PM.png">
            <a:extLst>
              <a:ext uri="{FF2B5EF4-FFF2-40B4-BE49-F238E27FC236}">
                <a16:creationId xmlns:a16="http://schemas.microsoft.com/office/drawing/2014/main" id="{5CD4C730-EE65-9E4B-CB09-9E033A1E4DB4}"/>
              </a:ext>
            </a:extLst>
          </p:cNvPr>
          <p:cNvPicPr preferRelativeResize="0">
            <a:picLocks/>
          </p:cNvPicPr>
          <p:nvPr/>
        </p:nvPicPr>
        <p:blipFill rotWithShape="1">
          <a:blip r:embed="rId2">
            <a:alphaModFix/>
          </a:blip>
          <a:srcRect t="13445" b="13445"/>
          <a:stretch/>
        </p:blipFill>
        <p:spPr>
          <a:xfrm>
            <a:off x="2671355" y="1589158"/>
            <a:ext cx="8229600" cy="4525200"/>
          </a:xfrm>
          <a:prstGeom prst="rect">
            <a:avLst/>
          </a:prstGeom>
          <a:noFill/>
          <a:ln>
            <a:noFill/>
          </a:ln>
        </p:spPr>
      </p:pic>
    </p:spTree>
    <p:extLst>
      <p:ext uri="{BB962C8B-B14F-4D97-AF65-F5344CB8AC3E}">
        <p14:creationId xmlns:p14="http://schemas.microsoft.com/office/powerpoint/2010/main" val="9316777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9820F-BA68-7563-98E6-9BB1FAF8DA6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13EA57B-0E67-0232-7F9A-C9A398A01C29}"/>
              </a:ext>
            </a:extLst>
          </p:cNvPr>
          <p:cNvSpPr txBox="1"/>
          <p:nvPr/>
        </p:nvSpPr>
        <p:spPr>
          <a:xfrm>
            <a:off x="1035884" y="501054"/>
            <a:ext cx="10109064" cy="1384995"/>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HTA Example 4: </a:t>
            </a:r>
          </a:p>
          <a:p>
            <a:pPr algn="ctr"/>
            <a:r>
              <a:rPr lang="en-US" sz="4000" dirty="0">
                <a:solidFill>
                  <a:schemeClr val="tx1">
                    <a:lumMod val="75000"/>
                    <a:lumOff val="25000"/>
                  </a:schemeClr>
                </a:solidFill>
                <a:latin typeface="+mj-lt"/>
              </a:rPr>
              <a:t>making tea</a:t>
            </a:r>
            <a:endParaRPr lang="en-US" sz="4000" b="1" dirty="0">
              <a:solidFill>
                <a:schemeClr val="tx1">
                  <a:lumMod val="75000"/>
                  <a:lumOff val="25000"/>
                </a:schemeClr>
              </a:solidFill>
              <a:latin typeface="+mj-lt"/>
            </a:endParaRPr>
          </a:p>
        </p:txBody>
      </p:sp>
      <p:sp>
        <p:nvSpPr>
          <p:cNvPr id="5" name="Slide Number Placeholder 1">
            <a:extLst>
              <a:ext uri="{FF2B5EF4-FFF2-40B4-BE49-F238E27FC236}">
                <a16:creationId xmlns:a16="http://schemas.microsoft.com/office/drawing/2014/main" id="{65C64108-11E9-3F5C-2933-FC23E55F1211}"/>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44</a:t>
            </a:fld>
            <a:endParaRPr lang="en-MY" dirty="0"/>
          </a:p>
        </p:txBody>
      </p:sp>
      <p:pic>
        <p:nvPicPr>
          <p:cNvPr id="2" name="Google Shape;504;p61" descr="Screen Shot 2016-10-06 at 4.42.02 PM.png">
            <a:extLst>
              <a:ext uri="{FF2B5EF4-FFF2-40B4-BE49-F238E27FC236}">
                <a16:creationId xmlns:a16="http://schemas.microsoft.com/office/drawing/2014/main" id="{4577CE7F-FFDE-349C-53AB-0C211D185E4C}"/>
              </a:ext>
            </a:extLst>
          </p:cNvPr>
          <p:cNvPicPr preferRelativeResize="0">
            <a:picLocks/>
          </p:cNvPicPr>
          <p:nvPr/>
        </p:nvPicPr>
        <p:blipFill rotWithShape="1">
          <a:blip r:embed="rId2">
            <a:alphaModFix/>
          </a:blip>
          <a:srcRect l="-8747" t="12557" r="-8747"/>
          <a:stretch/>
        </p:blipFill>
        <p:spPr>
          <a:xfrm>
            <a:off x="1981200" y="2099779"/>
            <a:ext cx="8229600" cy="3957612"/>
          </a:xfrm>
          <a:prstGeom prst="rect">
            <a:avLst/>
          </a:prstGeom>
          <a:noFill/>
          <a:ln>
            <a:noFill/>
          </a:ln>
        </p:spPr>
      </p:pic>
    </p:spTree>
    <p:extLst>
      <p:ext uri="{BB962C8B-B14F-4D97-AF65-F5344CB8AC3E}">
        <p14:creationId xmlns:p14="http://schemas.microsoft.com/office/powerpoint/2010/main" val="30731608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395DA-4A59-B1F2-9C5E-F68135AD43D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DBD0E13-84C8-64B9-F2E9-DF83D2521075}"/>
              </a:ext>
            </a:extLst>
          </p:cNvPr>
          <p:cNvSpPr txBox="1"/>
          <p:nvPr/>
        </p:nvSpPr>
        <p:spPr>
          <a:xfrm>
            <a:off x="1035884" y="501054"/>
            <a:ext cx="10109064" cy="1384995"/>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HTA Example 4: </a:t>
            </a:r>
          </a:p>
          <a:p>
            <a:pPr algn="ctr"/>
            <a:r>
              <a:rPr lang="en-US" sz="4000" dirty="0">
                <a:solidFill>
                  <a:schemeClr val="tx1">
                    <a:lumMod val="75000"/>
                    <a:lumOff val="25000"/>
                  </a:schemeClr>
                </a:solidFill>
                <a:latin typeface="+mj-lt"/>
              </a:rPr>
              <a:t>… refined HTA for making tea</a:t>
            </a:r>
            <a:endParaRPr lang="en-US" sz="4000" b="1" dirty="0">
              <a:solidFill>
                <a:schemeClr val="tx1">
                  <a:lumMod val="75000"/>
                  <a:lumOff val="25000"/>
                </a:schemeClr>
              </a:solidFill>
              <a:latin typeface="+mj-lt"/>
            </a:endParaRPr>
          </a:p>
        </p:txBody>
      </p:sp>
      <p:sp>
        <p:nvSpPr>
          <p:cNvPr id="5" name="Slide Number Placeholder 1">
            <a:extLst>
              <a:ext uri="{FF2B5EF4-FFF2-40B4-BE49-F238E27FC236}">
                <a16:creationId xmlns:a16="http://schemas.microsoft.com/office/drawing/2014/main" id="{160A693A-C6F4-0D03-527C-E14D844D3A98}"/>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45</a:t>
            </a:fld>
            <a:endParaRPr lang="en-MY" dirty="0"/>
          </a:p>
        </p:txBody>
      </p:sp>
      <p:pic>
        <p:nvPicPr>
          <p:cNvPr id="3" name="Google Shape;509;p62" descr="Screen Shot 2016-10-06 at 4.42.21 PM.png">
            <a:extLst>
              <a:ext uri="{FF2B5EF4-FFF2-40B4-BE49-F238E27FC236}">
                <a16:creationId xmlns:a16="http://schemas.microsoft.com/office/drawing/2014/main" id="{5C28FD25-5501-CE06-4903-FA16EA41DF45}"/>
              </a:ext>
            </a:extLst>
          </p:cNvPr>
          <p:cNvPicPr preferRelativeResize="0">
            <a:picLocks/>
          </p:cNvPicPr>
          <p:nvPr/>
        </p:nvPicPr>
        <p:blipFill rotWithShape="1">
          <a:blip r:embed="rId2">
            <a:alphaModFix/>
          </a:blip>
          <a:srcRect l="-4486" t="7404" r="-4486"/>
          <a:stretch/>
        </p:blipFill>
        <p:spPr>
          <a:xfrm>
            <a:off x="2941983" y="1826415"/>
            <a:ext cx="7235685" cy="4546972"/>
          </a:xfrm>
          <a:prstGeom prst="rect">
            <a:avLst/>
          </a:prstGeom>
          <a:noFill/>
          <a:ln>
            <a:noFill/>
          </a:ln>
        </p:spPr>
      </p:pic>
    </p:spTree>
    <p:extLst>
      <p:ext uri="{BB962C8B-B14F-4D97-AF65-F5344CB8AC3E}">
        <p14:creationId xmlns:p14="http://schemas.microsoft.com/office/powerpoint/2010/main" val="25297137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E3C5E-12F2-64C2-A175-C2D1C045708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4AB7455-3690-5240-48D0-5AD2AD476B9F}"/>
              </a:ext>
            </a:extLst>
          </p:cNvPr>
          <p:cNvSpPr txBox="1"/>
          <p:nvPr/>
        </p:nvSpPr>
        <p:spPr>
          <a:xfrm>
            <a:off x="1035884" y="501054"/>
            <a:ext cx="10109064" cy="1384995"/>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HTA Example 4: </a:t>
            </a:r>
          </a:p>
          <a:p>
            <a:pPr algn="ctr"/>
            <a:r>
              <a:rPr lang="en-US" sz="4000" dirty="0">
                <a:solidFill>
                  <a:schemeClr val="tx1">
                    <a:lumMod val="75000"/>
                    <a:lumOff val="25000"/>
                  </a:schemeClr>
                </a:solidFill>
                <a:latin typeface="+mj-lt"/>
              </a:rPr>
              <a:t>… types of plan</a:t>
            </a:r>
            <a:endParaRPr lang="en-US" sz="4000" b="1" dirty="0">
              <a:solidFill>
                <a:schemeClr val="tx1">
                  <a:lumMod val="75000"/>
                  <a:lumOff val="25000"/>
                </a:schemeClr>
              </a:solidFill>
              <a:latin typeface="+mj-lt"/>
            </a:endParaRPr>
          </a:p>
        </p:txBody>
      </p:sp>
      <p:sp>
        <p:nvSpPr>
          <p:cNvPr id="5" name="Slide Number Placeholder 1">
            <a:extLst>
              <a:ext uri="{FF2B5EF4-FFF2-40B4-BE49-F238E27FC236}">
                <a16:creationId xmlns:a16="http://schemas.microsoft.com/office/drawing/2014/main" id="{5BDDCDE9-02A3-DC05-25EC-11038357CEA3}"/>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46</a:t>
            </a:fld>
            <a:endParaRPr lang="en-MY" dirty="0"/>
          </a:p>
        </p:txBody>
      </p:sp>
      <p:pic>
        <p:nvPicPr>
          <p:cNvPr id="2" name="Google Shape;514;p63" descr="Screen Shot 2016-10-06 at 4.42.30 PM.png">
            <a:extLst>
              <a:ext uri="{FF2B5EF4-FFF2-40B4-BE49-F238E27FC236}">
                <a16:creationId xmlns:a16="http://schemas.microsoft.com/office/drawing/2014/main" id="{A3BC91E1-7EF1-2C5A-7E56-7F584CA31D5B}"/>
              </a:ext>
            </a:extLst>
          </p:cNvPr>
          <p:cNvPicPr preferRelativeResize="0">
            <a:picLocks/>
          </p:cNvPicPr>
          <p:nvPr/>
        </p:nvPicPr>
        <p:blipFill rotWithShape="1">
          <a:blip r:embed="rId2">
            <a:alphaModFix/>
          </a:blip>
          <a:srcRect l="-5617" t="14497" r="-5617" b="9815"/>
          <a:stretch/>
        </p:blipFill>
        <p:spPr>
          <a:xfrm>
            <a:off x="2214155" y="2021429"/>
            <a:ext cx="8229600" cy="4276212"/>
          </a:xfrm>
          <a:prstGeom prst="rect">
            <a:avLst/>
          </a:prstGeom>
          <a:noFill/>
          <a:ln>
            <a:noFill/>
          </a:ln>
        </p:spPr>
      </p:pic>
    </p:spTree>
    <p:extLst>
      <p:ext uri="{BB962C8B-B14F-4D97-AF65-F5344CB8AC3E}">
        <p14:creationId xmlns:p14="http://schemas.microsoft.com/office/powerpoint/2010/main" val="28144250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5482A-B89F-B807-62BD-5E57997EE36B}"/>
            </a:ext>
          </a:extLst>
        </p:cNvPr>
        <p:cNvGrpSpPr/>
        <p:nvPr/>
      </p:nvGrpSpPr>
      <p:grpSpPr>
        <a:xfrm>
          <a:off x="0" y="0"/>
          <a:ext cx="0" cy="0"/>
          <a:chOff x="0" y="0"/>
          <a:chExt cx="0" cy="0"/>
        </a:xfrm>
      </p:grpSpPr>
      <p:pic>
        <p:nvPicPr>
          <p:cNvPr id="1026" name="Picture 2" descr="Creative Thinking icon SVG Vector &amp; PNG ...">
            <a:extLst>
              <a:ext uri="{FF2B5EF4-FFF2-40B4-BE49-F238E27FC236}">
                <a16:creationId xmlns:a16="http://schemas.microsoft.com/office/drawing/2014/main" id="{0AA496EF-CEDC-1251-8A10-A1F86FC88C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7866" y="159897"/>
            <a:ext cx="1666552" cy="179771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93AEA69B-2923-08BF-2DBB-F510F6257047}"/>
              </a:ext>
            </a:extLst>
          </p:cNvPr>
          <p:cNvSpPr txBox="1"/>
          <p:nvPr/>
        </p:nvSpPr>
        <p:spPr>
          <a:xfrm>
            <a:off x="1903524" y="408583"/>
            <a:ext cx="7999108" cy="769441"/>
          </a:xfrm>
          <a:prstGeom prst="rect">
            <a:avLst/>
          </a:prstGeom>
          <a:noFill/>
        </p:spPr>
        <p:txBody>
          <a:bodyPr wrap="square" rtlCol="0">
            <a:spAutoFit/>
          </a:bodyPr>
          <a:lstStyle/>
          <a:p>
            <a:pPr algn="ctr"/>
            <a:r>
              <a:rPr lang="en-US" sz="4400" b="1" dirty="0">
                <a:solidFill>
                  <a:schemeClr val="tx1">
                    <a:lumMod val="75000"/>
                    <a:lumOff val="25000"/>
                  </a:schemeClr>
                </a:solidFill>
                <a:latin typeface="+mj-lt"/>
              </a:rPr>
              <a:t>Activity</a:t>
            </a:r>
          </a:p>
        </p:txBody>
      </p:sp>
      <p:sp>
        <p:nvSpPr>
          <p:cNvPr id="24" name="Rectangle 23">
            <a:extLst>
              <a:ext uri="{FF2B5EF4-FFF2-40B4-BE49-F238E27FC236}">
                <a16:creationId xmlns:a16="http://schemas.microsoft.com/office/drawing/2014/main" id="{715EE004-69A4-5032-DA56-E52938DC7376}"/>
              </a:ext>
            </a:extLst>
          </p:cNvPr>
          <p:cNvSpPr/>
          <p:nvPr/>
        </p:nvSpPr>
        <p:spPr>
          <a:xfrm>
            <a:off x="848048" y="1317826"/>
            <a:ext cx="10110060" cy="5132174"/>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Jill creates a stack of new catalogues in a corner of her kitchen. When she is preparing dinner, she can flip through a catalogue to see what’s new or on sale or what strikes her interest. In the evening she may pick out five or six catalogues to look at while the family is watching TV. She may even take a few to bed, or to the bath.</a:t>
            </a:r>
          </a:p>
          <a:p>
            <a:pPr marL="342900" indent="-3429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Generally she simply browses through pictures, reading descriptions only when the pictures look interesting. When she finds something interesting she may dog-ear the page, draw a circle round it or mark the page with a sticky note. She keeps catalogues with marked pictures around until she wants to make a purchase.</a:t>
            </a:r>
          </a:p>
        </p:txBody>
      </p:sp>
      <p:sp>
        <p:nvSpPr>
          <p:cNvPr id="4" name="Slide Number Placeholder 1">
            <a:extLst>
              <a:ext uri="{FF2B5EF4-FFF2-40B4-BE49-F238E27FC236}">
                <a16:creationId xmlns:a16="http://schemas.microsoft.com/office/drawing/2014/main" id="{4FD3BE4B-7844-B2E4-546B-0BBCBC94851D}"/>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47</a:t>
            </a:fld>
            <a:endParaRPr lang="en-MY" dirty="0"/>
          </a:p>
        </p:txBody>
      </p:sp>
    </p:spTree>
    <p:extLst>
      <p:ext uri="{BB962C8B-B14F-4D97-AF65-F5344CB8AC3E}">
        <p14:creationId xmlns:p14="http://schemas.microsoft.com/office/powerpoint/2010/main" val="11470291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65"/>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buSzPts val="4400"/>
            </a:pPr>
            <a:r>
              <a:rPr lang="en-GB" dirty="0"/>
              <a:t>Sample Solution</a:t>
            </a:r>
            <a:endParaRPr dirty="0"/>
          </a:p>
        </p:txBody>
      </p:sp>
      <p:sp>
        <p:nvSpPr>
          <p:cNvPr id="526" name="Google Shape;526;p65"/>
          <p:cNvSpPr txBox="1">
            <a:spLocks noGrp="1"/>
          </p:cNvSpPr>
          <p:nvPr>
            <p:ph type="body" idx="1"/>
          </p:nvPr>
        </p:nvSpPr>
        <p:spPr>
          <a:xfrm>
            <a:off x="415999" y="1417638"/>
            <a:ext cx="7265628" cy="3135598"/>
          </a:xfrm>
          <a:prstGeom prst="rect">
            <a:avLst/>
          </a:prstGeom>
          <a:noFill/>
          <a:ln>
            <a:noFill/>
          </a:ln>
        </p:spPr>
        <p:txBody>
          <a:bodyPr spcFirstLastPara="1" vert="horz" wrap="square" lIns="91425" tIns="45700" rIns="91425" bIns="45700" rtlCol="0" anchor="t" anchorCtr="0">
            <a:normAutofit/>
          </a:bodyPr>
          <a:lstStyle/>
          <a:p>
            <a:pPr marL="322532" indent="-322532">
              <a:spcBef>
                <a:spcPts val="0"/>
              </a:spcBef>
              <a:buSzPts val="3200"/>
              <a:buNone/>
            </a:pPr>
            <a:r>
              <a:rPr lang="en-GB" dirty="0"/>
              <a:t>0.	Using catalogues</a:t>
            </a:r>
            <a:endParaRPr dirty="0"/>
          </a:p>
          <a:p>
            <a:pPr marL="322532" indent="-322532">
              <a:spcBef>
                <a:spcPts val="640"/>
              </a:spcBef>
              <a:buSzPts val="3200"/>
              <a:buNone/>
            </a:pPr>
            <a:r>
              <a:rPr lang="en-GB" dirty="0"/>
              <a:t>	1.	Browse items</a:t>
            </a:r>
            <a:endParaRPr dirty="0"/>
          </a:p>
          <a:p>
            <a:pPr marL="322532" indent="-322532">
              <a:spcBef>
                <a:spcPts val="640"/>
              </a:spcBef>
              <a:buSzPts val="3200"/>
              <a:buNone/>
            </a:pPr>
            <a:r>
              <a:rPr lang="en-GB" dirty="0"/>
              <a:t>	2.	Mark items</a:t>
            </a:r>
            <a:endParaRPr dirty="0"/>
          </a:p>
        </p:txBody>
      </p:sp>
      <p:sp>
        <p:nvSpPr>
          <p:cNvPr id="2" name="Google Shape;532;p66">
            <a:extLst>
              <a:ext uri="{FF2B5EF4-FFF2-40B4-BE49-F238E27FC236}">
                <a16:creationId xmlns:a16="http://schemas.microsoft.com/office/drawing/2014/main" id="{6961B3A9-D727-6F56-CA6C-83ACF3FA2222}"/>
              </a:ext>
            </a:extLst>
          </p:cNvPr>
          <p:cNvSpPr txBox="1">
            <a:spLocks/>
          </p:cNvSpPr>
          <p:nvPr/>
        </p:nvSpPr>
        <p:spPr>
          <a:xfrm>
            <a:off x="415999" y="2673451"/>
            <a:ext cx="6446284" cy="3135599"/>
          </a:xfrm>
          <a:prstGeom prst="rect">
            <a:avLst/>
          </a:prstGeom>
          <a:noFill/>
          <a:ln>
            <a:noFill/>
          </a:ln>
        </p:spPr>
        <p:txBody>
          <a:bodyPr spcFirstLastPara="1" vert="horz" wrap="square" lIns="91425" tIns="45700" rIns="91425" bIns="45700" rtlCol="0" anchor="t" anchorCtr="0">
            <a:normAutofit/>
          </a:bodyPr>
          <a:lstStyle>
            <a:lvl1pPr marL="457200" lvl="0"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lumMod val="85000"/>
                    <a:lumOff val="15000"/>
                  </a:schemeClr>
                </a:solidFill>
                <a:latin typeface="+mn-lt"/>
                <a:ea typeface="+mn-ea"/>
                <a:cs typeface="+mn-cs"/>
              </a:defRPr>
            </a:lvl1pPr>
            <a:lvl2pPr marL="914400" lvl="1"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371600" lvl="2"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828800" lvl="3"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286000" lvl="4"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pPr marL="322532" indent="-322532">
              <a:spcBef>
                <a:spcPts val="0"/>
              </a:spcBef>
              <a:buSzPct val="100000"/>
              <a:buFont typeface="Arial" panose="020B0604020202020204" pitchFamily="34" charset="0"/>
              <a:buNone/>
            </a:pPr>
            <a:r>
              <a:rPr lang="en-GB" dirty="0"/>
              <a:t>0.	Using catalogues</a:t>
            </a:r>
            <a:endParaRPr lang="en-GB" sz="1400" dirty="0"/>
          </a:p>
          <a:p>
            <a:pPr marL="322532" indent="-322532">
              <a:spcBef>
                <a:spcPts val="481"/>
              </a:spcBef>
              <a:buSzPct val="100000"/>
              <a:buFont typeface="Arial" panose="020B0604020202020204" pitchFamily="34" charset="0"/>
              <a:buNone/>
            </a:pPr>
            <a:r>
              <a:rPr lang="en-GB" dirty="0"/>
              <a:t>	1.	Browse items</a:t>
            </a:r>
            <a:endParaRPr lang="en-GB" sz="1400" dirty="0"/>
          </a:p>
          <a:p>
            <a:pPr marL="322532" indent="-322532">
              <a:spcBef>
                <a:spcPts val="481"/>
              </a:spcBef>
              <a:buSzPct val="100000"/>
              <a:buFont typeface="Arial" panose="020B0604020202020204" pitchFamily="34" charset="0"/>
              <a:buNone/>
            </a:pPr>
            <a:r>
              <a:rPr lang="en-GB" dirty="0"/>
              <a:t>		1.1.	Browse by what’s new</a:t>
            </a:r>
            <a:endParaRPr lang="en-GB" sz="1400" dirty="0"/>
          </a:p>
          <a:p>
            <a:pPr marL="322532" indent="-322532">
              <a:spcBef>
                <a:spcPts val="481"/>
              </a:spcBef>
              <a:buSzPct val="100000"/>
              <a:buFont typeface="Arial" panose="020B0604020202020204" pitchFamily="34" charset="0"/>
              <a:buNone/>
            </a:pPr>
            <a:r>
              <a:rPr lang="en-GB" dirty="0"/>
              <a:t>		1.2.	Browse by sales</a:t>
            </a:r>
            <a:endParaRPr lang="en-GB" sz="1400" dirty="0"/>
          </a:p>
          <a:p>
            <a:pPr marL="322532" indent="-322532">
              <a:spcBef>
                <a:spcPts val="481"/>
              </a:spcBef>
              <a:buSzPct val="100000"/>
              <a:buFont typeface="Arial" panose="020B0604020202020204" pitchFamily="34" charset="0"/>
              <a:buNone/>
            </a:pPr>
            <a:r>
              <a:rPr lang="en-GB" dirty="0"/>
              <a:t>		1.3.	Browse by items that interest</a:t>
            </a:r>
            <a:endParaRPr lang="en-GB" sz="1400" dirty="0"/>
          </a:p>
          <a:p>
            <a:pPr marL="322532" indent="-322532">
              <a:spcBef>
                <a:spcPts val="481"/>
              </a:spcBef>
              <a:buSzPct val="100000"/>
              <a:buFont typeface="Arial" panose="020B0604020202020204" pitchFamily="34" charset="0"/>
              <a:buNone/>
            </a:pPr>
            <a:r>
              <a:rPr lang="en-GB" dirty="0"/>
              <a:t>		1.4.	Browse by catalogues</a:t>
            </a:r>
            <a:endParaRPr lang="en-GB" sz="1400" dirty="0"/>
          </a:p>
          <a:p>
            <a:pPr marL="322532" indent="-322532">
              <a:spcBef>
                <a:spcPts val="481"/>
              </a:spcBef>
              <a:buSzPct val="100000"/>
              <a:buFont typeface="Arial" panose="020B0604020202020204" pitchFamily="34" charset="0"/>
              <a:buNone/>
            </a:pPr>
            <a:r>
              <a:rPr lang="en-GB" dirty="0"/>
              <a:t>			1.4.1.	Browse in kitchen</a:t>
            </a:r>
            <a:endParaRPr lang="en-GB" sz="1400" dirty="0"/>
          </a:p>
          <a:p>
            <a:pPr marL="322532" indent="-322532">
              <a:spcBef>
                <a:spcPts val="481"/>
              </a:spcBef>
              <a:buSzPct val="100000"/>
              <a:buFont typeface="Arial" panose="020B0604020202020204" pitchFamily="34" charset="0"/>
              <a:buNone/>
            </a:pPr>
            <a:r>
              <a:rPr lang="en-GB" dirty="0"/>
              <a:t>			1.4.2.	Browse while watching TV</a:t>
            </a:r>
            <a:endParaRPr lang="en-GB" sz="1400" dirty="0"/>
          </a:p>
          <a:p>
            <a:pPr marL="322532" indent="-322532">
              <a:spcBef>
                <a:spcPts val="481"/>
              </a:spcBef>
              <a:buSzPct val="100000"/>
              <a:buFont typeface="Arial" panose="020B0604020202020204" pitchFamily="34" charset="0"/>
              <a:buNone/>
            </a:pPr>
            <a:r>
              <a:rPr lang="en-GB" dirty="0"/>
              <a:t>			1.4.3.	Browse in bed</a:t>
            </a:r>
            <a:endParaRPr lang="en-GB" sz="1400" dirty="0"/>
          </a:p>
          <a:p>
            <a:pPr marL="322532" indent="-322532">
              <a:spcBef>
                <a:spcPts val="481"/>
              </a:spcBef>
              <a:buSzPct val="100000"/>
              <a:buFont typeface="Arial" panose="020B0604020202020204" pitchFamily="34" charset="0"/>
              <a:buNone/>
            </a:pPr>
            <a:r>
              <a:rPr lang="en-GB" dirty="0"/>
              <a:t>	2.	Mark items</a:t>
            </a:r>
            <a:endParaRPr lang="en-GB" sz="1400" dirty="0"/>
          </a:p>
        </p:txBody>
      </p:sp>
      <p:sp>
        <p:nvSpPr>
          <p:cNvPr id="3" name="Google Shape;538;p67">
            <a:extLst>
              <a:ext uri="{FF2B5EF4-FFF2-40B4-BE49-F238E27FC236}">
                <a16:creationId xmlns:a16="http://schemas.microsoft.com/office/drawing/2014/main" id="{AD39481E-EA37-0C41-54D0-2B82967ABB6B}"/>
              </a:ext>
            </a:extLst>
          </p:cNvPr>
          <p:cNvSpPr txBox="1">
            <a:spLocks/>
          </p:cNvSpPr>
          <p:nvPr/>
        </p:nvSpPr>
        <p:spPr>
          <a:xfrm>
            <a:off x="6470374" y="1443798"/>
            <a:ext cx="4951679" cy="2518258"/>
          </a:xfrm>
          <a:prstGeom prst="rect">
            <a:avLst/>
          </a:prstGeom>
          <a:noFill/>
          <a:ln>
            <a:noFill/>
          </a:ln>
        </p:spPr>
        <p:txBody>
          <a:bodyPr spcFirstLastPara="1" vert="horz" wrap="square" lIns="91425" tIns="45700" rIns="91425" bIns="45700" rtlCol="0" anchor="t" anchorCtr="0">
            <a:normAutofit/>
          </a:bodyPr>
          <a:lstStyle>
            <a:lvl1pPr marL="457200" lvl="0"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lumMod val="85000"/>
                    <a:lumOff val="15000"/>
                  </a:schemeClr>
                </a:solidFill>
                <a:latin typeface="+mn-lt"/>
                <a:ea typeface="+mn-ea"/>
                <a:cs typeface="+mn-cs"/>
              </a:defRPr>
            </a:lvl1pPr>
            <a:lvl2pPr marL="914400" lvl="1"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371600" lvl="2"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828800" lvl="3"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286000" lvl="4"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pPr marL="322532" indent="-322532">
              <a:spcBef>
                <a:spcPts val="0"/>
              </a:spcBef>
              <a:buSzPts val="3200"/>
              <a:buFont typeface="Arial" panose="020B0604020202020204" pitchFamily="34" charset="0"/>
              <a:buNone/>
            </a:pPr>
            <a:r>
              <a:rPr lang="en-GB" dirty="0"/>
              <a:t>0.	Using catalogues</a:t>
            </a:r>
          </a:p>
          <a:p>
            <a:pPr marL="322532" indent="-322532">
              <a:spcBef>
                <a:spcPts val="640"/>
              </a:spcBef>
              <a:buSzPts val="3200"/>
              <a:buFont typeface="Arial" panose="020B0604020202020204" pitchFamily="34" charset="0"/>
              <a:buNone/>
            </a:pPr>
            <a:r>
              <a:rPr lang="en-GB" dirty="0"/>
              <a:t>	1.	Browse items</a:t>
            </a:r>
          </a:p>
          <a:p>
            <a:pPr marL="322532" indent="-322532">
              <a:spcBef>
                <a:spcPts val="640"/>
              </a:spcBef>
              <a:buSzPts val="3200"/>
              <a:buFont typeface="Arial" panose="020B0604020202020204" pitchFamily="34" charset="0"/>
              <a:buNone/>
            </a:pPr>
            <a:r>
              <a:rPr lang="en-GB" dirty="0"/>
              <a:t>	2.	Mark items</a:t>
            </a:r>
          </a:p>
          <a:p>
            <a:pPr marL="322532" indent="-322532">
              <a:spcBef>
                <a:spcPts val="640"/>
              </a:spcBef>
              <a:buSzPts val="3200"/>
              <a:buFont typeface="Arial" panose="020B0604020202020204" pitchFamily="34" charset="0"/>
              <a:buNone/>
            </a:pPr>
            <a:r>
              <a:rPr lang="en-GB" dirty="0"/>
              <a:t>		2.1.	Circle item</a:t>
            </a:r>
          </a:p>
          <a:p>
            <a:pPr marL="322532" indent="-322532">
              <a:spcBef>
                <a:spcPts val="640"/>
              </a:spcBef>
              <a:buSzPts val="3200"/>
              <a:buFont typeface="Arial" panose="020B0604020202020204" pitchFamily="34" charset="0"/>
              <a:buNone/>
            </a:pPr>
            <a:r>
              <a:rPr lang="en-GB" dirty="0"/>
              <a:t>		2.2.	Mark page</a:t>
            </a:r>
          </a:p>
          <a:p>
            <a:pPr marL="322532" indent="-322532">
              <a:spcBef>
                <a:spcPts val="395"/>
              </a:spcBef>
              <a:buSzPts val="1975"/>
              <a:buFont typeface="Arial" panose="020B0604020202020204" pitchFamily="34" charset="0"/>
              <a:buNone/>
            </a:pPr>
            <a:r>
              <a:rPr lang="en-GB" sz="2000" dirty="0"/>
              <a:t>			</a:t>
            </a:r>
            <a:r>
              <a:rPr lang="en-GB" dirty="0"/>
              <a:t>2.2.1.	Dog-ear page</a:t>
            </a:r>
            <a:endParaRPr lang="en-GB" sz="1600" dirty="0"/>
          </a:p>
          <a:p>
            <a:pPr marL="322532" indent="-322532">
              <a:spcBef>
                <a:spcPts val="395"/>
              </a:spcBef>
              <a:buSzPts val="1975"/>
              <a:buFont typeface="Arial" panose="020B0604020202020204" pitchFamily="34" charset="0"/>
              <a:buNone/>
            </a:pPr>
            <a:r>
              <a:rPr lang="en-GB" dirty="0"/>
              <a:t>			2.2.2.	Sticky on page</a:t>
            </a:r>
          </a:p>
        </p:txBody>
      </p:sp>
      <p:sp>
        <p:nvSpPr>
          <p:cNvPr id="4" name="Google Shape;544;p68">
            <a:extLst>
              <a:ext uri="{FF2B5EF4-FFF2-40B4-BE49-F238E27FC236}">
                <a16:creationId xmlns:a16="http://schemas.microsoft.com/office/drawing/2014/main" id="{A1EAB4F4-F8D7-533D-E0C1-A1314E3072D8}"/>
              </a:ext>
            </a:extLst>
          </p:cNvPr>
          <p:cNvSpPr txBox="1">
            <a:spLocks/>
          </p:cNvSpPr>
          <p:nvPr/>
        </p:nvSpPr>
        <p:spPr>
          <a:xfrm>
            <a:off x="6862283" y="4148316"/>
            <a:ext cx="4099761" cy="1954311"/>
          </a:xfrm>
          <a:prstGeom prst="rect">
            <a:avLst/>
          </a:prstGeom>
          <a:noFill/>
          <a:ln>
            <a:noFill/>
          </a:ln>
        </p:spPr>
        <p:txBody>
          <a:bodyPr spcFirstLastPara="1" vert="horz" wrap="square" lIns="91425" tIns="45700" rIns="91425" bIns="45700" rtlCol="0" anchor="t" anchorCtr="0">
            <a:normAutofit/>
          </a:bodyPr>
          <a:lstStyle>
            <a:lvl1pPr marL="457200" lvl="0"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lumMod val="85000"/>
                    <a:lumOff val="15000"/>
                  </a:schemeClr>
                </a:solidFill>
                <a:latin typeface="+mn-lt"/>
                <a:ea typeface="+mn-ea"/>
                <a:cs typeface="+mn-cs"/>
              </a:defRPr>
            </a:lvl1pPr>
            <a:lvl2pPr marL="914400" lvl="1"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371600" lvl="2"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828800" lvl="3"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286000" lvl="4"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pPr marL="322532" indent="-322532">
              <a:spcBef>
                <a:spcPts val="0"/>
              </a:spcBef>
              <a:buSzPts val="3200"/>
            </a:pPr>
            <a:r>
              <a:rPr lang="en-GB" dirty="0"/>
              <a:t>The source doesn’t say much about how the tasks are done, but…</a:t>
            </a:r>
          </a:p>
          <a:p>
            <a:pPr marL="322532" indent="-322532">
              <a:spcBef>
                <a:spcPts val="640"/>
              </a:spcBef>
              <a:buSzPts val="3200"/>
              <a:buFont typeface="Arial" panose="020B0604020202020204" pitchFamily="34" charset="0"/>
              <a:buNone/>
            </a:pPr>
            <a:r>
              <a:rPr lang="en-GB" dirty="0"/>
              <a:t>	Plan 0: do 1 then 2 if item found</a:t>
            </a:r>
          </a:p>
          <a:p>
            <a:pPr marL="322532" indent="-322532">
              <a:spcBef>
                <a:spcPts val="640"/>
              </a:spcBef>
              <a:buSzPts val="3200"/>
              <a:buFont typeface="Arial" panose="020B0604020202020204" pitchFamily="34" charset="0"/>
              <a:buNone/>
            </a:pPr>
            <a:r>
              <a:rPr lang="en-GB" dirty="0"/>
              <a:t>	Plan 1: do 1.1 or 1.2 or 1.3 or 1.4</a:t>
            </a:r>
          </a:p>
          <a:p>
            <a:pPr marL="322532" indent="-322532">
              <a:spcBef>
                <a:spcPts val="640"/>
              </a:spcBef>
              <a:buSzPts val="3200"/>
              <a:buFont typeface="Arial" panose="020B0604020202020204" pitchFamily="34" charset="0"/>
              <a:buNone/>
            </a:pPr>
            <a:r>
              <a:rPr lang="en-GB" dirty="0"/>
              <a:t>	Plan 2: do 2.1 or 2.2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C8EE6-73D1-8774-5D23-F755ACDF083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4B6EFE1-C56E-C401-3642-C59971AF1296}"/>
              </a:ext>
            </a:extLst>
          </p:cNvPr>
          <p:cNvSpPr txBox="1"/>
          <p:nvPr/>
        </p:nvSpPr>
        <p:spPr>
          <a:xfrm>
            <a:off x="1035884" y="501054"/>
            <a:ext cx="101090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Reflecting the Activity</a:t>
            </a:r>
            <a:endParaRPr lang="en-US" sz="4400" b="1" dirty="0">
              <a:solidFill>
                <a:schemeClr val="tx1">
                  <a:lumMod val="75000"/>
                  <a:lumOff val="25000"/>
                </a:schemeClr>
              </a:solidFill>
              <a:latin typeface="+mj-lt"/>
            </a:endParaRPr>
          </a:p>
        </p:txBody>
      </p:sp>
      <p:sp>
        <p:nvSpPr>
          <p:cNvPr id="5" name="Slide Number Placeholder 1">
            <a:extLst>
              <a:ext uri="{FF2B5EF4-FFF2-40B4-BE49-F238E27FC236}">
                <a16:creationId xmlns:a16="http://schemas.microsoft.com/office/drawing/2014/main" id="{BEC363BC-D61E-1898-C6C0-FB5BB09589A7}"/>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49</a:t>
            </a:fld>
            <a:endParaRPr lang="en-MY" dirty="0"/>
          </a:p>
        </p:txBody>
      </p:sp>
      <p:sp>
        <p:nvSpPr>
          <p:cNvPr id="3" name="TextBox 2">
            <a:extLst>
              <a:ext uri="{FF2B5EF4-FFF2-40B4-BE49-F238E27FC236}">
                <a16:creationId xmlns:a16="http://schemas.microsoft.com/office/drawing/2014/main" id="{0876258B-47E2-CE1E-E925-7C469207EE65}"/>
              </a:ext>
            </a:extLst>
          </p:cNvPr>
          <p:cNvSpPr txBox="1"/>
          <p:nvPr/>
        </p:nvSpPr>
        <p:spPr>
          <a:xfrm>
            <a:off x="1267344" y="1786242"/>
            <a:ext cx="9877604" cy="328551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What does this tell us?</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Need flexible system</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Need portable system</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Need system that allows lots of different browsing criteria</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Possibly need to improve system for marking selected items</a:t>
            </a:r>
          </a:p>
          <a:p>
            <a:pPr marL="800100" lvl="1"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These are passed as </a:t>
            </a:r>
            <a:r>
              <a:rPr lang="en-MY" sz="2000" b="1" dirty="0">
                <a:solidFill>
                  <a:schemeClr val="tx1">
                    <a:lumMod val="65000"/>
                    <a:lumOff val="35000"/>
                  </a:schemeClr>
                </a:solidFill>
              </a:rPr>
              <a:t>requirements</a:t>
            </a:r>
            <a:r>
              <a:rPr lang="en-MY" sz="2000" dirty="0">
                <a:solidFill>
                  <a:schemeClr val="tx1">
                    <a:lumMod val="65000"/>
                    <a:lumOff val="35000"/>
                  </a:schemeClr>
                </a:solidFill>
              </a:rPr>
              <a:t> to the design cycle</a:t>
            </a:r>
          </a:p>
        </p:txBody>
      </p:sp>
    </p:spTree>
    <p:extLst>
      <p:ext uri="{BB962C8B-B14F-4D97-AF65-F5344CB8AC3E}">
        <p14:creationId xmlns:p14="http://schemas.microsoft.com/office/powerpoint/2010/main" val="7061563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FC92D-7A3E-8BA3-5B41-9E682C83295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352D37D-0C63-6D9E-5F77-D5168917D4A3}"/>
              </a:ext>
            </a:extLst>
          </p:cNvPr>
          <p:cNvSpPr txBox="1"/>
          <p:nvPr/>
        </p:nvSpPr>
        <p:spPr>
          <a:xfrm>
            <a:off x="7255564" y="1782972"/>
            <a:ext cx="4404545" cy="1754326"/>
          </a:xfrm>
          <a:prstGeom prst="rect">
            <a:avLst/>
          </a:prstGeom>
          <a:noFill/>
        </p:spPr>
        <p:txBody>
          <a:bodyPr wrap="square" rtlCol="0">
            <a:spAutoFit/>
          </a:bodyPr>
          <a:lstStyle/>
          <a:p>
            <a:pPr algn="ctr"/>
            <a:r>
              <a:rPr lang="en-US" sz="5400" b="1" kern="0" dirty="0">
                <a:solidFill>
                  <a:schemeClr val="tx1">
                    <a:lumMod val="85000"/>
                    <a:lumOff val="15000"/>
                  </a:schemeClr>
                </a:solidFill>
                <a:latin typeface="+mj-lt"/>
              </a:rPr>
              <a:t>WRITING</a:t>
            </a:r>
          </a:p>
          <a:p>
            <a:pPr algn="ctr"/>
            <a:r>
              <a:rPr lang="en-US" sz="5400" b="1" kern="0" dirty="0">
                <a:solidFill>
                  <a:srgbClr val="C04C4C"/>
                </a:solidFill>
                <a:latin typeface="+mj-lt"/>
              </a:rPr>
              <a:t>A SCENARIO</a:t>
            </a:r>
          </a:p>
        </p:txBody>
      </p:sp>
      <p:sp>
        <p:nvSpPr>
          <p:cNvPr id="2" name="Slide Number Placeholder 1">
            <a:extLst>
              <a:ext uri="{FF2B5EF4-FFF2-40B4-BE49-F238E27FC236}">
                <a16:creationId xmlns:a16="http://schemas.microsoft.com/office/drawing/2014/main" id="{7E6C5379-9667-ADA9-8FEC-E07788FDD460}"/>
              </a:ext>
            </a:extLst>
          </p:cNvPr>
          <p:cNvSpPr>
            <a:spLocks noGrp="1"/>
          </p:cNvSpPr>
          <p:nvPr>
            <p:ph type="sldNum" sz="quarter" idx="11"/>
          </p:nvPr>
        </p:nvSpPr>
        <p:spPr/>
        <p:txBody>
          <a:bodyPr/>
          <a:lstStyle/>
          <a:p>
            <a:fld id="{7737D3DD-0AB3-4F16-99FA-6262B2B4036D}" type="slidenum">
              <a:rPr lang="en-MY" smtClean="0"/>
              <a:t>50</a:t>
            </a:fld>
            <a:endParaRPr lang="en-MY"/>
          </a:p>
        </p:txBody>
      </p:sp>
    </p:spTree>
    <p:extLst>
      <p:ext uri="{BB962C8B-B14F-4D97-AF65-F5344CB8AC3E}">
        <p14:creationId xmlns:p14="http://schemas.microsoft.com/office/powerpoint/2010/main" val="14272992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AF6E1-1D36-507F-9237-D7425742D1E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43356EC-BB37-049D-9164-0E3B3A69C550}"/>
              </a:ext>
            </a:extLst>
          </p:cNvPr>
          <p:cNvSpPr txBox="1"/>
          <p:nvPr/>
        </p:nvSpPr>
        <p:spPr>
          <a:xfrm>
            <a:off x="1035884" y="501054"/>
            <a:ext cx="101090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What is a Scenario?</a:t>
            </a:r>
            <a:endParaRPr lang="en-US" sz="4400" b="1" dirty="0">
              <a:solidFill>
                <a:schemeClr val="tx1">
                  <a:lumMod val="75000"/>
                  <a:lumOff val="25000"/>
                </a:schemeClr>
              </a:solidFill>
              <a:latin typeface="+mj-lt"/>
            </a:endParaRPr>
          </a:p>
        </p:txBody>
      </p:sp>
      <p:sp>
        <p:nvSpPr>
          <p:cNvPr id="5" name="Slide Number Placeholder 1">
            <a:extLst>
              <a:ext uri="{FF2B5EF4-FFF2-40B4-BE49-F238E27FC236}">
                <a16:creationId xmlns:a16="http://schemas.microsoft.com/office/drawing/2014/main" id="{F31B801C-3B9B-0E51-F6C7-8952C9785AAD}"/>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51</a:t>
            </a:fld>
            <a:endParaRPr lang="en-MY" dirty="0"/>
          </a:p>
        </p:txBody>
      </p:sp>
      <p:sp>
        <p:nvSpPr>
          <p:cNvPr id="3" name="TextBox 2">
            <a:extLst>
              <a:ext uri="{FF2B5EF4-FFF2-40B4-BE49-F238E27FC236}">
                <a16:creationId xmlns:a16="http://schemas.microsoft.com/office/drawing/2014/main" id="{6349DB0A-E65E-33A0-959B-747C74CED517}"/>
              </a:ext>
            </a:extLst>
          </p:cNvPr>
          <p:cNvSpPr txBox="1"/>
          <p:nvPr/>
        </p:nvSpPr>
        <p:spPr>
          <a:xfrm>
            <a:off x="1267344" y="1527825"/>
            <a:ext cx="9877604" cy="4208844"/>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A narrative description that </a:t>
            </a:r>
            <a:r>
              <a:rPr lang="en-MY" sz="2000" b="1" dirty="0">
                <a:solidFill>
                  <a:schemeClr val="tx1">
                    <a:lumMod val="65000"/>
                    <a:lumOff val="35000"/>
                  </a:schemeClr>
                </a:solidFill>
              </a:rPr>
              <a:t>describes how a user is intending to use </a:t>
            </a:r>
            <a:r>
              <a:rPr lang="en-MY" sz="2000" dirty="0">
                <a:solidFill>
                  <a:schemeClr val="tx1">
                    <a:lumMod val="65000"/>
                    <a:lumOff val="35000"/>
                  </a:schemeClr>
                </a:solidFill>
              </a:rPr>
              <a:t>a system</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Goal or Task-based</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Can include textual descriptions, illustrated stories, animations or even videos</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Presents the user's point of view</a:t>
            </a:r>
          </a:p>
        </p:txBody>
      </p:sp>
    </p:spTree>
    <p:extLst>
      <p:ext uri="{BB962C8B-B14F-4D97-AF65-F5344CB8AC3E}">
        <p14:creationId xmlns:p14="http://schemas.microsoft.com/office/powerpoint/2010/main" val="3431493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F1E14-8CDE-2053-9CBD-1AC9BF6FDE3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5404837-B326-1FB5-F5FB-DB7A81F44E99}"/>
              </a:ext>
            </a:extLst>
          </p:cNvPr>
          <p:cNvSpPr txBox="1"/>
          <p:nvPr/>
        </p:nvSpPr>
        <p:spPr>
          <a:xfrm>
            <a:off x="1035884" y="501054"/>
            <a:ext cx="101090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Benefits</a:t>
            </a:r>
            <a:endParaRPr lang="en-US" sz="4400" b="1" dirty="0">
              <a:solidFill>
                <a:schemeClr val="tx1">
                  <a:lumMod val="75000"/>
                  <a:lumOff val="25000"/>
                </a:schemeClr>
              </a:solidFill>
              <a:latin typeface="+mj-lt"/>
            </a:endParaRPr>
          </a:p>
        </p:txBody>
      </p:sp>
      <p:sp>
        <p:nvSpPr>
          <p:cNvPr id="5" name="Slide Number Placeholder 1">
            <a:extLst>
              <a:ext uri="{FF2B5EF4-FFF2-40B4-BE49-F238E27FC236}">
                <a16:creationId xmlns:a16="http://schemas.microsoft.com/office/drawing/2014/main" id="{3B7FA090-7E93-F9A4-F29C-753F294576F5}"/>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52</a:t>
            </a:fld>
            <a:endParaRPr lang="en-MY" dirty="0"/>
          </a:p>
        </p:txBody>
      </p:sp>
      <p:sp>
        <p:nvSpPr>
          <p:cNvPr id="3" name="TextBox 2">
            <a:extLst>
              <a:ext uri="{FF2B5EF4-FFF2-40B4-BE49-F238E27FC236}">
                <a16:creationId xmlns:a16="http://schemas.microsoft.com/office/drawing/2014/main" id="{D6A19857-8EAB-C265-6A04-BC8A65FDA58A}"/>
              </a:ext>
            </a:extLst>
          </p:cNvPr>
          <p:cNvSpPr txBox="1"/>
          <p:nvPr/>
        </p:nvSpPr>
        <p:spPr>
          <a:xfrm>
            <a:off x="1267344" y="1786242"/>
            <a:ext cx="9877604" cy="328551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Highlights an application within the work context</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Powerful communication tool</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Useful for testing of early prototypes</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Helps users understand the design</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Provides a contextual basis for testing</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Scenarios test the integrity of requirements and processes</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Gives an idea of current and future needs </a:t>
            </a:r>
          </a:p>
        </p:txBody>
      </p:sp>
    </p:spTree>
    <p:extLst>
      <p:ext uri="{BB962C8B-B14F-4D97-AF65-F5344CB8AC3E}">
        <p14:creationId xmlns:p14="http://schemas.microsoft.com/office/powerpoint/2010/main" val="35352291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50" name="Google Shape;250;p22"/>
          <p:cNvSpPr/>
          <p:nvPr/>
        </p:nvSpPr>
        <p:spPr>
          <a:xfrm>
            <a:off x="4559995" y="1517428"/>
            <a:ext cx="2736850" cy="504825"/>
          </a:xfrm>
          <a:prstGeom prst="roundRect">
            <a:avLst>
              <a:gd name="adj" fmla="val 16667"/>
            </a:avLst>
          </a:prstGeom>
          <a:solidFill>
            <a:srgbClr val="00B0F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342900" indent="-342900" algn="ctr"/>
            <a:r>
              <a:rPr lang="en-GB" sz="2000">
                <a:solidFill>
                  <a:schemeClr val="lt1"/>
                </a:solidFill>
                <a:latin typeface="Calibri"/>
                <a:ea typeface="Calibri"/>
                <a:cs typeface="Calibri"/>
                <a:sym typeface="Calibri"/>
              </a:rPr>
              <a:t>Problem Scenarios</a:t>
            </a:r>
            <a:endParaRPr sz="2000">
              <a:solidFill>
                <a:schemeClr val="lt1"/>
              </a:solidFill>
              <a:latin typeface="Calibri"/>
              <a:ea typeface="Calibri"/>
              <a:cs typeface="Calibri"/>
              <a:sym typeface="Calibri"/>
            </a:endParaRPr>
          </a:p>
        </p:txBody>
      </p:sp>
      <p:sp>
        <p:nvSpPr>
          <p:cNvPr id="251" name="Google Shape;251;p22"/>
          <p:cNvSpPr/>
          <p:nvPr/>
        </p:nvSpPr>
        <p:spPr>
          <a:xfrm>
            <a:off x="4056758" y="2977928"/>
            <a:ext cx="3744912" cy="1800225"/>
          </a:xfrm>
          <a:prstGeom prst="roundRect">
            <a:avLst>
              <a:gd name="adj" fmla="val 16667"/>
            </a:avLst>
          </a:prstGeom>
          <a:solidFill>
            <a:srgbClr val="00B0F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342900" indent="-342900" algn="ctr"/>
            <a:r>
              <a:rPr lang="en-GB" sz="2000">
                <a:solidFill>
                  <a:schemeClr val="lt1"/>
                </a:solidFill>
                <a:latin typeface="Calibri"/>
                <a:ea typeface="Calibri"/>
                <a:cs typeface="Calibri"/>
                <a:sym typeface="Calibri"/>
              </a:rPr>
              <a:t>Activity Scenarios</a:t>
            </a:r>
            <a:endParaRPr/>
          </a:p>
          <a:p>
            <a:pPr marL="342900" indent="-342900" algn="ctr"/>
            <a:endParaRPr sz="800">
              <a:solidFill>
                <a:schemeClr val="lt1"/>
              </a:solidFill>
              <a:latin typeface="Calibri"/>
              <a:ea typeface="Calibri"/>
              <a:cs typeface="Calibri"/>
              <a:sym typeface="Calibri"/>
            </a:endParaRPr>
          </a:p>
          <a:p>
            <a:pPr marL="342900" indent="-342900" algn="ctr"/>
            <a:r>
              <a:rPr lang="en-GB" sz="2000">
                <a:solidFill>
                  <a:schemeClr val="lt1"/>
                </a:solidFill>
                <a:latin typeface="Calibri"/>
                <a:ea typeface="Calibri"/>
                <a:cs typeface="Calibri"/>
                <a:sym typeface="Calibri"/>
              </a:rPr>
              <a:t>Information Design Scenarios</a:t>
            </a:r>
            <a:endParaRPr/>
          </a:p>
          <a:p>
            <a:pPr marL="342900" indent="-342900" algn="ctr"/>
            <a:endParaRPr sz="800">
              <a:solidFill>
                <a:schemeClr val="lt1"/>
              </a:solidFill>
              <a:latin typeface="Calibri"/>
              <a:ea typeface="Calibri"/>
              <a:cs typeface="Calibri"/>
              <a:sym typeface="Calibri"/>
            </a:endParaRPr>
          </a:p>
          <a:p>
            <a:pPr marL="342900" indent="-342900" algn="ctr"/>
            <a:r>
              <a:rPr lang="en-GB" sz="2000">
                <a:solidFill>
                  <a:schemeClr val="lt1"/>
                </a:solidFill>
                <a:latin typeface="Calibri"/>
                <a:ea typeface="Calibri"/>
                <a:cs typeface="Calibri"/>
                <a:sym typeface="Calibri"/>
              </a:rPr>
              <a:t>Interaction Design Scenarios</a:t>
            </a:r>
            <a:endParaRPr sz="2000">
              <a:solidFill>
                <a:schemeClr val="lt1"/>
              </a:solidFill>
              <a:latin typeface="Calibri"/>
              <a:ea typeface="Calibri"/>
              <a:cs typeface="Calibri"/>
              <a:sym typeface="Calibri"/>
            </a:endParaRPr>
          </a:p>
        </p:txBody>
      </p:sp>
      <p:sp>
        <p:nvSpPr>
          <p:cNvPr id="252" name="Google Shape;252;p22"/>
          <p:cNvSpPr/>
          <p:nvPr/>
        </p:nvSpPr>
        <p:spPr>
          <a:xfrm>
            <a:off x="4559995" y="5786216"/>
            <a:ext cx="2736850" cy="503237"/>
          </a:xfrm>
          <a:prstGeom prst="roundRect">
            <a:avLst>
              <a:gd name="adj" fmla="val 16667"/>
            </a:avLst>
          </a:prstGeom>
          <a:solidFill>
            <a:srgbClr val="00B0F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342900" indent="-342900" algn="ctr"/>
            <a:r>
              <a:rPr lang="en-GB" sz="2000">
                <a:solidFill>
                  <a:schemeClr val="lt1"/>
                </a:solidFill>
                <a:latin typeface="Calibri"/>
                <a:ea typeface="Calibri"/>
                <a:cs typeface="Calibri"/>
                <a:sym typeface="Calibri"/>
              </a:rPr>
              <a:t>Usability Specifications</a:t>
            </a:r>
            <a:endParaRPr sz="2000">
              <a:solidFill>
                <a:schemeClr val="lt1"/>
              </a:solidFill>
              <a:latin typeface="Calibri"/>
              <a:ea typeface="Calibri"/>
              <a:cs typeface="Calibri"/>
              <a:sym typeface="Calibri"/>
            </a:endParaRPr>
          </a:p>
        </p:txBody>
      </p:sp>
      <p:sp>
        <p:nvSpPr>
          <p:cNvPr id="253" name="Google Shape;253;p22"/>
          <p:cNvSpPr txBox="1"/>
          <p:nvPr/>
        </p:nvSpPr>
        <p:spPr>
          <a:xfrm>
            <a:off x="4559995" y="5389341"/>
            <a:ext cx="2736850" cy="396875"/>
          </a:xfrm>
          <a:prstGeom prst="rect">
            <a:avLst/>
          </a:prstGeom>
          <a:noFill/>
          <a:ln>
            <a:noFill/>
          </a:ln>
        </p:spPr>
        <p:txBody>
          <a:bodyPr spcFirstLastPara="1" wrap="square" lIns="91425" tIns="45700" rIns="91425" bIns="45700" anchor="t" anchorCtr="0">
            <a:spAutoFit/>
          </a:bodyPr>
          <a:lstStyle/>
          <a:p>
            <a:pPr marL="342900" indent="-342900" algn="ctr"/>
            <a:r>
              <a:rPr lang="en-GB" sz="2000" b="1">
                <a:solidFill>
                  <a:schemeClr val="dk1"/>
                </a:solidFill>
                <a:latin typeface="Calibri"/>
                <a:ea typeface="Calibri"/>
                <a:cs typeface="Calibri"/>
                <a:sym typeface="Calibri"/>
              </a:rPr>
              <a:t>Prototype &amp; Evaluation</a:t>
            </a:r>
            <a:endParaRPr sz="2000" b="1">
              <a:solidFill>
                <a:schemeClr val="dk1"/>
              </a:solidFill>
              <a:latin typeface="Calibri"/>
              <a:ea typeface="Calibri"/>
              <a:cs typeface="Calibri"/>
              <a:sym typeface="Calibri"/>
            </a:endParaRPr>
          </a:p>
        </p:txBody>
      </p:sp>
      <p:sp>
        <p:nvSpPr>
          <p:cNvPr id="254" name="Google Shape;254;p22"/>
          <p:cNvSpPr txBox="1"/>
          <p:nvPr/>
        </p:nvSpPr>
        <p:spPr>
          <a:xfrm>
            <a:off x="4559995" y="1124745"/>
            <a:ext cx="2736850" cy="396875"/>
          </a:xfrm>
          <a:prstGeom prst="rect">
            <a:avLst/>
          </a:prstGeom>
          <a:noFill/>
          <a:ln>
            <a:noFill/>
          </a:ln>
        </p:spPr>
        <p:txBody>
          <a:bodyPr spcFirstLastPara="1" wrap="square" lIns="91425" tIns="45700" rIns="91425" bIns="45700" anchor="t" anchorCtr="0">
            <a:spAutoFit/>
          </a:bodyPr>
          <a:lstStyle/>
          <a:p>
            <a:pPr marL="342900" indent="-342900" algn="ctr"/>
            <a:r>
              <a:rPr lang="en-GB" sz="2000" b="1">
                <a:solidFill>
                  <a:schemeClr val="dk1"/>
                </a:solidFill>
                <a:latin typeface="Calibri"/>
                <a:ea typeface="Calibri"/>
                <a:cs typeface="Calibri"/>
                <a:sym typeface="Calibri"/>
              </a:rPr>
              <a:t>Analysis</a:t>
            </a:r>
            <a:endParaRPr sz="2000" b="1">
              <a:solidFill>
                <a:schemeClr val="dk1"/>
              </a:solidFill>
              <a:latin typeface="Calibri"/>
              <a:ea typeface="Calibri"/>
              <a:cs typeface="Calibri"/>
              <a:sym typeface="Calibri"/>
            </a:endParaRPr>
          </a:p>
        </p:txBody>
      </p:sp>
      <p:sp>
        <p:nvSpPr>
          <p:cNvPr id="255" name="Google Shape;255;p22"/>
          <p:cNvSpPr txBox="1"/>
          <p:nvPr/>
        </p:nvSpPr>
        <p:spPr>
          <a:xfrm>
            <a:off x="4056758" y="2581053"/>
            <a:ext cx="3744912" cy="396875"/>
          </a:xfrm>
          <a:prstGeom prst="rect">
            <a:avLst/>
          </a:prstGeom>
          <a:noFill/>
          <a:ln>
            <a:noFill/>
          </a:ln>
        </p:spPr>
        <p:txBody>
          <a:bodyPr spcFirstLastPara="1" wrap="square" lIns="91425" tIns="45700" rIns="91425" bIns="45700" anchor="t" anchorCtr="0">
            <a:spAutoFit/>
          </a:bodyPr>
          <a:lstStyle/>
          <a:p>
            <a:pPr marL="342900" indent="-342900" algn="ctr"/>
            <a:r>
              <a:rPr lang="en-GB" sz="2000" b="1">
                <a:solidFill>
                  <a:schemeClr val="dk1"/>
                </a:solidFill>
                <a:latin typeface="Calibri"/>
                <a:ea typeface="Calibri"/>
                <a:cs typeface="Calibri"/>
                <a:sym typeface="Calibri"/>
              </a:rPr>
              <a:t>Design</a:t>
            </a:r>
            <a:endParaRPr sz="2000" b="1">
              <a:solidFill>
                <a:schemeClr val="dk1"/>
              </a:solidFill>
              <a:latin typeface="Calibri"/>
              <a:ea typeface="Calibri"/>
              <a:cs typeface="Calibri"/>
              <a:sym typeface="Calibri"/>
            </a:endParaRPr>
          </a:p>
        </p:txBody>
      </p:sp>
      <p:sp>
        <p:nvSpPr>
          <p:cNvPr id="256" name="Google Shape;256;p22"/>
          <p:cNvSpPr txBox="1"/>
          <p:nvPr/>
        </p:nvSpPr>
        <p:spPr>
          <a:xfrm>
            <a:off x="8447783" y="1315815"/>
            <a:ext cx="1765300" cy="646290"/>
          </a:xfrm>
          <a:prstGeom prst="rect">
            <a:avLst/>
          </a:prstGeom>
          <a:gradFill>
            <a:gsLst>
              <a:gs pos="0">
                <a:srgbClr val="9FC3FF"/>
              </a:gs>
              <a:gs pos="35000">
                <a:srgbClr val="BDD5FF"/>
              </a:gs>
              <a:gs pos="100000">
                <a:srgbClr val="E4EEFF"/>
              </a:gs>
            </a:gsLst>
            <a:lin ang="16200000" scaled="0"/>
          </a:gradFill>
          <a:ln w="9525" cap="flat" cmpd="sng">
            <a:solidFill>
              <a:srgbClr val="4A7DBA"/>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342900" indent="-342900"/>
            <a:r>
              <a:rPr lang="en-GB">
                <a:solidFill>
                  <a:schemeClr val="dk1"/>
                </a:solidFill>
                <a:latin typeface="Calibri"/>
                <a:ea typeface="Calibri"/>
                <a:cs typeface="Calibri"/>
                <a:sym typeface="Calibri"/>
              </a:rPr>
              <a:t>Claims about </a:t>
            </a:r>
            <a:endParaRPr/>
          </a:p>
          <a:p>
            <a:pPr marL="342900" indent="-342900"/>
            <a:r>
              <a:rPr lang="en-GB">
                <a:solidFill>
                  <a:schemeClr val="dk1"/>
                </a:solidFill>
                <a:latin typeface="Calibri"/>
                <a:ea typeface="Calibri"/>
                <a:cs typeface="Calibri"/>
                <a:sym typeface="Calibri"/>
              </a:rPr>
              <a:t>current practice</a:t>
            </a:r>
            <a:endParaRPr>
              <a:solidFill>
                <a:schemeClr val="dk1"/>
              </a:solidFill>
              <a:latin typeface="Calibri"/>
              <a:ea typeface="Calibri"/>
              <a:cs typeface="Calibri"/>
              <a:sym typeface="Calibri"/>
            </a:endParaRPr>
          </a:p>
        </p:txBody>
      </p:sp>
      <p:sp>
        <p:nvSpPr>
          <p:cNvPr id="257" name="Google Shape;257;p22"/>
          <p:cNvSpPr txBox="1"/>
          <p:nvPr/>
        </p:nvSpPr>
        <p:spPr>
          <a:xfrm>
            <a:off x="8482709" y="3147791"/>
            <a:ext cx="1971675" cy="923289"/>
          </a:xfrm>
          <a:prstGeom prst="rect">
            <a:avLst/>
          </a:prstGeom>
          <a:gradFill>
            <a:gsLst>
              <a:gs pos="0">
                <a:srgbClr val="9FC3FF"/>
              </a:gs>
              <a:gs pos="35000">
                <a:srgbClr val="BDD5FF"/>
              </a:gs>
              <a:gs pos="100000">
                <a:srgbClr val="E4EEFF"/>
              </a:gs>
            </a:gsLst>
            <a:lin ang="16200000" scaled="0"/>
          </a:gradFill>
          <a:ln w="9525" cap="flat" cmpd="sng">
            <a:solidFill>
              <a:srgbClr val="4A7DBA"/>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342900" indent="-342900"/>
            <a:r>
              <a:rPr lang="en-GB">
                <a:solidFill>
                  <a:schemeClr val="dk1"/>
                </a:solidFill>
                <a:latin typeface="Calibri"/>
                <a:ea typeface="Calibri"/>
                <a:cs typeface="Calibri"/>
                <a:sym typeface="Calibri"/>
              </a:rPr>
              <a:t>Iterative analysis </a:t>
            </a:r>
            <a:endParaRPr/>
          </a:p>
          <a:p>
            <a:pPr marL="342900" indent="-342900"/>
            <a:r>
              <a:rPr lang="en-GB">
                <a:solidFill>
                  <a:schemeClr val="dk1"/>
                </a:solidFill>
                <a:latin typeface="Calibri"/>
                <a:ea typeface="Calibri"/>
                <a:cs typeface="Calibri"/>
                <a:sym typeface="Calibri"/>
              </a:rPr>
              <a:t>of usability claims</a:t>
            </a:r>
            <a:endParaRPr/>
          </a:p>
          <a:p>
            <a:pPr marL="342900" indent="-342900"/>
            <a:r>
              <a:rPr lang="en-GB">
                <a:solidFill>
                  <a:schemeClr val="dk1"/>
                </a:solidFill>
                <a:latin typeface="Calibri"/>
                <a:ea typeface="Calibri"/>
                <a:cs typeface="Calibri"/>
                <a:sym typeface="Calibri"/>
              </a:rPr>
              <a:t>and redesign</a:t>
            </a:r>
            <a:endParaRPr>
              <a:solidFill>
                <a:schemeClr val="dk1"/>
              </a:solidFill>
              <a:latin typeface="Calibri"/>
              <a:ea typeface="Calibri"/>
              <a:cs typeface="Calibri"/>
              <a:sym typeface="Calibri"/>
            </a:endParaRPr>
          </a:p>
        </p:txBody>
      </p:sp>
      <p:sp>
        <p:nvSpPr>
          <p:cNvPr id="258" name="Google Shape;258;p22"/>
          <p:cNvSpPr txBox="1"/>
          <p:nvPr/>
        </p:nvSpPr>
        <p:spPr>
          <a:xfrm>
            <a:off x="8824020" y="5524277"/>
            <a:ext cx="1219200" cy="646290"/>
          </a:xfrm>
          <a:prstGeom prst="rect">
            <a:avLst/>
          </a:prstGeom>
          <a:gradFill>
            <a:gsLst>
              <a:gs pos="0">
                <a:srgbClr val="9FC3FF"/>
              </a:gs>
              <a:gs pos="35000">
                <a:srgbClr val="BDD5FF"/>
              </a:gs>
              <a:gs pos="100000">
                <a:srgbClr val="E4EEFF"/>
              </a:gs>
            </a:gsLst>
            <a:lin ang="16200000" scaled="0"/>
          </a:gradFill>
          <a:ln w="9525" cap="flat" cmpd="sng">
            <a:solidFill>
              <a:srgbClr val="4A7DBA"/>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342900" indent="-342900"/>
            <a:r>
              <a:rPr lang="en-GB">
                <a:solidFill>
                  <a:schemeClr val="dk1"/>
                </a:solidFill>
                <a:latin typeface="Calibri"/>
                <a:ea typeface="Calibri"/>
                <a:cs typeface="Calibri"/>
                <a:sym typeface="Calibri"/>
              </a:rPr>
              <a:t>Formative</a:t>
            </a:r>
            <a:endParaRPr/>
          </a:p>
          <a:p>
            <a:pPr marL="342900" indent="-342900"/>
            <a:r>
              <a:rPr lang="en-GB">
                <a:solidFill>
                  <a:schemeClr val="dk1"/>
                </a:solidFill>
                <a:latin typeface="Calibri"/>
                <a:ea typeface="Calibri"/>
                <a:cs typeface="Calibri"/>
                <a:sym typeface="Calibri"/>
              </a:rPr>
              <a:t>evaluation</a:t>
            </a:r>
            <a:endParaRPr>
              <a:solidFill>
                <a:schemeClr val="dk1"/>
              </a:solidFill>
              <a:latin typeface="Calibri"/>
              <a:ea typeface="Calibri"/>
              <a:cs typeface="Calibri"/>
              <a:sym typeface="Calibri"/>
            </a:endParaRPr>
          </a:p>
        </p:txBody>
      </p:sp>
      <p:sp>
        <p:nvSpPr>
          <p:cNvPr id="259" name="Google Shape;259;p22"/>
          <p:cNvSpPr txBox="1"/>
          <p:nvPr/>
        </p:nvSpPr>
        <p:spPr>
          <a:xfrm>
            <a:off x="2112070" y="5595715"/>
            <a:ext cx="1377950" cy="646290"/>
          </a:xfrm>
          <a:prstGeom prst="rect">
            <a:avLst/>
          </a:prstGeom>
          <a:gradFill>
            <a:gsLst>
              <a:gs pos="0">
                <a:srgbClr val="9FC3FF"/>
              </a:gs>
              <a:gs pos="35000">
                <a:srgbClr val="BDD5FF"/>
              </a:gs>
              <a:gs pos="100000">
                <a:srgbClr val="E4EEFF"/>
              </a:gs>
            </a:gsLst>
            <a:lin ang="16200000" scaled="0"/>
          </a:gradFill>
          <a:ln w="9525" cap="flat" cmpd="sng">
            <a:solidFill>
              <a:srgbClr val="4A7DBA"/>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342900" indent="-342900"/>
            <a:r>
              <a:rPr lang="en-GB">
                <a:solidFill>
                  <a:schemeClr val="dk1"/>
                </a:solidFill>
                <a:latin typeface="Calibri"/>
                <a:ea typeface="Calibri"/>
                <a:cs typeface="Calibri"/>
                <a:sym typeface="Calibri"/>
              </a:rPr>
              <a:t>Summative </a:t>
            </a:r>
            <a:endParaRPr/>
          </a:p>
          <a:p>
            <a:pPr marL="342900" indent="-342900"/>
            <a:r>
              <a:rPr lang="en-GB">
                <a:solidFill>
                  <a:schemeClr val="dk1"/>
                </a:solidFill>
                <a:latin typeface="Calibri"/>
                <a:ea typeface="Calibri"/>
                <a:cs typeface="Calibri"/>
                <a:sym typeface="Calibri"/>
              </a:rPr>
              <a:t>evaluation</a:t>
            </a:r>
            <a:endParaRPr>
              <a:solidFill>
                <a:schemeClr val="dk1"/>
              </a:solidFill>
              <a:latin typeface="Calibri"/>
              <a:ea typeface="Calibri"/>
              <a:cs typeface="Calibri"/>
              <a:sym typeface="Calibri"/>
            </a:endParaRPr>
          </a:p>
        </p:txBody>
      </p:sp>
      <p:sp>
        <p:nvSpPr>
          <p:cNvPr id="260" name="Google Shape;260;p22"/>
          <p:cNvSpPr txBox="1"/>
          <p:nvPr/>
        </p:nvSpPr>
        <p:spPr>
          <a:xfrm>
            <a:off x="1775520" y="3058891"/>
            <a:ext cx="1422400" cy="1466623"/>
          </a:xfrm>
          <a:prstGeom prst="rect">
            <a:avLst/>
          </a:prstGeom>
          <a:gradFill>
            <a:gsLst>
              <a:gs pos="0">
                <a:srgbClr val="9FC3FF"/>
              </a:gs>
              <a:gs pos="35000">
                <a:srgbClr val="BDD5FF"/>
              </a:gs>
              <a:gs pos="100000">
                <a:srgbClr val="E4EEFF"/>
              </a:gs>
            </a:gsLst>
            <a:lin ang="16200000" scaled="0"/>
          </a:gradFill>
          <a:ln w="9525" cap="flat" cmpd="sng">
            <a:solidFill>
              <a:srgbClr val="4A7DBA"/>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342900" indent="-342900"/>
            <a:r>
              <a:rPr lang="en-GB">
                <a:solidFill>
                  <a:schemeClr val="dk1"/>
                </a:solidFill>
                <a:latin typeface="Calibri"/>
                <a:ea typeface="Calibri"/>
                <a:cs typeface="Calibri"/>
                <a:sym typeface="Calibri"/>
              </a:rPr>
              <a:t>Metaphors, </a:t>
            </a:r>
            <a:endParaRPr/>
          </a:p>
          <a:p>
            <a:pPr marL="342900" indent="-342900"/>
            <a:r>
              <a:rPr lang="en-GB">
                <a:solidFill>
                  <a:schemeClr val="dk1"/>
                </a:solidFill>
                <a:latin typeface="Calibri"/>
                <a:ea typeface="Calibri"/>
                <a:cs typeface="Calibri"/>
                <a:sym typeface="Calibri"/>
              </a:rPr>
              <a:t>information</a:t>
            </a:r>
            <a:endParaRPr/>
          </a:p>
          <a:p>
            <a:pPr marL="342900" indent="-342900"/>
            <a:r>
              <a:rPr lang="en-GB">
                <a:solidFill>
                  <a:schemeClr val="dk1"/>
                </a:solidFill>
                <a:latin typeface="Calibri"/>
                <a:ea typeface="Calibri"/>
                <a:cs typeface="Calibri"/>
                <a:sym typeface="Calibri"/>
              </a:rPr>
              <a:t>technology, </a:t>
            </a:r>
            <a:endParaRPr/>
          </a:p>
          <a:p>
            <a:pPr marL="342900" indent="-342900"/>
            <a:r>
              <a:rPr lang="en-GB">
                <a:solidFill>
                  <a:schemeClr val="dk1"/>
                </a:solidFill>
                <a:latin typeface="Calibri"/>
                <a:ea typeface="Calibri"/>
                <a:cs typeface="Calibri"/>
                <a:sym typeface="Calibri"/>
              </a:rPr>
              <a:t>HCI theory, </a:t>
            </a:r>
            <a:endParaRPr/>
          </a:p>
          <a:p>
            <a:pPr marL="342900" indent="-342900"/>
            <a:r>
              <a:rPr lang="en-GB">
                <a:solidFill>
                  <a:schemeClr val="dk1"/>
                </a:solidFill>
                <a:latin typeface="Calibri"/>
                <a:ea typeface="Calibri"/>
                <a:cs typeface="Calibri"/>
                <a:sym typeface="Calibri"/>
              </a:rPr>
              <a:t>guidelines</a:t>
            </a:r>
            <a:endParaRPr>
              <a:solidFill>
                <a:schemeClr val="dk1"/>
              </a:solidFill>
              <a:latin typeface="Calibri"/>
              <a:ea typeface="Calibri"/>
              <a:cs typeface="Calibri"/>
              <a:sym typeface="Calibri"/>
            </a:endParaRPr>
          </a:p>
        </p:txBody>
      </p:sp>
      <p:sp>
        <p:nvSpPr>
          <p:cNvPr id="261" name="Google Shape;261;p22"/>
          <p:cNvSpPr txBox="1"/>
          <p:nvPr/>
        </p:nvSpPr>
        <p:spPr>
          <a:xfrm>
            <a:off x="1812033" y="1274540"/>
            <a:ext cx="1505540" cy="923330"/>
          </a:xfrm>
          <a:prstGeom prst="rect">
            <a:avLst/>
          </a:prstGeom>
          <a:gradFill>
            <a:gsLst>
              <a:gs pos="0">
                <a:srgbClr val="9FC3FF"/>
              </a:gs>
              <a:gs pos="35000">
                <a:srgbClr val="BDD5FF"/>
              </a:gs>
              <a:gs pos="100000">
                <a:srgbClr val="E4EEFF"/>
              </a:gs>
            </a:gsLst>
            <a:lin ang="16200000" scaled="0"/>
          </a:gradFill>
          <a:ln w="9525" cap="flat" cmpd="sng">
            <a:solidFill>
              <a:srgbClr val="4A7DBA"/>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342900" indent="-342900"/>
            <a:r>
              <a:rPr lang="en-GB">
                <a:solidFill>
                  <a:schemeClr val="dk1"/>
                </a:solidFill>
                <a:latin typeface="Calibri"/>
                <a:ea typeface="Calibri"/>
                <a:cs typeface="Calibri"/>
                <a:sym typeface="Calibri"/>
              </a:rPr>
              <a:t>Analyze </a:t>
            </a:r>
            <a:endParaRPr/>
          </a:p>
          <a:p>
            <a:pPr marL="342900" indent="-342900"/>
            <a:r>
              <a:rPr lang="en-GB">
                <a:solidFill>
                  <a:schemeClr val="dk1"/>
                </a:solidFill>
                <a:latin typeface="Calibri"/>
                <a:ea typeface="Calibri"/>
                <a:cs typeface="Calibri"/>
                <a:sym typeface="Calibri"/>
              </a:rPr>
              <a:t>Stakeholders</a:t>
            </a:r>
            <a:endParaRPr/>
          </a:p>
          <a:p>
            <a:pPr marL="342900" indent="-342900"/>
            <a:r>
              <a:rPr lang="en-GB">
                <a:solidFill>
                  <a:schemeClr val="dk1"/>
                </a:solidFill>
                <a:latin typeface="Calibri"/>
                <a:ea typeface="Calibri"/>
                <a:cs typeface="Calibri"/>
                <a:sym typeface="Calibri"/>
              </a:rPr>
              <a:t>Field Studies</a:t>
            </a:r>
            <a:endParaRPr/>
          </a:p>
        </p:txBody>
      </p:sp>
      <p:cxnSp>
        <p:nvCxnSpPr>
          <p:cNvPr id="262" name="Google Shape;262;p22"/>
          <p:cNvCxnSpPr/>
          <p:nvPr/>
        </p:nvCxnSpPr>
        <p:spPr>
          <a:xfrm>
            <a:off x="3480495" y="1753965"/>
            <a:ext cx="863600" cy="0"/>
          </a:xfrm>
          <a:prstGeom prst="straightConnector1">
            <a:avLst/>
          </a:prstGeom>
          <a:noFill/>
          <a:ln w="38100" cap="flat" cmpd="sng">
            <a:solidFill>
              <a:schemeClr val="accent1"/>
            </a:solidFill>
            <a:prstDash val="solid"/>
            <a:round/>
            <a:headEnd type="none" w="med" len="med"/>
            <a:tailEnd type="triangle" w="med" len="med"/>
          </a:ln>
          <a:effectLst>
            <a:outerShdw blurRad="40000" dist="23000" dir="5400000" rotWithShape="0">
              <a:srgbClr val="000000">
                <a:alpha val="34901"/>
              </a:srgbClr>
            </a:outerShdw>
          </a:effectLst>
        </p:spPr>
      </p:cxnSp>
      <p:cxnSp>
        <p:nvCxnSpPr>
          <p:cNvPr id="263" name="Google Shape;263;p22"/>
          <p:cNvCxnSpPr/>
          <p:nvPr/>
        </p:nvCxnSpPr>
        <p:spPr>
          <a:xfrm>
            <a:off x="3336033" y="3841527"/>
            <a:ext cx="647700" cy="0"/>
          </a:xfrm>
          <a:prstGeom prst="straightConnector1">
            <a:avLst/>
          </a:prstGeom>
          <a:noFill/>
          <a:ln w="38100" cap="flat" cmpd="sng">
            <a:solidFill>
              <a:schemeClr val="accent1"/>
            </a:solidFill>
            <a:prstDash val="solid"/>
            <a:round/>
            <a:headEnd type="triangle" w="med" len="med"/>
            <a:tailEnd type="triangle" w="med" len="med"/>
          </a:ln>
          <a:effectLst>
            <a:outerShdw blurRad="40000" dist="23000" dir="5400000" rotWithShape="0">
              <a:srgbClr val="000000">
                <a:alpha val="34901"/>
              </a:srgbClr>
            </a:outerShdw>
          </a:effectLst>
        </p:spPr>
      </p:cxnSp>
      <p:cxnSp>
        <p:nvCxnSpPr>
          <p:cNvPr id="264" name="Google Shape;264;p22"/>
          <p:cNvCxnSpPr/>
          <p:nvPr/>
        </p:nvCxnSpPr>
        <p:spPr>
          <a:xfrm>
            <a:off x="7871521" y="3841527"/>
            <a:ext cx="504825" cy="0"/>
          </a:xfrm>
          <a:prstGeom prst="straightConnector1">
            <a:avLst/>
          </a:prstGeom>
          <a:noFill/>
          <a:ln w="38100" cap="flat" cmpd="sng">
            <a:solidFill>
              <a:schemeClr val="accent1"/>
            </a:solidFill>
            <a:prstDash val="solid"/>
            <a:round/>
            <a:headEnd type="triangle" w="med" len="med"/>
            <a:tailEnd type="triangle" w="med" len="med"/>
          </a:ln>
          <a:effectLst>
            <a:outerShdw blurRad="40000" dist="23000" dir="5400000" rotWithShape="0">
              <a:srgbClr val="000000">
                <a:alpha val="34901"/>
              </a:srgbClr>
            </a:outerShdw>
          </a:effectLst>
        </p:spPr>
      </p:cxnSp>
      <p:cxnSp>
        <p:nvCxnSpPr>
          <p:cNvPr id="265" name="Google Shape;265;p22"/>
          <p:cNvCxnSpPr/>
          <p:nvPr/>
        </p:nvCxnSpPr>
        <p:spPr>
          <a:xfrm>
            <a:off x="7441308" y="1753965"/>
            <a:ext cx="863600" cy="0"/>
          </a:xfrm>
          <a:prstGeom prst="straightConnector1">
            <a:avLst/>
          </a:prstGeom>
          <a:noFill/>
          <a:ln w="38100" cap="flat" cmpd="sng">
            <a:solidFill>
              <a:schemeClr val="accent1"/>
            </a:solidFill>
            <a:prstDash val="solid"/>
            <a:round/>
            <a:headEnd type="triangle" w="med" len="med"/>
            <a:tailEnd type="none" w="med" len="med"/>
          </a:ln>
          <a:effectLst>
            <a:outerShdw blurRad="40000" dist="23000" dir="5400000" rotWithShape="0">
              <a:srgbClr val="000000">
                <a:alpha val="34901"/>
              </a:srgbClr>
            </a:outerShdw>
          </a:effectLst>
        </p:spPr>
      </p:cxnSp>
      <p:cxnSp>
        <p:nvCxnSpPr>
          <p:cNvPr id="266" name="Google Shape;266;p22"/>
          <p:cNvCxnSpPr/>
          <p:nvPr/>
        </p:nvCxnSpPr>
        <p:spPr>
          <a:xfrm>
            <a:off x="7512746" y="6002115"/>
            <a:ext cx="1008063" cy="0"/>
          </a:xfrm>
          <a:prstGeom prst="straightConnector1">
            <a:avLst/>
          </a:prstGeom>
          <a:noFill/>
          <a:ln w="38100" cap="flat" cmpd="sng">
            <a:solidFill>
              <a:schemeClr val="accent1"/>
            </a:solidFill>
            <a:prstDash val="solid"/>
            <a:round/>
            <a:headEnd type="triangle" w="med" len="med"/>
            <a:tailEnd type="triangle" w="med" len="med"/>
          </a:ln>
          <a:effectLst>
            <a:outerShdw blurRad="40000" dist="23000" dir="5400000" rotWithShape="0">
              <a:srgbClr val="000000">
                <a:alpha val="34901"/>
              </a:srgbClr>
            </a:outerShdw>
          </a:effectLst>
        </p:spPr>
      </p:cxnSp>
      <p:cxnSp>
        <p:nvCxnSpPr>
          <p:cNvPr id="267" name="Google Shape;267;p22"/>
          <p:cNvCxnSpPr/>
          <p:nvPr/>
        </p:nvCxnSpPr>
        <p:spPr>
          <a:xfrm>
            <a:off x="3623371" y="6002115"/>
            <a:ext cx="720725" cy="0"/>
          </a:xfrm>
          <a:prstGeom prst="straightConnector1">
            <a:avLst/>
          </a:prstGeom>
          <a:noFill/>
          <a:ln w="38100" cap="flat" cmpd="sng">
            <a:solidFill>
              <a:schemeClr val="accent1"/>
            </a:solidFill>
            <a:prstDash val="solid"/>
            <a:round/>
            <a:headEnd type="triangle" w="med" len="med"/>
            <a:tailEnd type="none" w="med" len="med"/>
          </a:ln>
          <a:effectLst>
            <a:outerShdw blurRad="40000" dist="23000" dir="5400000" rotWithShape="0">
              <a:srgbClr val="000000">
                <a:alpha val="34901"/>
              </a:srgbClr>
            </a:outerShdw>
          </a:effectLst>
        </p:spPr>
      </p:cxnSp>
      <p:sp>
        <p:nvSpPr>
          <p:cNvPr id="268" name="Google Shape;268;p22"/>
          <p:cNvSpPr/>
          <p:nvPr/>
        </p:nvSpPr>
        <p:spPr>
          <a:xfrm>
            <a:off x="5784751" y="2105572"/>
            <a:ext cx="287338" cy="503238"/>
          </a:xfrm>
          <a:prstGeom prst="downArrow">
            <a:avLst>
              <a:gd name="adj1" fmla="val 50000"/>
              <a:gd name="adj2" fmla="val 43784"/>
            </a:avLst>
          </a:prstGeom>
          <a:gradFill>
            <a:gsLst>
              <a:gs pos="0">
                <a:srgbClr val="2D5C97"/>
              </a:gs>
              <a:gs pos="80000">
                <a:srgbClr val="3C7AC5"/>
              </a:gs>
              <a:gs pos="100000">
                <a:srgbClr val="397BC9"/>
              </a:gs>
            </a:gsLst>
            <a:lin ang="16200000" scaled="0"/>
          </a:gra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endParaRPr>
              <a:solidFill>
                <a:schemeClr val="lt1"/>
              </a:solidFill>
              <a:latin typeface="Calibri"/>
              <a:ea typeface="Calibri"/>
              <a:cs typeface="Calibri"/>
              <a:sym typeface="Calibri"/>
            </a:endParaRPr>
          </a:p>
        </p:txBody>
      </p:sp>
      <p:sp>
        <p:nvSpPr>
          <p:cNvPr id="269" name="Google Shape;269;p22"/>
          <p:cNvSpPr/>
          <p:nvPr/>
        </p:nvSpPr>
        <p:spPr>
          <a:xfrm>
            <a:off x="5784751" y="4879407"/>
            <a:ext cx="287338" cy="503237"/>
          </a:xfrm>
          <a:prstGeom prst="downArrow">
            <a:avLst>
              <a:gd name="adj1" fmla="val 50000"/>
              <a:gd name="adj2" fmla="val 43784"/>
            </a:avLst>
          </a:prstGeom>
          <a:gradFill>
            <a:gsLst>
              <a:gs pos="0">
                <a:srgbClr val="2D5C97"/>
              </a:gs>
              <a:gs pos="80000">
                <a:srgbClr val="3C7AC5"/>
              </a:gs>
              <a:gs pos="100000">
                <a:srgbClr val="397BC9"/>
              </a:gs>
            </a:gsLst>
            <a:lin ang="16200000" scaled="0"/>
          </a:gra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endParaRPr>
              <a:solidFill>
                <a:schemeClr val="lt1"/>
              </a:solidFill>
              <a:latin typeface="Calibri"/>
              <a:ea typeface="Calibri"/>
              <a:cs typeface="Calibri"/>
              <a:sym typeface="Calibri"/>
            </a:endParaRPr>
          </a:p>
        </p:txBody>
      </p:sp>
      <p:sp>
        <p:nvSpPr>
          <p:cNvPr id="4" name="TextBox 3">
            <a:extLst>
              <a:ext uri="{FF2B5EF4-FFF2-40B4-BE49-F238E27FC236}">
                <a16:creationId xmlns:a16="http://schemas.microsoft.com/office/drawing/2014/main" id="{83EF12A1-829F-C387-70D0-68015B655AB9}"/>
              </a:ext>
            </a:extLst>
          </p:cNvPr>
          <p:cNvSpPr txBox="1"/>
          <p:nvPr/>
        </p:nvSpPr>
        <p:spPr>
          <a:xfrm>
            <a:off x="1017557" y="263724"/>
            <a:ext cx="101090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Writing Scenario Process</a:t>
            </a:r>
            <a:endParaRPr lang="en-US" sz="4400" b="1" dirty="0">
              <a:solidFill>
                <a:schemeClr val="tx1">
                  <a:lumMod val="75000"/>
                  <a:lumOff val="25000"/>
                </a:schemeClr>
              </a:solidFill>
              <a:latin typeface="+mj-l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96CFE-3305-836E-80DA-1424CA9F892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C887BAA-CE6E-F73F-514A-AE2C2C16201F}"/>
              </a:ext>
            </a:extLst>
          </p:cNvPr>
          <p:cNvSpPr txBox="1"/>
          <p:nvPr/>
        </p:nvSpPr>
        <p:spPr>
          <a:xfrm>
            <a:off x="1035884" y="501054"/>
            <a:ext cx="101090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How to Write a Scenario?</a:t>
            </a:r>
            <a:endParaRPr lang="en-US" sz="4400" b="1" dirty="0">
              <a:solidFill>
                <a:schemeClr val="tx1">
                  <a:lumMod val="75000"/>
                  <a:lumOff val="25000"/>
                </a:schemeClr>
              </a:solidFill>
              <a:latin typeface="+mj-lt"/>
            </a:endParaRPr>
          </a:p>
        </p:txBody>
      </p:sp>
      <p:sp>
        <p:nvSpPr>
          <p:cNvPr id="5" name="Slide Number Placeholder 1">
            <a:extLst>
              <a:ext uri="{FF2B5EF4-FFF2-40B4-BE49-F238E27FC236}">
                <a16:creationId xmlns:a16="http://schemas.microsoft.com/office/drawing/2014/main" id="{20045028-5F7E-E5B5-F4D2-B4816783026F}"/>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54</a:t>
            </a:fld>
            <a:endParaRPr lang="en-MY" dirty="0"/>
          </a:p>
        </p:txBody>
      </p:sp>
      <p:sp>
        <p:nvSpPr>
          <p:cNvPr id="3" name="TextBox 2">
            <a:extLst>
              <a:ext uri="{FF2B5EF4-FFF2-40B4-BE49-F238E27FC236}">
                <a16:creationId xmlns:a16="http://schemas.microsoft.com/office/drawing/2014/main" id="{2EF85500-0F44-4FCD-6AF9-057575F86677}"/>
              </a:ext>
            </a:extLst>
          </p:cNvPr>
          <p:cNvSpPr txBox="1"/>
          <p:nvPr/>
        </p:nvSpPr>
        <p:spPr>
          <a:xfrm>
            <a:off x="1267344" y="1786242"/>
            <a:ext cx="9877604" cy="328551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Determine the target group and analyse their context of use</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Transform user goals into activities</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Determine the user tasks, and the system tasks.</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List in dot point the sequence of tasks</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Re-write task list into simple narrative language.</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Ensure you omit in your wording, any links to the technology</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Review the scenario to ensure it represents a real use context.</a:t>
            </a:r>
          </a:p>
        </p:txBody>
      </p:sp>
    </p:spTree>
    <p:extLst>
      <p:ext uri="{BB962C8B-B14F-4D97-AF65-F5344CB8AC3E}">
        <p14:creationId xmlns:p14="http://schemas.microsoft.com/office/powerpoint/2010/main" val="29226848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17B5F-F55D-A4D0-E36D-36BDBCB3D3D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E3E685C-BA07-B586-24E2-981E88E4AFA0}"/>
              </a:ext>
            </a:extLst>
          </p:cNvPr>
          <p:cNvSpPr txBox="1"/>
          <p:nvPr/>
        </p:nvSpPr>
        <p:spPr>
          <a:xfrm>
            <a:off x="1035884" y="501054"/>
            <a:ext cx="10109064" cy="1384995"/>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How to Write a Scenario?</a:t>
            </a:r>
          </a:p>
          <a:p>
            <a:pPr algn="ctr"/>
            <a:r>
              <a:rPr lang="en-US" sz="4000" dirty="0">
                <a:solidFill>
                  <a:schemeClr val="tx1">
                    <a:lumMod val="75000"/>
                    <a:lumOff val="25000"/>
                  </a:schemeClr>
                </a:solidFill>
                <a:latin typeface="+mj-lt"/>
              </a:rPr>
              <a:t>for using the ATM</a:t>
            </a:r>
          </a:p>
        </p:txBody>
      </p:sp>
      <p:sp>
        <p:nvSpPr>
          <p:cNvPr id="5" name="Slide Number Placeholder 1">
            <a:extLst>
              <a:ext uri="{FF2B5EF4-FFF2-40B4-BE49-F238E27FC236}">
                <a16:creationId xmlns:a16="http://schemas.microsoft.com/office/drawing/2014/main" id="{CAAB5133-D090-33DE-0992-3A46983E8557}"/>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55</a:t>
            </a:fld>
            <a:endParaRPr lang="en-MY" dirty="0"/>
          </a:p>
        </p:txBody>
      </p:sp>
      <p:sp>
        <p:nvSpPr>
          <p:cNvPr id="3" name="TextBox 2">
            <a:extLst>
              <a:ext uri="{FF2B5EF4-FFF2-40B4-BE49-F238E27FC236}">
                <a16:creationId xmlns:a16="http://schemas.microsoft.com/office/drawing/2014/main" id="{7CF839EC-34D5-2FAC-F3AB-F5DCC7A46C67}"/>
              </a:ext>
            </a:extLst>
          </p:cNvPr>
          <p:cNvSpPr txBox="1"/>
          <p:nvPr/>
        </p:nvSpPr>
        <p:spPr>
          <a:xfrm>
            <a:off x="1267344" y="1786242"/>
            <a:ext cx="9877604" cy="467050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Persona: 	</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Brad, 45, carefree office worker, travel often but does not have good time management</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User goal:</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Withdraw money quickly from the ATM</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Tasks : </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Identify himself</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Key in the transaction details</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The system responds</a:t>
            </a:r>
          </a:p>
          <a:p>
            <a:pPr marL="800100" lvl="1" indent="-342900" algn="just">
              <a:lnSpc>
                <a:spcPct val="150000"/>
              </a:lnSpc>
              <a:buFont typeface="Arial" panose="020B0604020202020204" pitchFamily="34" charset="0"/>
              <a:buChar char="•"/>
            </a:pPr>
            <a:r>
              <a:rPr lang="en-MY" sz="2000" dirty="0">
                <a:solidFill>
                  <a:schemeClr val="tx1">
                    <a:lumMod val="65000"/>
                    <a:lumOff val="35000"/>
                  </a:schemeClr>
                </a:solidFill>
              </a:rPr>
              <a:t>Transaction ends</a:t>
            </a:r>
          </a:p>
        </p:txBody>
      </p:sp>
    </p:spTree>
    <p:extLst>
      <p:ext uri="{BB962C8B-B14F-4D97-AF65-F5344CB8AC3E}">
        <p14:creationId xmlns:p14="http://schemas.microsoft.com/office/powerpoint/2010/main" val="4531732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DAF05-4C90-5E1E-7039-BFE74331C70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5116CFF-0D79-4696-C5E8-EBF080841385}"/>
              </a:ext>
            </a:extLst>
          </p:cNvPr>
          <p:cNvSpPr txBox="1"/>
          <p:nvPr/>
        </p:nvSpPr>
        <p:spPr>
          <a:xfrm>
            <a:off x="1035884" y="501054"/>
            <a:ext cx="101090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Writing the Text-based Scenario</a:t>
            </a:r>
            <a:endParaRPr lang="en-US" sz="4400" b="1" dirty="0">
              <a:solidFill>
                <a:schemeClr val="tx1">
                  <a:lumMod val="75000"/>
                  <a:lumOff val="25000"/>
                </a:schemeClr>
              </a:solidFill>
              <a:latin typeface="+mj-lt"/>
            </a:endParaRPr>
          </a:p>
        </p:txBody>
      </p:sp>
      <p:sp>
        <p:nvSpPr>
          <p:cNvPr id="5" name="Slide Number Placeholder 1">
            <a:extLst>
              <a:ext uri="{FF2B5EF4-FFF2-40B4-BE49-F238E27FC236}">
                <a16:creationId xmlns:a16="http://schemas.microsoft.com/office/drawing/2014/main" id="{638F40BA-0952-E9D4-F755-87939178AFD1}"/>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56</a:t>
            </a:fld>
            <a:endParaRPr lang="en-MY" dirty="0"/>
          </a:p>
        </p:txBody>
      </p:sp>
      <p:sp>
        <p:nvSpPr>
          <p:cNvPr id="3" name="TextBox 2">
            <a:extLst>
              <a:ext uri="{FF2B5EF4-FFF2-40B4-BE49-F238E27FC236}">
                <a16:creationId xmlns:a16="http://schemas.microsoft.com/office/drawing/2014/main" id="{C762FF43-DF7E-6792-BCB6-10BAB34D5F66}"/>
              </a:ext>
            </a:extLst>
          </p:cNvPr>
          <p:cNvSpPr txBox="1"/>
          <p:nvPr/>
        </p:nvSpPr>
        <p:spPr>
          <a:xfrm>
            <a:off x="1267344" y="1424170"/>
            <a:ext cx="9877604" cy="485517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Re-write task list into simple narrative language</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algn="just">
              <a:lnSpc>
                <a:spcPct val="150000"/>
              </a:lnSpc>
            </a:pPr>
            <a:r>
              <a:rPr lang="en-MY" dirty="0">
                <a:solidFill>
                  <a:schemeClr val="tx1">
                    <a:lumMod val="65000"/>
                    <a:lumOff val="35000"/>
                  </a:schemeClr>
                </a:solidFill>
                <a:latin typeface="Calibri" panose="020F0502020204030204" pitchFamily="34" charset="0"/>
                <a:cs typeface="Calibri" panose="020F0502020204030204" pitchFamily="34" charset="0"/>
              </a:rPr>
              <a:t>It's Thursday afternoon and Brad is flying to Sydney. He doesn't have enough money for a taxi to the airport, and he's running late. He goes to the local ATM and identifies himself. He specifies that he wants $200 from his savings account. He'd like the money in $50 notes so that he can give the taxi driver the correct change. He doesn't want a printed receipt, as he doesn't bother keeping track of transactions in this account, besides he’s already late. The system draws out his money, and the transaction ends.</a:t>
            </a:r>
          </a:p>
          <a:p>
            <a:pPr algn="just">
              <a:lnSpc>
                <a:spcPct val="150000"/>
              </a:lnSpc>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Ensure you omit in your wording, any links to the technology</a:t>
            </a: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Review the scenario to ensure it represents a real use context</a:t>
            </a:r>
          </a:p>
        </p:txBody>
      </p:sp>
    </p:spTree>
    <p:extLst>
      <p:ext uri="{BB962C8B-B14F-4D97-AF65-F5344CB8AC3E}">
        <p14:creationId xmlns:p14="http://schemas.microsoft.com/office/powerpoint/2010/main" val="21540750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67989-4C86-68B3-E039-764016C4A6C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39D4047-33C6-375F-780A-D244FABD445B}"/>
              </a:ext>
            </a:extLst>
          </p:cNvPr>
          <p:cNvSpPr txBox="1"/>
          <p:nvPr/>
        </p:nvSpPr>
        <p:spPr>
          <a:xfrm>
            <a:off x="1035884" y="501054"/>
            <a:ext cx="101090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Summary</a:t>
            </a:r>
            <a:endParaRPr lang="en-US" sz="4000" dirty="0">
              <a:solidFill>
                <a:schemeClr val="tx1">
                  <a:lumMod val="75000"/>
                  <a:lumOff val="25000"/>
                </a:schemeClr>
              </a:solidFill>
              <a:latin typeface="+mj-lt"/>
            </a:endParaRPr>
          </a:p>
        </p:txBody>
      </p:sp>
      <p:sp>
        <p:nvSpPr>
          <p:cNvPr id="5" name="Slide Number Placeholder 1">
            <a:extLst>
              <a:ext uri="{FF2B5EF4-FFF2-40B4-BE49-F238E27FC236}">
                <a16:creationId xmlns:a16="http://schemas.microsoft.com/office/drawing/2014/main" id="{454A9AE5-015F-D57B-9D9D-17B45F75C8DD}"/>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57</a:t>
            </a:fld>
            <a:endParaRPr lang="en-MY" dirty="0"/>
          </a:p>
        </p:txBody>
      </p:sp>
      <p:sp>
        <p:nvSpPr>
          <p:cNvPr id="3" name="TextBox 2">
            <a:extLst>
              <a:ext uri="{FF2B5EF4-FFF2-40B4-BE49-F238E27FC236}">
                <a16:creationId xmlns:a16="http://schemas.microsoft.com/office/drawing/2014/main" id="{99948303-AE99-527B-4CC4-7E6072376C98}"/>
              </a:ext>
            </a:extLst>
          </p:cNvPr>
          <p:cNvSpPr txBox="1"/>
          <p:nvPr/>
        </p:nvSpPr>
        <p:spPr>
          <a:xfrm>
            <a:off x="1267344" y="1270495"/>
            <a:ext cx="9877604" cy="467050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Scenarios, use cases and essential use cases can be used to articulate existing and envisioned work practices.</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Task analysis techniques such as HTA help to investigate existing systems and practices</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Task analysis gives designers a means of describing how people do their jobs</a:t>
            </a:r>
          </a:p>
          <a:p>
            <a:pPr marL="342900" indent="-342900" algn="just">
              <a:lnSpc>
                <a:spcPct val="150000"/>
              </a:lnSpc>
              <a:buFont typeface="Arial" panose="020B0604020202020204" pitchFamily="34" charset="0"/>
              <a:buChar char="•"/>
            </a:pPr>
            <a:endParaRPr lang="en-MY"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MY" sz="2000" dirty="0">
                <a:solidFill>
                  <a:schemeClr val="tx1">
                    <a:lumMod val="65000"/>
                    <a:lumOff val="35000"/>
                  </a:schemeClr>
                </a:solidFill>
              </a:rPr>
              <a:t>Serves different purposes in design and development</a:t>
            </a:r>
          </a:p>
        </p:txBody>
      </p:sp>
    </p:spTree>
    <p:extLst>
      <p:ext uri="{BB962C8B-B14F-4D97-AF65-F5344CB8AC3E}">
        <p14:creationId xmlns:p14="http://schemas.microsoft.com/office/powerpoint/2010/main" val="2875614797"/>
      </p:ext>
    </p:extLst>
  </p:cSld>
  <p:clrMapOvr>
    <a:masterClrMapping/>
  </p:clrMapOvr>
</p:sld>
</file>

<file path=ppt/theme/theme1.xml><?xml version="1.0" encoding="utf-8"?>
<a:theme xmlns:a="http://schemas.openxmlformats.org/drawingml/2006/main" name="Office Theme">
  <a:themeElements>
    <a:clrScheme name="PPT custom">
      <a:dk1>
        <a:sysClr val="windowText" lastClr="000000"/>
      </a:dk1>
      <a:lt1>
        <a:sysClr val="window" lastClr="FFFFFF"/>
      </a:lt1>
      <a:dk2>
        <a:srgbClr val="323232"/>
      </a:dk2>
      <a:lt2>
        <a:srgbClr val="E7D7C1"/>
      </a:lt2>
      <a:accent1>
        <a:srgbClr val="74121D"/>
      </a:accent1>
      <a:accent2>
        <a:srgbClr val="A7333F"/>
      </a:accent2>
      <a:accent3>
        <a:srgbClr val="C52233"/>
      </a:accent3>
      <a:accent4>
        <a:srgbClr val="B19C7D"/>
      </a:accent4>
      <a:accent5>
        <a:srgbClr val="7F5F52"/>
      </a:accent5>
      <a:accent6>
        <a:srgbClr val="B27D49"/>
      </a:accent6>
      <a:hlink>
        <a:srgbClr val="FFC000"/>
      </a:hlink>
      <a:folHlink>
        <a:srgbClr val="B26B02"/>
      </a:folHlink>
    </a:clrScheme>
    <a:fontScheme name="Custom 2">
      <a:majorFont>
        <a:latin typeface="Poppins Medium"/>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71585" cap="flat">
          <a:noFill/>
          <a:prstDash val="solid"/>
          <a:miter/>
        </a:ln>
      </a:spPr>
      <a:bodyPr rtlCol="0" anchor="ctr"/>
      <a:lstStyle>
        <a:defPPr algn="l">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9335</TotalTime>
  <Words>2949</Words>
  <Application>Microsoft Office PowerPoint</Application>
  <PresentationFormat>Widescreen</PresentationFormat>
  <Paragraphs>468</Paragraphs>
  <Slides>57</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57</vt:i4>
      </vt:variant>
    </vt:vector>
  </HeadingPairs>
  <TitlesOfParts>
    <vt:vector size="62" baseType="lpstr">
      <vt:lpstr>Arial</vt:lpstr>
      <vt:lpstr>Calibri</vt:lpstr>
      <vt:lpstr>Poppins</vt:lpstr>
      <vt:lpstr>Poppins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of a Person (1)</vt:lpstr>
      <vt:lpstr>..from Nikki’s Persona Profile  </vt:lpstr>
      <vt:lpstr>Example of a Persona (2)</vt:lpstr>
      <vt:lpstr>..from Bob’s Persona Profile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Sample Solution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NOR IDIANA BINTI HAMIDI</dc:creator>
  <cp:lastModifiedBy>SARINA BINTI SULAIMAN</cp:lastModifiedBy>
  <cp:revision>230</cp:revision>
  <dcterms:created xsi:type="dcterms:W3CDTF">2022-06-08T07:39:09Z</dcterms:created>
  <dcterms:modified xsi:type="dcterms:W3CDTF">2025-11-13T04:55:57Z</dcterms:modified>
</cp:coreProperties>
</file>