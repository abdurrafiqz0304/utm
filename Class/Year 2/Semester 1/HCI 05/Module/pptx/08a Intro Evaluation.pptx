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50" r:id="rId2"/>
    <p:sldId id="297" r:id="rId3"/>
    <p:sldId id="351" r:id="rId4"/>
    <p:sldId id="361" r:id="rId5"/>
    <p:sldId id="422" r:id="rId6"/>
    <p:sldId id="423" r:id="rId7"/>
    <p:sldId id="424" r:id="rId8"/>
    <p:sldId id="425" r:id="rId9"/>
    <p:sldId id="426" r:id="rId10"/>
    <p:sldId id="427" r:id="rId11"/>
    <p:sldId id="428" r:id="rId12"/>
    <p:sldId id="360" r:id="rId13"/>
    <p:sldId id="429" r:id="rId14"/>
    <p:sldId id="430" r:id="rId15"/>
    <p:sldId id="432" r:id="rId16"/>
    <p:sldId id="431" r:id="rId17"/>
    <p:sldId id="433" r:id="rId18"/>
    <p:sldId id="435" r:id="rId19"/>
    <p:sldId id="434" r:id="rId20"/>
    <p:sldId id="436" r:id="rId21"/>
    <p:sldId id="437" r:id="rId22"/>
    <p:sldId id="43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29D588-19D2-564B-98A4-BF6559BE7394}">
          <p14:sldIdLst>
            <p14:sldId id="350"/>
            <p14:sldId id="297"/>
          </p14:sldIdLst>
        </p14:section>
        <p14:section name="01 OVERVIEW" id="{59F20EE5-3005-9042-B18E-1AEFAA124C9D}">
          <p14:sldIdLst>
            <p14:sldId id="351"/>
            <p14:sldId id="361"/>
          </p14:sldIdLst>
        </p14:section>
        <p14:section name="02 Types" id="{9EBE7BB0-A3F3-7E4E-AE15-B195F64CEA88}">
          <p14:sldIdLst>
            <p14:sldId id="422"/>
            <p14:sldId id="423"/>
            <p14:sldId id="424"/>
            <p14:sldId id="425"/>
          </p14:sldIdLst>
        </p14:section>
        <p14:section name="03 Evaluation case studies" id="{E8566563-863F-E245-81E6-F190386A7782}">
          <p14:sldIdLst>
            <p14:sldId id="426"/>
            <p14:sldId id="427"/>
            <p14:sldId id="428"/>
            <p14:sldId id="360"/>
            <p14:sldId id="429"/>
            <p14:sldId id="430"/>
            <p14:sldId id="432"/>
            <p14:sldId id="431"/>
            <p14:sldId id="433"/>
            <p14:sldId id="435"/>
          </p14:sldIdLst>
        </p14:section>
        <p14:section name="04 Other issues" id="{02A1E653-42FB-7D4D-89EC-1C722AC26AAB}">
          <p14:sldIdLst>
            <p14:sldId id="434"/>
            <p14:sldId id="436"/>
            <p14:sldId id="437"/>
            <p14:sldId id="4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A6A6A6"/>
    <a:srgbClr val="F2F2F2"/>
    <a:srgbClr val="D9D9D9"/>
    <a:srgbClr val="2C2C2C"/>
    <a:srgbClr val="74121D"/>
    <a:srgbClr val="351F2D"/>
    <a:srgbClr val="5A5A5A"/>
    <a:srgbClr val="D3A76D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709E2-B613-DD48-ADEE-4CC0E42D90D6}" v="25" dt="2025-06-04T17:22:10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31" autoAdjust="0"/>
    <p:restoredTop sz="92409" autoAdjust="0"/>
  </p:normalViewPr>
  <p:slideViewPr>
    <p:cSldViewPr snapToGrid="0">
      <p:cViewPr varScale="1">
        <p:scale>
          <a:sx n="63" d="100"/>
          <a:sy n="63" d="100"/>
        </p:scale>
        <p:origin x="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C0A0B-0DD5-4CD4-9112-161D1F3640A5}" type="datetimeFigureOut">
              <a:rPr lang="en-MY" smtClean="0"/>
              <a:t>21/12/2025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F4BD2-F681-4682-A133-A395F45EFB3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68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47A934-3E89-05AD-D5A0-7A5B35BA2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E508D8A1-89F7-FAFD-B2C1-05BE220248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9" y="0"/>
            <a:ext cx="8736520" cy="6858000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F9298E6D-C367-3666-0F68-F1EE2297B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346" y="943365"/>
            <a:ext cx="1963312" cy="664029"/>
          </a:xfrm>
          <a:prstGeom prst="rect">
            <a:avLst/>
          </a:prstGeom>
        </p:spPr>
      </p:pic>
      <p:sp>
        <p:nvSpPr>
          <p:cNvPr id="5" name="Picture Placeholder 58">
            <a:extLst>
              <a:ext uri="{FF2B5EF4-FFF2-40B4-BE49-F238E27FC236}">
                <a16:creationId xmlns:a16="http://schemas.microsoft.com/office/drawing/2014/main" id="{E4A24835-5836-BEDC-49A3-504DF24B1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3358" y="-16187"/>
            <a:ext cx="5097012" cy="6880967"/>
          </a:xfrm>
          <a:custGeom>
            <a:avLst/>
            <a:gdLst>
              <a:gd name="connsiteX0" fmla="*/ 0 w 7679193"/>
              <a:gd name="connsiteY0" fmla="*/ 3502541 h 7005082"/>
              <a:gd name="connsiteX1" fmla="*/ 1751271 w 7679193"/>
              <a:gd name="connsiteY1" fmla="*/ 2 h 7005082"/>
              <a:gd name="connsiteX2" fmla="*/ 5927923 w 7679193"/>
              <a:gd name="connsiteY2" fmla="*/ 2 h 7005082"/>
              <a:gd name="connsiteX3" fmla="*/ 7679193 w 7679193"/>
              <a:gd name="connsiteY3" fmla="*/ 3502541 h 7005082"/>
              <a:gd name="connsiteX4" fmla="*/ 5927923 w 7679193"/>
              <a:gd name="connsiteY4" fmla="*/ 7005080 h 7005082"/>
              <a:gd name="connsiteX5" fmla="*/ 1751271 w 7679193"/>
              <a:gd name="connsiteY5" fmla="*/ 7005080 h 7005082"/>
              <a:gd name="connsiteX6" fmla="*/ 0 w 7679193"/>
              <a:gd name="connsiteY6" fmla="*/ 3502541 h 7005082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37969 w 7679193"/>
              <a:gd name="connsiteY2" fmla="*/ 106878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37969 w 7679193"/>
              <a:gd name="connsiteY2" fmla="*/ 106878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61719 w 7679193"/>
              <a:gd name="connsiteY2" fmla="*/ 23750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490663 h 6993202"/>
              <a:gd name="connsiteX1" fmla="*/ 4221339 w 7679193"/>
              <a:gd name="connsiteY1" fmla="*/ 0 h 6993202"/>
              <a:gd name="connsiteX2" fmla="*/ 7661719 w 7679193"/>
              <a:gd name="connsiteY2" fmla="*/ 11874 h 6993202"/>
              <a:gd name="connsiteX3" fmla="*/ 7679193 w 7679193"/>
              <a:gd name="connsiteY3" fmla="*/ 3490663 h 6993202"/>
              <a:gd name="connsiteX4" fmla="*/ 5927923 w 7679193"/>
              <a:gd name="connsiteY4" fmla="*/ 6993202 h 6993202"/>
              <a:gd name="connsiteX5" fmla="*/ 1751271 w 7679193"/>
              <a:gd name="connsiteY5" fmla="*/ 6993202 h 6993202"/>
              <a:gd name="connsiteX6" fmla="*/ 0 w 7679193"/>
              <a:gd name="connsiteY6" fmla="*/ 3490663 h 6993202"/>
              <a:gd name="connsiteX0" fmla="*/ 0 w 7679193"/>
              <a:gd name="connsiteY0" fmla="*/ 3478789 h 6981328"/>
              <a:gd name="connsiteX1" fmla="*/ 4236579 w 7679193"/>
              <a:gd name="connsiteY1" fmla="*/ 3366 h 6981328"/>
              <a:gd name="connsiteX2" fmla="*/ 7661719 w 7679193"/>
              <a:gd name="connsiteY2" fmla="*/ 0 h 6981328"/>
              <a:gd name="connsiteX3" fmla="*/ 7679193 w 7679193"/>
              <a:gd name="connsiteY3" fmla="*/ 3478789 h 6981328"/>
              <a:gd name="connsiteX4" fmla="*/ 5927923 w 7679193"/>
              <a:gd name="connsiteY4" fmla="*/ 6981328 h 6981328"/>
              <a:gd name="connsiteX5" fmla="*/ 1751271 w 7679193"/>
              <a:gd name="connsiteY5" fmla="*/ 6981328 h 6981328"/>
              <a:gd name="connsiteX6" fmla="*/ 0 w 7679193"/>
              <a:gd name="connsiteY6" fmla="*/ 3478789 h 6981328"/>
              <a:gd name="connsiteX0" fmla="*/ 1898709 w 5927922"/>
              <a:gd name="connsiteY0" fmla="*/ 1794769 h 6981328"/>
              <a:gd name="connsiteX1" fmla="*/ 248530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4720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7006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7006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6891062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16771"/>
              <a:gd name="connsiteY0" fmla="*/ 1794769 h 6981328"/>
              <a:gd name="connsiteX1" fmla="*/ 2470068 w 5916771"/>
              <a:gd name="connsiteY1" fmla="*/ 3366 h 6981328"/>
              <a:gd name="connsiteX2" fmla="*/ 5910448 w 5916771"/>
              <a:gd name="connsiteY2" fmla="*/ 0 h 6981328"/>
              <a:gd name="connsiteX3" fmla="*/ 5916771 w 5916771"/>
              <a:gd name="connsiteY3" fmla="*/ 6902214 h 6981328"/>
              <a:gd name="connsiteX4" fmla="*/ 4176652 w 5916771"/>
              <a:gd name="connsiteY4" fmla="*/ 6981328 h 6981328"/>
              <a:gd name="connsiteX5" fmla="*/ 0 w 5916771"/>
              <a:gd name="connsiteY5" fmla="*/ 6981328 h 6981328"/>
              <a:gd name="connsiteX6" fmla="*/ 1898709 w 5916771"/>
              <a:gd name="connsiteY6" fmla="*/ 1794769 h 6981328"/>
              <a:gd name="connsiteX0" fmla="*/ 1898709 w 5916771"/>
              <a:gd name="connsiteY0" fmla="*/ 1794769 h 6981328"/>
              <a:gd name="connsiteX1" fmla="*/ 2470068 w 5916771"/>
              <a:gd name="connsiteY1" fmla="*/ 3366 h 6981328"/>
              <a:gd name="connsiteX2" fmla="*/ 5910448 w 5916771"/>
              <a:gd name="connsiteY2" fmla="*/ 0 h 6981328"/>
              <a:gd name="connsiteX3" fmla="*/ 5916771 w 5916771"/>
              <a:gd name="connsiteY3" fmla="*/ 6902214 h 6981328"/>
              <a:gd name="connsiteX4" fmla="*/ 730925 w 5916771"/>
              <a:gd name="connsiteY4" fmla="*/ 6892118 h 6981328"/>
              <a:gd name="connsiteX5" fmla="*/ 0 w 5916771"/>
              <a:gd name="connsiteY5" fmla="*/ 6981328 h 6981328"/>
              <a:gd name="connsiteX6" fmla="*/ 1898709 w 5916771"/>
              <a:gd name="connsiteY6" fmla="*/ 1794769 h 6981328"/>
              <a:gd name="connsiteX0" fmla="*/ 1167784 w 5185846"/>
              <a:gd name="connsiteY0" fmla="*/ 1794769 h 6902214"/>
              <a:gd name="connsiteX1" fmla="*/ 1739143 w 5185846"/>
              <a:gd name="connsiteY1" fmla="*/ 3366 h 6902214"/>
              <a:gd name="connsiteX2" fmla="*/ 5179523 w 5185846"/>
              <a:gd name="connsiteY2" fmla="*/ 0 h 6902214"/>
              <a:gd name="connsiteX3" fmla="*/ 5185846 w 5185846"/>
              <a:gd name="connsiteY3" fmla="*/ 6902214 h 6902214"/>
              <a:gd name="connsiteX4" fmla="*/ 0 w 5185846"/>
              <a:gd name="connsiteY4" fmla="*/ 6892118 h 6902214"/>
              <a:gd name="connsiteX5" fmla="*/ 1700041 w 5185846"/>
              <a:gd name="connsiteY5" fmla="*/ 1818313 h 6902214"/>
              <a:gd name="connsiteX6" fmla="*/ 1167784 w 5185846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44285 w 5130090"/>
              <a:gd name="connsiteY5" fmla="*/ 1818313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08843 w 5130090"/>
              <a:gd name="connsiteY5" fmla="*/ 1789960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112028 w 5130090"/>
              <a:gd name="connsiteY6" fmla="*/ 1794769 h 6902214"/>
              <a:gd name="connsiteX0" fmla="*/ 1097851 w 5130090"/>
              <a:gd name="connsiteY0" fmla="*/ 1808946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097851 w 5130090"/>
              <a:gd name="connsiteY6" fmla="*/ 1808946 h 6902214"/>
              <a:gd name="connsiteX0" fmla="*/ 1069498 w 5101737"/>
              <a:gd name="connsiteY0" fmla="*/ 1808946 h 6902214"/>
              <a:gd name="connsiteX1" fmla="*/ 1655034 w 5101737"/>
              <a:gd name="connsiteY1" fmla="*/ 3366 h 6902214"/>
              <a:gd name="connsiteX2" fmla="*/ 5095414 w 5101737"/>
              <a:gd name="connsiteY2" fmla="*/ 0 h 6902214"/>
              <a:gd name="connsiteX3" fmla="*/ 5101737 w 5101737"/>
              <a:gd name="connsiteY3" fmla="*/ 6902214 h 6902214"/>
              <a:gd name="connsiteX4" fmla="*/ 0 w 5101737"/>
              <a:gd name="connsiteY4" fmla="*/ 6880967 h 6902214"/>
              <a:gd name="connsiteX5" fmla="*/ 1594667 w 5101737"/>
              <a:gd name="connsiteY5" fmla="*/ 1811225 h 6902214"/>
              <a:gd name="connsiteX6" fmla="*/ 1069498 w 5101737"/>
              <a:gd name="connsiteY6" fmla="*/ 1808946 h 6902214"/>
              <a:gd name="connsiteX0" fmla="*/ 1069498 w 5101737"/>
              <a:gd name="connsiteY0" fmla="*/ 1808946 h 6895125"/>
              <a:gd name="connsiteX1" fmla="*/ 1655034 w 5101737"/>
              <a:gd name="connsiteY1" fmla="*/ 3366 h 6895125"/>
              <a:gd name="connsiteX2" fmla="*/ 5095414 w 5101737"/>
              <a:gd name="connsiteY2" fmla="*/ 0 h 6895125"/>
              <a:gd name="connsiteX3" fmla="*/ 5101737 w 5101737"/>
              <a:gd name="connsiteY3" fmla="*/ 6895125 h 6895125"/>
              <a:gd name="connsiteX4" fmla="*/ 0 w 5101737"/>
              <a:gd name="connsiteY4" fmla="*/ 6880967 h 6895125"/>
              <a:gd name="connsiteX5" fmla="*/ 1594667 w 5101737"/>
              <a:gd name="connsiteY5" fmla="*/ 1811225 h 6895125"/>
              <a:gd name="connsiteX6" fmla="*/ 1069498 w 5101737"/>
              <a:gd name="connsiteY6" fmla="*/ 1808946 h 6895125"/>
              <a:gd name="connsiteX0" fmla="*/ 1069498 w 5097012"/>
              <a:gd name="connsiteY0" fmla="*/ 1808946 h 6880967"/>
              <a:gd name="connsiteX1" fmla="*/ 1655034 w 5097012"/>
              <a:gd name="connsiteY1" fmla="*/ 3366 h 6880967"/>
              <a:gd name="connsiteX2" fmla="*/ 5095414 w 5097012"/>
              <a:gd name="connsiteY2" fmla="*/ 0 h 6880967"/>
              <a:gd name="connsiteX3" fmla="*/ 5094649 w 5097012"/>
              <a:gd name="connsiteY3" fmla="*/ 6880948 h 6880967"/>
              <a:gd name="connsiteX4" fmla="*/ 0 w 5097012"/>
              <a:gd name="connsiteY4" fmla="*/ 6880967 h 6880967"/>
              <a:gd name="connsiteX5" fmla="*/ 1594667 w 5097012"/>
              <a:gd name="connsiteY5" fmla="*/ 1811225 h 6880967"/>
              <a:gd name="connsiteX6" fmla="*/ 1069498 w 5097012"/>
              <a:gd name="connsiteY6" fmla="*/ 1808946 h 6880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97012" h="6880967">
                <a:moveTo>
                  <a:pt x="1069498" y="1808946"/>
                </a:moveTo>
                <a:lnTo>
                  <a:pt x="1655034" y="3366"/>
                </a:lnTo>
                <a:lnTo>
                  <a:pt x="5095414" y="0"/>
                </a:lnTo>
                <a:cubicBezTo>
                  <a:pt x="5101239" y="1159596"/>
                  <a:pt x="5088824" y="5721352"/>
                  <a:pt x="5094649" y="6880948"/>
                </a:cubicBezTo>
                <a:lnTo>
                  <a:pt x="0" y="6880967"/>
                </a:lnTo>
                <a:lnTo>
                  <a:pt x="1594667" y="1811225"/>
                </a:lnTo>
                <a:lnTo>
                  <a:pt x="1069498" y="1808946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3221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DAC918-69A7-1F81-9143-C4470BEA45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2000">
                <a:schemeClr val="bg1"/>
              </a:gs>
              <a:gs pos="8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6000000" scaled="0"/>
          </a:gradFill>
          <a:ln w="7158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MY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24F89DFC-6C4C-1B65-FADE-ED74049BFD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7052" y="-39938"/>
            <a:ext cx="7679193" cy="7005082"/>
          </a:xfrm>
          <a:custGeom>
            <a:avLst/>
            <a:gdLst>
              <a:gd name="connsiteX0" fmla="*/ 7 w 6342063"/>
              <a:gd name="connsiteY0" fmla="*/ 2636495 h 6902450"/>
              <a:gd name="connsiteX1" fmla="*/ 3171032 w 6342063"/>
              <a:gd name="connsiteY1" fmla="*/ 0 h 6902450"/>
              <a:gd name="connsiteX2" fmla="*/ 6342056 w 6342063"/>
              <a:gd name="connsiteY2" fmla="*/ 2636495 h 6902450"/>
              <a:gd name="connsiteX3" fmla="*/ 5130833 w 6342063"/>
              <a:gd name="connsiteY3" fmla="*/ 6902432 h 6902450"/>
              <a:gd name="connsiteX4" fmla="*/ 1211230 w 6342063"/>
              <a:gd name="connsiteY4" fmla="*/ 6902432 h 6902450"/>
              <a:gd name="connsiteX5" fmla="*/ 7 w 6342063"/>
              <a:gd name="connsiteY5" fmla="*/ 2636495 h 6902450"/>
              <a:gd name="connsiteX0" fmla="*/ 930398 w 7272447"/>
              <a:gd name="connsiteY0" fmla="*/ 2636495 h 6902432"/>
              <a:gd name="connsiteX1" fmla="*/ 4101423 w 7272447"/>
              <a:gd name="connsiteY1" fmla="*/ 0 h 6902432"/>
              <a:gd name="connsiteX2" fmla="*/ 7272447 w 7272447"/>
              <a:gd name="connsiteY2" fmla="*/ 2636495 h 6902432"/>
              <a:gd name="connsiteX3" fmla="*/ 6061224 w 7272447"/>
              <a:gd name="connsiteY3" fmla="*/ 6902432 h 6902432"/>
              <a:gd name="connsiteX4" fmla="*/ 0 w 7272447"/>
              <a:gd name="connsiteY4" fmla="*/ 6866337 h 6902432"/>
              <a:gd name="connsiteX5" fmla="*/ 930398 w 7272447"/>
              <a:gd name="connsiteY5" fmla="*/ 2636495 h 6902432"/>
              <a:gd name="connsiteX0" fmla="*/ 3637504 w 7272447"/>
              <a:gd name="connsiteY0" fmla="*/ 25642 h 6902432"/>
              <a:gd name="connsiteX1" fmla="*/ 4101423 w 7272447"/>
              <a:gd name="connsiteY1" fmla="*/ 0 h 6902432"/>
              <a:gd name="connsiteX2" fmla="*/ 7272447 w 7272447"/>
              <a:gd name="connsiteY2" fmla="*/ 2636495 h 6902432"/>
              <a:gd name="connsiteX3" fmla="*/ 6061224 w 7272447"/>
              <a:gd name="connsiteY3" fmla="*/ 6902432 h 6902432"/>
              <a:gd name="connsiteX4" fmla="*/ 0 w 7272447"/>
              <a:gd name="connsiteY4" fmla="*/ 6866337 h 6902432"/>
              <a:gd name="connsiteX5" fmla="*/ 3637504 w 7272447"/>
              <a:gd name="connsiteY5" fmla="*/ 25642 h 6902432"/>
              <a:gd name="connsiteX0" fmla="*/ 4022514 w 7657457"/>
              <a:gd name="connsiteY0" fmla="*/ 25642 h 6902432"/>
              <a:gd name="connsiteX1" fmla="*/ 4486433 w 7657457"/>
              <a:gd name="connsiteY1" fmla="*/ 0 h 6902432"/>
              <a:gd name="connsiteX2" fmla="*/ 7657457 w 7657457"/>
              <a:gd name="connsiteY2" fmla="*/ 2636495 h 6902432"/>
              <a:gd name="connsiteX3" fmla="*/ 6446234 w 7657457"/>
              <a:gd name="connsiteY3" fmla="*/ 6902432 h 6902432"/>
              <a:gd name="connsiteX4" fmla="*/ 0 w 7657457"/>
              <a:gd name="connsiteY4" fmla="*/ 6878369 h 6902432"/>
              <a:gd name="connsiteX5" fmla="*/ 4022514 w 7657457"/>
              <a:gd name="connsiteY5" fmla="*/ 25642 h 6902432"/>
              <a:gd name="connsiteX0" fmla="*/ 3842040 w 7657457"/>
              <a:gd name="connsiteY0" fmla="*/ 0 h 6924916"/>
              <a:gd name="connsiteX1" fmla="*/ 4486433 w 7657457"/>
              <a:gd name="connsiteY1" fmla="*/ 22484 h 6924916"/>
              <a:gd name="connsiteX2" fmla="*/ 7657457 w 7657457"/>
              <a:gd name="connsiteY2" fmla="*/ 2658979 h 6924916"/>
              <a:gd name="connsiteX3" fmla="*/ 6446234 w 7657457"/>
              <a:gd name="connsiteY3" fmla="*/ 6924916 h 6924916"/>
              <a:gd name="connsiteX4" fmla="*/ 0 w 7657457"/>
              <a:gd name="connsiteY4" fmla="*/ 6900853 h 6924916"/>
              <a:gd name="connsiteX5" fmla="*/ 3842040 w 7657457"/>
              <a:gd name="connsiteY5" fmla="*/ 0 h 6924916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657457 w 7759022"/>
              <a:gd name="connsiteY2" fmla="*/ 2660558 h 6926495"/>
              <a:gd name="connsiteX3" fmla="*/ 6446234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177916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177916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335232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3276239 h 6926495"/>
              <a:gd name="connsiteX3" fmla="*/ 6446234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3276239 h 6926495"/>
              <a:gd name="connsiteX3" fmla="*/ 6303015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4333859 h 6926495"/>
              <a:gd name="connsiteX3" fmla="*/ 6303015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59545"/>
              <a:gd name="connsiteX1" fmla="*/ 7759022 w 7759022"/>
              <a:gd name="connsiteY1" fmla="*/ 0 h 6959545"/>
              <a:gd name="connsiteX2" fmla="*/ 7758109 w 7759022"/>
              <a:gd name="connsiteY2" fmla="*/ 4333859 h 6959545"/>
              <a:gd name="connsiteX3" fmla="*/ 6258948 w 7759022"/>
              <a:gd name="connsiteY3" fmla="*/ 6959545 h 6959545"/>
              <a:gd name="connsiteX4" fmla="*/ 0 w 7759022"/>
              <a:gd name="connsiteY4" fmla="*/ 6902432 h 6959545"/>
              <a:gd name="connsiteX5" fmla="*/ 3842040 w 7759022"/>
              <a:gd name="connsiteY5" fmla="*/ 1579 h 6959545"/>
              <a:gd name="connsiteX0" fmla="*/ 3842040 w 7759022"/>
              <a:gd name="connsiteY0" fmla="*/ 1579 h 6990567"/>
              <a:gd name="connsiteX1" fmla="*/ 7759022 w 7759022"/>
              <a:gd name="connsiteY1" fmla="*/ 0 h 6990567"/>
              <a:gd name="connsiteX2" fmla="*/ 7758109 w 7759022"/>
              <a:gd name="connsiteY2" fmla="*/ 4333859 h 6990567"/>
              <a:gd name="connsiteX3" fmla="*/ 6258948 w 7759022"/>
              <a:gd name="connsiteY3" fmla="*/ 6959545 h 6990567"/>
              <a:gd name="connsiteX4" fmla="*/ 0 w 7759022"/>
              <a:gd name="connsiteY4" fmla="*/ 6990567 h 6990567"/>
              <a:gd name="connsiteX5" fmla="*/ 3842040 w 7759022"/>
              <a:gd name="connsiteY5" fmla="*/ 1579 h 6990567"/>
              <a:gd name="connsiteX0" fmla="*/ 4125068 w 7759022"/>
              <a:gd name="connsiteY0" fmla="*/ 1579 h 6990567"/>
              <a:gd name="connsiteX1" fmla="*/ 7759022 w 7759022"/>
              <a:gd name="connsiteY1" fmla="*/ 0 h 6990567"/>
              <a:gd name="connsiteX2" fmla="*/ 7758109 w 7759022"/>
              <a:gd name="connsiteY2" fmla="*/ 4333859 h 6990567"/>
              <a:gd name="connsiteX3" fmla="*/ 6258948 w 7759022"/>
              <a:gd name="connsiteY3" fmla="*/ 6959545 h 6990567"/>
              <a:gd name="connsiteX4" fmla="*/ 0 w 7759022"/>
              <a:gd name="connsiteY4" fmla="*/ 6990567 h 6990567"/>
              <a:gd name="connsiteX5" fmla="*/ 4125068 w 7759022"/>
              <a:gd name="connsiteY5" fmla="*/ 1579 h 6990567"/>
              <a:gd name="connsiteX0" fmla="*/ 4023468 w 7657422"/>
              <a:gd name="connsiteY0" fmla="*/ 1579 h 6959545"/>
              <a:gd name="connsiteX1" fmla="*/ 7657422 w 7657422"/>
              <a:gd name="connsiteY1" fmla="*/ 0 h 6959545"/>
              <a:gd name="connsiteX2" fmla="*/ 7656509 w 7657422"/>
              <a:gd name="connsiteY2" fmla="*/ 4333859 h 6959545"/>
              <a:gd name="connsiteX3" fmla="*/ 6157348 w 7657422"/>
              <a:gd name="connsiteY3" fmla="*/ 6959545 h 6959545"/>
              <a:gd name="connsiteX4" fmla="*/ 0 w 7657422"/>
              <a:gd name="connsiteY4" fmla="*/ 6939767 h 6959545"/>
              <a:gd name="connsiteX5" fmla="*/ 4023468 w 7657422"/>
              <a:gd name="connsiteY5" fmla="*/ 1579 h 6959545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6179119 w 7679193"/>
              <a:gd name="connsiteY3" fmla="*/ 6959545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5707404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5801747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63766 w 7679193"/>
              <a:gd name="connsiteY2" fmla="*/ 3804087 h 7005082"/>
              <a:gd name="connsiteX3" fmla="*/ 5801747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9193" h="7005082">
                <a:moveTo>
                  <a:pt x="4045239" y="1579"/>
                </a:moveTo>
                <a:lnTo>
                  <a:pt x="7679193" y="0"/>
                </a:lnTo>
                <a:cubicBezTo>
                  <a:pt x="7678889" y="1092080"/>
                  <a:pt x="7664070" y="2712007"/>
                  <a:pt x="7663766" y="3804087"/>
                </a:cubicBezTo>
                <a:lnTo>
                  <a:pt x="5801747" y="6988573"/>
                </a:lnTo>
                <a:lnTo>
                  <a:pt x="0" y="7005082"/>
                </a:lnTo>
                <a:lnTo>
                  <a:pt x="4045239" y="1579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A67EEDB7-4D0A-A800-DE28-0C4984B110CA}"/>
              </a:ext>
            </a:extLst>
          </p:cNvPr>
          <p:cNvSpPr>
            <a:spLocks/>
          </p:cNvSpPr>
          <p:nvPr userDrawn="1"/>
        </p:nvSpPr>
        <p:spPr bwMode="auto">
          <a:xfrm>
            <a:off x="876629" y="-15775"/>
            <a:ext cx="7686809" cy="6857999"/>
          </a:xfrm>
          <a:custGeom>
            <a:avLst/>
            <a:gdLst>
              <a:gd name="T0" fmla="*/ 0 w 956"/>
              <a:gd name="T1" fmla="*/ 513 h 801"/>
              <a:gd name="T2" fmla="*/ 0 w 956"/>
              <a:gd name="T3" fmla="*/ 801 h 801"/>
              <a:gd name="T4" fmla="*/ 495 w 956"/>
              <a:gd name="T5" fmla="*/ 801 h 801"/>
              <a:gd name="T6" fmla="*/ 956 w 956"/>
              <a:gd name="T7" fmla="*/ 0 h 801"/>
              <a:gd name="T8" fmla="*/ 290 w 956"/>
              <a:gd name="T9" fmla="*/ 0 h 801"/>
              <a:gd name="T10" fmla="*/ 0 w 956"/>
              <a:gd name="T11" fmla="*/ 513 h 801"/>
              <a:gd name="connsiteX0" fmla="*/ 0 w 10000"/>
              <a:gd name="connsiteY0" fmla="*/ 6404 h 10000"/>
              <a:gd name="connsiteX1" fmla="*/ 0 w 10000"/>
              <a:gd name="connsiteY1" fmla="*/ 10000 h 10000"/>
              <a:gd name="connsiteX2" fmla="*/ 4844 w 10000"/>
              <a:gd name="connsiteY2" fmla="*/ 10000 h 10000"/>
              <a:gd name="connsiteX3" fmla="*/ 10000 w 10000"/>
              <a:gd name="connsiteY3" fmla="*/ 0 h 10000"/>
              <a:gd name="connsiteX4" fmla="*/ 3033 w 10000"/>
              <a:gd name="connsiteY4" fmla="*/ 0 h 10000"/>
              <a:gd name="connsiteX5" fmla="*/ 0 w 10000"/>
              <a:gd name="connsiteY5" fmla="*/ 640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5000">
                <a:srgbClr val="2C2C2C"/>
              </a:gs>
              <a:gs pos="62000">
                <a:schemeClr val="tx2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60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33CB460A-39A9-54F6-0195-13B362A33766}"/>
              </a:ext>
            </a:extLst>
          </p:cNvPr>
          <p:cNvSpPr>
            <a:spLocks/>
          </p:cNvSpPr>
          <p:nvPr userDrawn="1"/>
        </p:nvSpPr>
        <p:spPr bwMode="auto">
          <a:xfrm>
            <a:off x="-32223" y="-14401"/>
            <a:ext cx="8108976" cy="6902576"/>
          </a:xfrm>
          <a:custGeom>
            <a:avLst/>
            <a:gdLst>
              <a:gd name="T0" fmla="*/ 0 w 722"/>
              <a:gd name="T1" fmla="*/ 0 h 796"/>
              <a:gd name="T2" fmla="*/ 722 w 722"/>
              <a:gd name="T3" fmla="*/ 0 h 796"/>
              <a:gd name="T4" fmla="*/ 273 w 722"/>
              <a:gd name="T5" fmla="*/ 796 h 796"/>
              <a:gd name="T6" fmla="*/ 0 w 722"/>
              <a:gd name="T7" fmla="*/ 796 h 796"/>
              <a:gd name="T8" fmla="*/ 0 w 722"/>
              <a:gd name="T9" fmla="*/ 0 h 796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6231 w 10000"/>
              <a:gd name="connsiteY2" fmla="*/ 9977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2115"/>
              <a:gd name="connsiteY0" fmla="*/ 23 h 10023"/>
              <a:gd name="connsiteX1" fmla="*/ 12115 w 12115"/>
              <a:gd name="connsiteY1" fmla="*/ 0 h 10023"/>
              <a:gd name="connsiteX2" fmla="*/ 6231 w 12115"/>
              <a:gd name="connsiteY2" fmla="*/ 10000 h 10023"/>
              <a:gd name="connsiteX3" fmla="*/ 0 w 12115"/>
              <a:gd name="connsiteY3" fmla="*/ 10023 h 10023"/>
              <a:gd name="connsiteX4" fmla="*/ 0 w 12115"/>
              <a:gd name="connsiteY4" fmla="*/ 23 h 10023"/>
              <a:gd name="connsiteX0" fmla="*/ 0 w 12270"/>
              <a:gd name="connsiteY0" fmla="*/ 46 h 10046"/>
              <a:gd name="connsiteX1" fmla="*/ 12270 w 12270"/>
              <a:gd name="connsiteY1" fmla="*/ 0 h 10046"/>
              <a:gd name="connsiteX2" fmla="*/ 6231 w 12270"/>
              <a:gd name="connsiteY2" fmla="*/ 10023 h 10046"/>
              <a:gd name="connsiteX3" fmla="*/ 0 w 12270"/>
              <a:gd name="connsiteY3" fmla="*/ 10046 h 10046"/>
              <a:gd name="connsiteX4" fmla="*/ 0 w 12270"/>
              <a:gd name="connsiteY4" fmla="*/ 46 h 10046"/>
              <a:gd name="connsiteX0" fmla="*/ 0 w 12451"/>
              <a:gd name="connsiteY0" fmla="*/ 23 h 10023"/>
              <a:gd name="connsiteX1" fmla="*/ 12451 w 12451"/>
              <a:gd name="connsiteY1" fmla="*/ 0 h 10023"/>
              <a:gd name="connsiteX2" fmla="*/ 6231 w 12451"/>
              <a:gd name="connsiteY2" fmla="*/ 10000 h 10023"/>
              <a:gd name="connsiteX3" fmla="*/ 0 w 12451"/>
              <a:gd name="connsiteY3" fmla="*/ 10023 h 10023"/>
              <a:gd name="connsiteX4" fmla="*/ 0 w 12451"/>
              <a:gd name="connsiteY4" fmla="*/ 23 h 10023"/>
              <a:gd name="connsiteX0" fmla="*/ 0 w 12606"/>
              <a:gd name="connsiteY0" fmla="*/ 23 h 10023"/>
              <a:gd name="connsiteX1" fmla="*/ 12606 w 12606"/>
              <a:gd name="connsiteY1" fmla="*/ 0 h 10023"/>
              <a:gd name="connsiteX2" fmla="*/ 6231 w 12606"/>
              <a:gd name="connsiteY2" fmla="*/ 10000 h 10023"/>
              <a:gd name="connsiteX3" fmla="*/ 0 w 12606"/>
              <a:gd name="connsiteY3" fmla="*/ 10023 h 10023"/>
              <a:gd name="connsiteX4" fmla="*/ 0 w 12606"/>
              <a:gd name="connsiteY4" fmla="*/ 23 h 10023"/>
              <a:gd name="connsiteX0" fmla="*/ 1496 w 14102"/>
              <a:gd name="connsiteY0" fmla="*/ 23 h 10046"/>
              <a:gd name="connsiteX1" fmla="*/ 14102 w 14102"/>
              <a:gd name="connsiteY1" fmla="*/ 0 h 10046"/>
              <a:gd name="connsiteX2" fmla="*/ 7727 w 14102"/>
              <a:gd name="connsiteY2" fmla="*/ 10000 h 10046"/>
              <a:gd name="connsiteX3" fmla="*/ 0 w 14102"/>
              <a:gd name="connsiteY3" fmla="*/ 10046 h 10046"/>
              <a:gd name="connsiteX4" fmla="*/ 1496 w 14102"/>
              <a:gd name="connsiteY4" fmla="*/ 23 h 10046"/>
              <a:gd name="connsiteX0" fmla="*/ 52 w 14102"/>
              <a:gd name="connsiteY0" fmla="*/ 23 h 10046"/>
              <a:gd name="connsiteX1" fmla="*/ 14102 w 14102"/>
              <a:gd name="connsiteY1" fmla="*/ 0 h 10046"/>
              <a:gd name="connsiteX2" fmla="*/ 7727 w 14102"/>
              <a:gd name="connsiteY2" fmla="*/ 10000 h 10046"/>
              <a:gd name="connsiteX3" fmla="*/ 0 w 14102"/>
              <a:gd name="connsiteY3" fmla="*/ 10046 h 10046"/>
              <a:gd name="connsiteX4" fmla="*/ 52 w 14102"/>
              <a:gd name="connsiteY4" fmla="*/ 23 h 10046"/>
              <a:gd name="connsiteX0" fmla="*/ 52 w 14102"/>
              <a:gd name="connsiteY0" fmla="*/ 23 h 10046"/>
              <a:gd name="connsiteX1" fmla="*/ 14102 w 14102"/>
              <a:gd name="connsiteY1" fmla="*/ 0 h 10046"/>
              <a:gd name="connsiteX2" fmla="*/ 7762 w 14102"/>
              <a:gd name="connsiteY2" fmla="*/ 10016 h 10046"/>
              <a:gd name="connsiteX3" fmla="*/ 0 w 14102"/>
              <a:gd name="connsiteY3" fmla="*/ 10046 h 10046"/>
              <a:gd name="connsiteX4" fmla="*/ 52 w 14102"/>
              <a:gd name="connsiteY4" fmla="*/ 23 h 10046"/>
              <a:gd name="connsiteX0" fmla="*/ 52 w 16864"/>
              <a:gd name="connsiteY0" fmla="*/ 3 h 10026"/>
              <a:gd name="connsiteX1" fmla="*/ 16864 w 16864"/>
              <a:gd name="connsiteY1" fmla="*/ 0 h 10026"/>
              <a:gd name="connsiteX2" fmla="*/ 7762 w 16864"/>
              <a:gd name="connsiteY2" fmla="*/ 9996 h 10026"/>
              <a:gd name="connsiteX3" fmla="*/ 0 w 16864"/>
              <a:gd name="connsiteY3" fmla="*/ 10026 h 10026"/>
              <a:gd name="connsiteX4" fmla="*/ 52 w 16864"/>
              <a:gd name="connsiteY4" fmla="*/ 3 h 10026"/>
              <a:gd name="connsiteX0" fmla="*/ 52 w 16864"/>
              <a:gd name="connsiteY0" fmla="*/ 3 h 10036"/>
              <a:gd name="connsiteX1" fmla="*/ 16864 w 16864"/>
              <a:gd name="connsiteY1" fmla="*/ 0 h 10036"/>
              <a:gd name="connsiteX2" fmla="*/ 10479 w 16864"/>
              <a:gd name="connsiteY2" fmla="*/ 10036 h 10036"/>
              <a:gd name="connsiteX3" fmla="*/ 0 w 16864"/>
              <a:gd name="connsiteY3" fmla="*/ 10026 h 10036"/>
              <a:gd name="connsiteX4" fmla="*/ 52 w 16864"/>
              <a:gd name="connsiteY4" fmla="*/ 3 h 10036"/>
              <a:gd name="connsiteX0" fmla="*/ 52 w 17532"/>
              <a:gd name="connsiteY0" fmla="*/ 3 h 10036"/>
              <a:gd name="connsiteX1" fmla="*/ 17532 w 17532"/>
              <a:gd name="connsiteY1" fmla="*/ 0 h 10036"/>
              <a:gd name="connsiteX2" fmla="*/ 10479 w 17532"/>
              <a:gd name="connsiteY2" fmla="*/ 10036 h 10036"/>
              <a:gd name="connsiteX3" fmla="*/ 0 w 17532"/>
              <a:gd name="connsiteY3" fmla="*/ 10026 h 10036"/>
              <a:gd name="connsiteX4" fmla="*/ 52 w 17532"/>
              <a:gd name="connsiteY4" fmla="*/ 3 h 1003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014 w 17532"/>
              <a:gd name="connsiteY2" fmla="*/ 997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081 w 17532"/>
              <a:gd name="connsiteY2" fmla="*/ 997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215 w 17532"/>
              <a:gd name="connsiteY2" fmla="*/ 999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19 w 17532"/>
              <a:gd name="connsiteY0" fmla="*/ 3 h 10026"/>
              <a:gd name="connsiteX1" fmla="*/ 17532 w 17532"/>
              <a:gd name="connsiteY1" fmla="*/ 0 h 10026"/>
              <a:gd name="connsiteX2" fmla="*/ 11215 w 17532"/>
              <a:gd name="connsiteY2" fmla="*/ 9995 h 10026"/>
              <a:gd name="connsiteX3" fmla="*/ 0 w 17532"/>
              <a:gd name="connsiteY3" fmla="*/ 10026 h 10026"/>
              <a:gd name="connsiteX4" fmla="*/ 19 w 17532"/>
              <a:gd name="connsiteY4" fmla="*/ 3 h 10026"/>
              <a:gd name="connsiteX0" fmla="*/ 19 w 17543"/>
              <a:gd name="connsiteY0" fmla="*/ 13 h 10036"/>
              <a:gd name="connsiteX1" fmla="*/ 17543 w 17543"/>
              <a:gd name="connsiteY1" fmla="*/ 0 h 10036"/>
              <a:gd name="connsiteX2" fmla="*/ 11215 w 17543"/>
              <a:gd name="connsiteY2" fmla="*/ 10005 h 10036"/>
              <a:gd name="connsiteX3" fmla="*/ 0 w 17543"/>
              <a:gd name="connsiteY3" fmla="*/ 10036 h 10036"/>
              <a:gd name="connsiteX4" fmla="*/ 19 w 17543"/>
              <a:gd name="connsiteY4" fmla="*/ 13 h 10036"/>
              <a:gd name="connsiteX0" fmla="*/ 8 w 17543"/>
              <a:gd name="connsiteY0" fmla="*/ 0 h 10044"/>
              <a:gd name="connsiteX1" fmla="*/ 17543 w 17543"/>
              <a:gd name="connsiteY1" fmla="*/ 8 h 10044"/>
              <a:gd name="connsiteX2" fmla="*/ 11215 w 17543"/>
              <a:gd name="connsiteY2" fmla="*/ 10013 h 10044"/>
              <a:gd name="connsiteX3" fmla="*/ 0 w 17543"/>
              <a:gd name="connsiteY3" fmla="*/ 10044 h 10044"/>
              <a:gd name="connsiteX4" fmla="*/ 8 w 17543"/>
              <a:gd name="connsiteY4" fmla="*/ 0 h 10044"/>
              <a:gd name="connsiteX0" fmla="*/ 8 w 11215"/>
              <a:gd name="connsiteY0" fmla="*/ 27 h 10071"/>
              <a:gd name="connsiteX1" fmla="*/ 10522 w 11215"/>
              <a:gd name="connsiteY1" fmla="*/ 0 h 10071"/>
              <a:gd name="connsiteX2" fmla="*/ 11215 w 11215"/>
              <a:gd name="connsiteY2" fmla="*/ 10040 h 10071"/>
              <a:gd name="connsiteX3" fmla="*/ 0 w 11215"/>
              <a:gd name="connsiteY3" fmla="*/ 10071 h 10071"/>
              <a:gd name="connsiteX4" fmla="*/ 8 w 11215"/>
              <a:gd name="connsiteY4" fmla="*/ 27 h 10071"/>
              <a:gd name="connsiteX0" fmla="*/ 8 w 10522"/>
              <a:gd name="connsiteY0" fmla="*/ 27 h 10075"/>
              <a:gd name="connsiteX1" fmla="*/ 10522 w 10522"/>
              <a:gd name="connsiteY1" fmla="*/ 0 h 10075"/>
              <a:gd name="connsiteX2" fmla="*/ 6940 w 10522"/>
              <a:gd name="connsiteY2" fmla="*/ 10075 h 10075"/>
              <a:gd name="connsiteX3" fmla="*/ 0 w 10522"/>
              <a:gd name="connsiteY3" fmla="*/ 10071 h 10075"/>
              <a:gd name="connsiteX4" fmla="*/ 8 w 10522"/>
              <a:gd name="connsiteY4" fmla="*/ 27 h 10075"/>
              <a:gd name="connsiteX0" fmla="*/ 8 w 13036"/>
              <a:gd name="connsiteY0" fmla="*/ 0 h 10048"/>
              <a:gd name="connsiteX1" fmla="*/ 13036 w 13036"/>
              <a:gd name="connsiteY1" fmla="*/ 26 h 10048"/>
              <a:gd name="connsiteX2" fmla="*/ 6940 w 13036"/>
              <a:gd name="connsiteY2" fmla="*/ 10048 h 10048"/>
              <a:gd name="connsiteX3" fmla="*/ 0 w 13036"/>
              <a:gd name="connsiteY3" fmla="*/ 10044 h 10048"/>
              <a:gd name="connsiteX4" fmla="*/ 8 w 13036"/>
              <a:gd name="connsiteY4" fmla="*/ 0 h 10048"/>
              <a:gd name="connsiteX0" fmla="*/ 8 w 13036"/>
              <a:gd name="connsiteY0" fmla="*/ 0 h 10044"/>
              <a:gd name="connsiteX1" fmla="*/ 13036 w 13036"/>
              <a:gd name="connsiteY1" fmla="*/ 26 h 10044"/>
              <a:gd name="connsiteX2" fmla="*/ 6882 w 13036"/>
              <a:gd name="connsiteY2" fmla="*/ 10030 h 10044"/>
              <a:gd name="connsiteX3" fmla="*/ 0 w 13036"/>
              <a:gd name="connsiteY3" fmla="*/ 10044 h 10044"/>
              <a:gd name="connsiteX4" fmla="*/ 8 w 13036"/>
              <a:gd name="connsiteY4" fmla="*/ 0 h 10044"/>
              <a:gd name="connsiteX0" fmla="*/ 8 w 13036"/>
              <a:gd name="connsiteY0" fmla="*/ 0 h 10065"/>
              <a:gd name="connsiteX1" fmla="*/ 13036 w 13036"/>
              <a:gd name="connsiteY1" fmla="*/ 26 h 10065"/>
              <a:gd name="connsiteX2" fmla="*/ 6689 w 13036"/>
              <a:gd name="connsiteY2" fmla="*/ 10065 h 10065"/>
              <a:gd name="connsiteX3" fmla="*/ 0 w 13036"/>
              <a:gd name="connsiteY3" fmla="*/ 10044 h 10065"/>
              <a:gd name="connsiteX4" fmla="*/ 8 w 13036"/>
              <a:gd name="connsiteY4" fmla="*/ 0 h 1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36" h="10065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52000">
                <a:schemeClr val="tx1">
                  <a:lumMod val="75000"/>
                  <a:lumOff val="25000"/>
                </a:schemeClr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4E811A-68E1-6A97-C96E-3F27C8F76BE0}"/>
              </a:ext>
            </a:extLst>
          </p:cNvPr>
          <p:cNvSpPr>
            <a:spLocks/>
          </p:cNvSpPr>
          <p:nvPr userDrawn="1"/>
        </p:nvSpPr>
        <p:spPr bwMode="auto">
          <a:xfrm>
            <a:off x="2209176" y="3456710"/>
            <a:ext cx="4299176" cy="3429000"/>
          </a:xfrm>
          <a:custGeom>
            <a:avLst/>
            <a:gdLst>
              <a:gd name="T0" fmla="*/ 499 w 499"/>
              <a:gd name="T1" fmla="*/ 0 h 398"/>
              <a:gd name="T2" fmla="*/ 226 w 499"/>
              <a:gd name="T3" fmla="*/ 0 h 398"/>
              <a:gd name="T4" fmla="*/ 0 w 499"/>
              <a:gd name="T5" fmla="*/ 398 h 398"/>
              <a:gd name="T6" fmla="*/ 273 w 499"/>
              <a:gd name="T7" fmla="*/ 398 h 398"/>
              <a:gd name="T8" fmla="*/ 499 w 499"/>
              <a:gd name="T9" fmla="*/ 0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98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75000"/>
                </a:schemeClr>
              </a:gs>
              <a:gs pos="68000">
                <a:schemeClr val="tx2">
                  <a:lumMod val="50000"/>
                  <a:lumOff val="50000"/>
                </a:schemeClr>
              </a:gs>
              <a:gs pos="0">
                <a:schemeClr val="tx1">
                  <a:lumMod val="65000"/>
                  <a:lumOff val="35000"/>
                </a:schemeClr>
              </a:gs>
            </a:gsLst>
            <a:lin ang="5400000" scaled="0"/>
          </a:gra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CF0C25A0-646B-916D-80E6-B03039928697}"/>
              </a:ext>
            </a:extLst>
          </p:cNvPr>
          <p:cNvSpPr>
            <a:spLocks/>
          </p:cNvSpPr>
          <p:nvPr userDrawn="1"/>
        </p:nvSpPr>
        <p:spPr bwMode="auto">
          <a:xfrm>
            <a:off x="3960220" y="3450562"/>
            <a:ext cx="2619136" cy="3429000"/>
          </a:xfrm>
          <a:custGeom>
            <a:avLst/>
            <a:gdLst>
              <a:gd name="T0" fmla="*/ 0 w 304"/>
              <a:gd name="T1" fmla="*/ 398 h 398"/>
              <a:gd name="T2" fmla="*/ 74 w 304"/>
              <a:gd name="T3" fmla="*/ 398 h 398"/>
              <a:gd name="T4" fmla="*/ 304 w 304"/>
              <a:gd name="T5" fmla="*/ 0 h 398"/>
              <a:gd name="T6" fmla="*/ 223 w 304"/>
              <a:gd name="T7" fmla="*/ 0 h 398"/>
              <a:gd name="T8" fmla="*/ 0 w 304"/>
              <a:gd name="T9" fmla="*/ 398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398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C4A6C08A-1102-22D6-CDC7-F94643959DC1}"/>
              </a:ext>
            </a:extLst>
          </p:cNvPr>
          <p:cNvSpPr>
            <a:spLocks/>
          </p:cNvSpPr>
          <p:nvPr userDrawn="1"/>
        </p:nvSpPr>
        <p:spPr bwMode="auto">
          <a:xfrm>
            <a:off x="10367888" y="3713311"/>
            <a:ext cx="1835121" cy="3144689"/>
          </a:xfrm>
          <a:custGeom>
            <a:avLst/>
            <a:gdLst>
              <a:gd name="T0" fmla="*/ 213 w 213"/>
              <a:gd name="T1" fmla="*/ 0 h 365"/>
              <a:gd name="T2" fmla="*/ 0 w 213"/>
              <a:gd name="T3" fmla="*/ 365 h 365"/>
              <a:gd name="T4" fmla="*/ 213 w 213"/>
              <a:gd name="T5" fmla="*/ 365 h 365"/>
              <a:gd name="T6" fmla="*/ 213 w 213"/>
              <a:gd name="T7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365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AFD0B610-2095-390B-36E3-2861E97A1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97" y="970721"/>
            <a:ext cx="1963312" cy="664029"/>
          </a:xfrm>
          <a:prstGeom prst="rect">
            <a:avLst/>
          </a:prstGeom>
        </p:spPr>
      </p:pic>
      <p:sp>
        <p:nvSpPr>
          <p:cNvPr id="40" name="Diagonal Stripe 39">
            <a:extLst>
              <a:ext uri="{FF2B5EF4-FFF2-40B4-BE49-F238E27FC236}">
                <a16:creationId xmlns:a16="http://schemas.microsoft.com/office/drawing/2014/main" id="{ABD29FDD-D53B-A316-CE9E-C0BB1690ADF0}"/>
              </a:ext>
            </a:extLst>
          </p:cNvPr>
          <p:cNvSpPr/>
          <p:nvPr userDrawn="1"/>
        </p:nvSpPr>
        <p:spPr>
          <a:xfrm rot="175485">
            <a:off x="1821520" y="4675411"/>
            <a:ext cx="2314796" cy="2272379"/>
          </a:xfrm>
          <a:custGeom>
            <a:avLst/>
            <a:gdLst>
              <a:gd name="connsiteX0" fmla="*/ 0 w 2262277"/>
              <a:gd name="connsiteY0" fmla="*/ 2214205 h 4428410"/>
              <a:gd name="connsiteX1" fmla="*/ 1131139 w 2262277"/>
              <a:gd name="connsiteY1" fmla="*/ 0 h 4428410"/>
              <a:gd name="connsiteX2" fmla="*/ 2262277 w 2262277"/>
              <a:gd name="connsiteY2" fmla="*/ 0 h 4428410"/>
              <a:gd name="connsiteX3" fmla="*/ 0 w 2262277"/>
              <a:gd name="connsiteY3" fmla="*/ 4428410 h 4428410"/>
              <a:gd name="connsiteX4" fmla="*/ 0 w 2262277"/>
              <a:gd name="connsiteY4" fmla="*/ 2214205 h 4428410"/>
              <a:gd name="connsiteX0" fmla="*/ 0 w 2262277"/>
              <a:gd name="connsiteY0" fmla="*/ 2214205 h 2708951"/>
              <a:gd name="connsiteX1" fmla="*/ 1131139 w 2262277"/>
              <a:gd name="connsiteY1" fmla="*/ 0 h 2708951"/>
              <a:gd name="connsiteX2" fmla="*/ 2262277 w 2262277"/>
              <a:gd name="connsiteY2" fmla="*/ 0 h 2708951"/>
              <a:gd name="connsiteX3" fmla="*/ 799998 w 2262277"/>
              <a:gd name="connsiteY3" fmla="*/ 2708951 h 2708951"/>
              <a:gd name="connsiteX4" fmla="*/ 0 w 2262277"/>
              <a:gd name="connsiteY4" fmla="*/ 2214205 h 2708951"/>
              <a:gd name="connsiteX0" fmla="*/ 0 w 2262277"/>
              <a:gd name="connsiteY0" fmla="*/ 2214205 h 2214205"/>
              <a:gd name="connsiteX1" fmla="*/ 1131139 w 2262277"/>
              <a:gd name="connsiteY1" fmla="*/ 0 h 2214205"/>
              <a:gd name="connsiteX2" fmla="*/ 2262277 w 2262277"/>
              <a:gd name="connsiteY2" fmla="*/ 0 h 2214205"/>
              <a:gd name="connsiteX3" fmla="*/ 1174394 w 2262277"/>
              <a:gd name="connsiteY3" fmla="*/ 2162664 h 2214205"/>
              <a:gd name="connsiteX4" fmla="*/ 0 w 2262277"/>
              <a:gd name="connsiteY4" fmla="*/ 2214205 h 2214205"/>
              <a:gd name="connsiteX0" fmla="*/ 0 w 2314796"/>
              <a:gd name="connsiteY0" fmla="*/ 2272379 h 2272379"/>
              <a:gd name="connsiteX1" fmla="*/ 1183658 w 2314796"/>
              <a:gd name="connsiteY1" fmla="*/ 0 h 2272379"/>
              <a:gd name="connsiteX2" fmla="*/ 2314796 w 2314796"/>
              <a:gd name="connsiteY2" fmla="*/ 0 h 2272379"/>
              <a:gd name="connsiteX3" fmla="*/ 1226913 w 2314796"/>
              <a:gd name="connsiteY3" fmla="*/ 2162664 h 2272379"/>
              <a:gd name="connsiteX4" fmla="*/ 0 w 2314796"/>
              <a:gd name="connsiteY4" fmla="*/ 2272379 h 227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4796" h="2272379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6" name="Freeform 8">
            <a:extLst>
              <a:ext uri="{FF2B5EF4-FFF2-40B4-BE49-F238E27FC236}">
                <a16:creationId xmlns:a16="http://schemas.microsoft.com/office/drawing/2014/main" id="{324D19CD-B969-9A41-96FD-3C48671D55E3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0" y="5616"/>
            <a:ext cx="1317018" cy="2121303"/>
          </a:xfrm>
          <a:custGeom>
            <a:avLst/>
            <a:gdLst>
              <a:gd name="T0" fmla="*/ 213 w 213"/>
              <a:gd name="T1" fmla="*/ 0 h 365"/>
              <a:gd name="T2" fmla="*/ 0 w 213"/>
              <a:gd name="T3" fmla="*/ 365 h 365"/>
              <a:gd name="T4" fmla="*/ 213 w 213"/>
              <a:gd name="T5" fmla="*/ 365 h 365"/>
              <a:gd name="T6" fmla="*/ 213 w 213"/>
              <a:gd name="T7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365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0A2D9FB8-C727-0DEB-593D-6A0268E96FC9}"/>
              </a:ext>
            </a:extLst>
          </p:cNvPr>
          <p:cNvSpPr>
            <a:spLocks/>
          </p:cNvSpPr>
          <p:nvPr userDrawn="1"/>
        </p:nvSpPr>
        <p:spPr bwMode="auto">
          <a:xfrm>
            <a:off x="10469449" y="3095152"/>
            <a:ext cx="1758053" cy="3140035"/>
          </a:xfrm>
          <a:custGeom>
            <a:avLst/>
            <a:gdLst>
              <a:gd name="T0" fmla="*/ 0 w 304"/>
              <a:gd name="T1" fmla="*/ 398 h 398"/>
              <a:gd name="T2" fmla="*/ 74 w 304"/>
              <a:gd name="T3" fmla="*/ 398 h 398"/>
              <a:gd name="T4" fmla="*/ 304 w 304"/>
              <a:gd name="T5" fmla="*/ 0 h 398"/>
              <a:gd name="T6" fmla="*/ 223 w 304"/>
              <a:gd name="T7" fmla="*/ 0 h 398"/>
              <a:gd name="T8" fmla="*/ 0 w 304"/>
              <a:gd name="T9" fmla="*/ 398 h 398"/>
              <a:gd name="connsiteX0" fmla="*/ 0 w 10000"/>
              <a:gd name="connsiteY0" fmla="*/ 10000 h 10000"/>
              <a:gd name="connsiteX1" fmla="*/ 2434 w 10000"/>
              <a:gd name="connsiteY1" fmla="*/ 10000 h 10000"/>
              <a:gd name="connsiteX2" fmla="*/ 10000 w 10000"/>
              <a:gd name="connsiteY2" fmla="*/ 0 h 10000"/>
              <a:gd name="connsiteX3" fmla="*/ 6202 w 10000"/>
              <a:gd name="connsiteY3" fmla="*/ 1468 h 10000"/>
              <a:gd name="connsiteX4" fmla="*/ 0 w 10000"/>
              <a:gd name="connsiteY4" fmla="*/ 10000 h 10000"/>
              <a:gd name="connsiteX0" fmla="*/ 0 w 6254"/>
              <a:gd name="connsiteY0" fmla="*/ 8532 h 8532"/>
              <a:gd name="connsiteX1" fmla="*/ 2434 w 6254"/>
              <a:gd name="connsiteY1" fmla="*/ 8532 h 8532"/>
              <a:gd name="connsiteX2" fmla="*/ 6254 w 6254"/>
              <a:gd name="connsiteY2" fmla="*/ 3388 h 8532"/>
              <a:gd name="connsiteX3" fmla="*/ 6202 w 6254"/>
              <a:gd name="connsiteY3" fmla="*/ 0 h 8532"/>
              <a:gd name="connsiteX4" fmla="*/ 0 w 6254"/>
              <a:gd name="connsiteY4" fmla="*/ 8532 h 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54" h="8532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1223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209197-5B03-3CAB-F2C4-DC93EB13BA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BA1C1F-29AE-DA6E-A103-FEB58C507F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3A43F0-FAB0-EB23-6D56-32DE43812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E2F138-F467-9B3A-16DD-3501AE10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04EF5E-20B7-12DB-D863-48833C32BD39}"/>
              </a:ext>
            </a:extLst>
          </p:cNvPr>
          <p:cNvSpPr/>
          <p:nvPr userDrawn="1"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DC78ED-462E-4ABB-181F-9D1A16009A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2641" y="2573973"/>
            <a:ext cx="7081520" cy="2626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BD3A-27D0-26DD-0032-C1DE757FF0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8724" y="921703"/>
            <a:ext cx="2905785" cy="4278630"/>
          </a:xfrm>
          <a:custGeom>
            <a:avLst/>
            <a:gdLst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905125 w 2905125"/>
              <a:gd name="connsiteY2" fmla="*/ 855676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869499 w 2905125"/>
              <a:gd name="connsiteY2" fmla="*/ 1330689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891271 w 2905125"/>
              <a:gd name="connsiteY2" fmla="*/ 1323432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785"/>
              <a:gd name="connsiteY0" fmla="*/ 0 h 4278630"/>
              <a:gd name="connsiteX1" fmla="*/ 2049449 w 2905785"/>
              <a:gd name="connsiteY1" fmla="*/ 0 h 4278630"/>
              <a:gd name="connsiteX2" fmla="*/ 2905785 w 2905785"/>
              <a:gd name="connsiteY2" fmla="*/ 1330689 h 4278630"/>
              <a:gd name="connsiteX3" fmla="*/ 2905125 w 2905785"/>
              <a:gd name="connsiteY3" fmla="*/ 4278630 h 4278630"/>
              <a:gd name="connsiteX4" fmla="*/ 0 w 2905785"/>
              <a:gd name="connsiteY4" fmla="*/ 4278630 h 4278630"/>
              <a:gd name="connsiteX5" fmla="*/ 0 w 2905785"/>
              <a:gd name="connsiteY5" fmla="*/ 0 h 427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5785" h="4278630">
                <a:moveTo>
                  <a:pt x="0" y="0"/>
                </a:moveTo>
                <a:lnTo>
                  <a:pt x="2049449" y="0"/>
                </a:lnTo>
                <a:lnTo>
                  <a:pt x="2905785" y="1330689"/>
                </a:lnTo>
                <a:lnTo>
                  <a:pt x="2905125" y="4278630"/>
                </a:lnTo>
                <a:lnTo>
                  <a:pt x="0" y="427863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847847F8-C089-4AEF-C431-C6509AC01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6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_0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7049-D09A-FC97-5AE3-7684D9970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161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CA447-4B33-14A4-A8B3-A50941C7F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80811-CF70-450A-27A7-6650EC921E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8DC6A165-7707-B831-4D31-547D2097E0C0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C2E61BC-4260-06A6-E9F0-F6A586DC64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5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3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88">
            <a:extLst>
              <a:ext uri="{FF2B5EF4-FFF2-40B4-BE49-F238E27FC236}">
                <a16:creationId xmlns:a16="http://schemas.microsoft.com/office/drawing/2014/main" id="{2EC006B8-36F2-B291-87A1-3D4528A9F2D9}"/>
              </a:ext>
            </a:extLst>
          </p:cNvPr>
          <p:cNvSpPr>
            <a:spLocks noEditPoints="1"/>
          </p:cNvSpPr>
          <p:nvPr userDrawn="1"/>
        </p:nvSpPr>
        <p:spPr bwMode="auto">
          <a:xfrm rot="13500000">
            <a:off x="2009576" y="3640922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376308-4430-17DE-55D8-C62E713A41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F87F34-3A4F-BEE8-D6A3-75E86F6048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995BA-762F-0E75-164E-C2DC8E53AF1E}"/>
              </a:ext>
            </a:extLst>
          </p:cNvPr>
          <p:cNvSpPr/>
          <p:nvPr userDrawn="1"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31800" dist="508000" dir="786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344EBC-0EE1-6D60-DD13-A025929EB2A2}"/>
              </a:ext>
            </a:extLst>
          </p:cNvPr>
          <p:cNvGrpSpPr/>
          <p:nvPr userDrawn="1"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  <a:solidFill>
            <a:srgbClr val="C04C4C"/>
          </a:solidFill>
        </p:grpSpPr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BCD5BC98-703E-C5F4-6A62-09FCC6A36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ECA11C4B-3AD6-EB59-443E-E2E20B42D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080E09A2-A318-7937-F507-9F4F1573C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806198F1-CD00-115B-03EB-DA6337A9F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814EC3F6-24D4-D885-5046-3A3D682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12" name="Freeform 88">
            <a:extLst>
              <a:ext uri="{FF2B5EF4-FFF2-40B4-BE49-F238E27FC236}">
                <a16:creationId xmlns:a16="http://schemas.microsoft.com/office/drawing/2014/main" id="{FFE63D60-4033-0963-0257-340E61B3359D}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061976" y="2610139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3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5600A4-3E4E-EC47-12EA-B6310B747A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ABC459D-A688-50A7-E022-E57A39DF24C8}"/>
              </a:ext>
            </a:extLst>
          </p:cNvPr>
          <p:cNvSpPr/>
          <p:nvPr userDrawn="1"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bg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2AE79-79E4-0073-0455-4CDA30AD8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4D628-8D81-1CDE-6D27-24AB85F650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2342FF-69D1-829A-9394-7FDD7C8DC0D8}"/>
              </a:ext>
            </a:extLst>
          </p:cNvPr>
          <p:cNvGrpSpPr/>
          <p:nvPr userDrawn="1"/>
        </p:nvGrpSpPr>
        <p:grpSpPr>
          <a:xfrm>
            <a:off x="2561933" y="419857"/>
            <a:ext cx="613993" cy="75107"/>
            <a:chOff x="-1587" y="4763"/>
            <a:chExt cx="300037" cy="42862"/>
          </a:xfrm>
          <a:solidFill>
            <a:srgbClr val="C04C4C"/>
          </a:solidFill>
        </p:grpSpPr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23262089-B548-7EB2-7E11-8E96F2D4E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E939BD00-47B2-AF84-6481-FC6D266B9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3247BFCB-8D78-A506-7B1C-F4FFA425C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B4410486-EA59-BC01-71A7-DDAC2A1EA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B3FE10FD-D9C0-C344-A74A-C6F10F75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316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5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6">
            <a:extLst>
              <a:ext uri="{FF2B5EF4-FFF2-40B4-BE49-F238E27FC236}">
                <a16:creationId xmlns:a16="http://schemas.microsoft.com/office/drawing/2014/main" id="{955C00B2-487B-35F9-EFC4-6711B63378F0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11064240" y="0"/>
            <a:ext cx="1127760" cy="1447800"/>
          </a:xfrm>
          <a:custGeom>
            <a:avLst/>
            <a:gdLst>
              <a:gd name="T0" fmla="*/ 1 w 343"/>
              <a:gd name="T1" fmla="*/ 0 h 344"/>
              <a:gd name="T2" fmla="*/ 343 w 343"/>
              <a:gd name="T3" fmla="*/ 343 h 344"/>
              <a:gd name="T4" fmla="*/ 43 w 343"/>
              <a:gd name="T5" fmla="*/ 344 h 344"/>
              <a:gd name="T6" fmla="*/ 0 w 343"/>
              <a:gd name="T7" fmla="*/ 301 h 344"/>
              <a:gd name="T8" fmla="*/ 1 w 343"/>
              <a:gd name="T9" fmla="*/ 0 h 344"/>
              <a:gd name="connsiteX0" fmla="*/ 30 w 10001"/>
              <a:gd name="connsiteY0" fmla="*/ 0 h 10000"/>
              <a:gd name="connsiteX1" fmla="*/ 10001 w 10001"/>
              <a:gd name="connsiteY1" fmla="*/ 9971 h 10000"/>
              <a:gd name="connsiteX2" fmla="*/ 1255 w 10001"/>
              <a:gd name="connsiteY2" fmla="*/ 10000 h 10000"/>
              <a:gd name="connsiteX3" fmla="*/ 1 w 10001"/>
              <a:gd name="connsiteY3" fmla="*/ 8750 h 10000"/>
              <a:gd name="connsiteX4" fmla="*/ 30 w 10001"/>
              <a:gd name="connsiteY4" fmla="*/ 0 h 10000"/>
              <a:gd name="connsiteX0" fmla="*/ 30 w 10001"/>
              <a:gd name="connsiteY0" fmla="*/ 0 h 10000"/>
              <a:gd name="connsiteX1" fmla="*/ 10001 w 10001"/>
              <a:gd name="connsiteY1" fmla="*/ 9971 h 10000"/>
              <a:gd name="connsiteX2" fmla="*/ 1255 w 10001"/>
              <a:gd name="connsiteY2" fmla="*/ 10000 h 10000"/>
              <a:gd name="connsiteX3" fmla="*/ 1 w 10001"/>
              <a:gd name="connsiteY3" fmla="*/ 8750 h 10000"/>
              <a:gd name="connsiteX4" fmla="*/ 30 w 10001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1000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  <a:effectLst>
            <a:innerShdw blurRad="901700" dist="50800" dir="18900000">
              <a:prstClr val="black">
                <a:alpha val="3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1A13B1-4FE2-47EF-C699-2F5D32C46C7B}"/>
              </a:ext>
            </a:extLst>
          </p:cNvPr>
          <p:cNvSpPr/>
          <p:nvPr userDrawn="1"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outerShdw blurRad="457200" dist="215900" sx="96000" sy="9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5F1C4-1CE7-DD7E-48D5-4216747D32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23489-9DE8-D078-A240-0B0232406F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5B65FFBD-94D0-7BC8-3B24-CAF4FC2B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2D7562-98EB-7777-7293-CA6B3C3C6E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52114" y="733425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B3311D2B-C82E-1CAD-A451-9734F58E5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5258" y="733425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74429CBD-241C-5A28-0B76-94FBEBD0C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52114" y="3244668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8" name="Picture Placeholder 22">
            <a:extLst>
              <a:ext uri="{FF2B5EF4-FFF2-40B4-BE49-F238E27FC236}">
                <a16:creationId xmlns:a16="http://schemas.microsoft.com/office/drawing/2014/main" id="{CFCC5C12-97DC-F983-E825-5420E2382D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95258" y="3244668"/>
            <a:ext cx="2939143" cy="2363380"/>
          </a:xfrm>
        </p:spPr>
        <p:txBody>
          <a:bodyPr/>
          <a:lstStyle/>
          <a:p>
            <a:endParaRPr lang="en-MY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3AA3835C-FADD-1650-B8D8-CE293B5F5B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3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2AE6E-5012-F925-B9E0-2C9A3DBC0A6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Diagonal Stripe 4">
            <a:extLst>
              <a:ext uri="{FF2B5EF4-FFF2-40B4-BE49-F238E27FC236}">
                <a16:creationId xmlns:a16="http://schemas.microsoft.com/office/drawing/2014/main" id="{2C42E429-2984-FD06-B980-5826B41BC123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8261F-6835-9486-4798-B9A07195D78C}"/>
              </a:ext>
            </a:extLst>
          </p:cNvPr>
          <p:cNvSpPr/>
          <p:nvPr userDrawn="1"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7E563-BFAE-519A-4A8B-22300B086917}"/>
              </a:ext>
            </a:extLst>
          </p:cNvPr>
          <p:cNvSpPr/>
          <p:nvPr userDrawn="1"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FDF2C4-A780-511B-093B-368D5530493C}"/>
              </a:ext>
            </a:extLst>
          </p:cNvPr>
          <p:cNvSpPr/>
          <p:nvPr userDrawn="1"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E7417D1-014A-5984-58A6-AA6486BF75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8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A5AEAA-D9F4-2E35-437C-BA8524DF94F6}"/>
              </a:ext>
            </a:extLst>
          </p:cNvPr>
          <p:cNvSpPr/>
          <p:nvPr userDrawn="1"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Diagonal Stripe 4">
            <a:extLst>
              <a:ext uri="{FF2B5EF4-FFF2-40B4-BE49-F238E27FC236}">
                <a16:creationId xmlns:a16="http://schemas.microsoft.com/office/drawing/2014/main" id="{2C42E429-2984-FD06-B980-5826B41BC123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B1924BF6-BCDA-9AF9-A625-9294B79A5C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5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6817E6-AD1A-08AC-88A5-0C62449E0C76}"/>
              </a:ext>
            </a:extLst>
          </p:cNvPr>
          <p:cNvSpPr/>
          <p:nvPr userDrawn="1"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-5939" y="1901929"/>
            <a:ext cx="12192000" cy="3139623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FED6FC9-C93A-9F07-CF8D-C0E1F0B215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6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A8456C-09BE-F772-4E09-AC8E5EFE5A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A970D6-E749-96E3-83B1-8B21AB192873}"/>
              </a:ext>
            </a:extLst>
          </p:cNvPr>
          <p:cNvSpPr/>
          <p:nvPr userDrawn="1"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8299B-C422-1510-F32A-0DFF889E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7270406-6097-F873-9773-CC94FA2304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759327-3B5D-3BFA-5CCA-6BD5BACEAD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557F9C-2B1B-1E45-919F-2CBA963082F1}"/>
              </a:ext>
            </a:extLst>
          </p:cNvPr>
          <p:cNvGrpSpPr/>
          <p:nvPr userDrawn="1"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B4D37DD-77A1-3F66-1AB7-0D02A7AA05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939251-1BCB-8F28-4AEB-3F5C698F7844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6B35D63-3320-AD9B-342D-29A2461E1E90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EA1DA0-4667-A070-5433-AD3862F8F012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1CCFE93-102B-5253-326B-9C14E78024FF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271F50C-004D-6614-9952-C20CF9F23F8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8837067-0E6E-EBDC-C7A8-86F4033B63D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AC60AB8-5AB3-8260-897B-FB410ACB3FB8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931CFE-A63B-8125-E9D4-949B42E5C546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0BC883D-1639-3A5C-4006-DBE2E659710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BA29C7B-554C-081E-2135-BFC59AE98156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D7FD87-F429-AB50-CEC1-95CBDAABB01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EBD843B1-0951-A33D-BCC6-E0640022F3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37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7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8DB6A-3639-804F-5B60-C6592BBF0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987F70-64EC-CA05-E8A9-766DF9840D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2425" y="833378"/>
            <a:ext cx="8947150" cy="4554638"/>
          </a:xfrm>
        </p:spPr>
        <p:txBody>
          <a:bodyPr/>
          <a:lstStyle/>
          <a:p>
            <a:endParaRPr lang="en-MY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A832A2C-2644-6658-956A-F6CDE4CFC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42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07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8DB6A-3639-804F-5B60-C6592BBF0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0" y="-29928"/>
            <a:ext cx="12192000" cy="39569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8F128-2C1E-BF90-7B50-EEA520A8E0D1}"/>
              </a:ext>
            </a:extLst>
          </p:cNvPr>
          <p:cNvSpPr/>
          <p:nvPr userDrawn="1"/>
        </p:nvSpPr>
        <p:spPr>
          <a:xfrm rot="10800000">
            <a:off x="2161479" y="-29927"/>
            <a:ext cx="10024582" cy="59854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4BB5F-78D4-C98C-F6C3-95F1B716981E}"/>
              </a:ext>
            </a:extLst>
          </p:cNvPr>
          <p:cNvSpPr/>
          <p:nvPr userDrawn="1"/>
        </p:nvSpPr>
        <p:spPr>
          <a:xfrm>
            <a:off x="0" y="-52790"/>
            <a:ext cx="5148943" cy="225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56F8D6F-4FEB-ED3E-E7ED-26FDD0376D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62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8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6764FE-4266-9C28-BBAD-0C0CE59F74C2}"/>
              </a:ext>
            </a:extLst>
          </p:cNvPr>
          <p:cNvSpPr/>
          <p:nvPr userDrawn="1"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15900" dir="5400000" sx="98000" sy="98000" algn="t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D67C0D-AE8E-41E4-EB71-DE065695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938784C-798A-313F-6BDD-2EEF86FBF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40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B45C3-8E81-6BAE-010D-9B6CD2D56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3FB80-B1FC-DDFA-448B-BCE958EA3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81EEF20-E6C8-6C8E-7FE9-279D5347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66CCFD3-9BC4-D4C1-9392-EA327203EA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EFB77A9-6E81-95F5-77AD-E75BB87A5A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5800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9127F8-03DB-5D0F-A98C-B82B076E4B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8725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9728D72-5D76-DC8D-B044-63CA42649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1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10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CEC78F-2030-F657-D94C-EC9916E702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2305A-2320-94A9-D78D-83FAEFAD6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13F7E-A796-3E64-A559-FCC5922DB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F9FC79A-20DE-55EB-11E3-BAD01F6F979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222500" cy="2036763"/>
          </a:xfrm>
        </p:spPr>
        <p:txBody>
          <a:bodyPr/>
          <a:lstStyle/>
          <a:p>
            <a:endParaRPr lang="en-MY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7AC4A9C-BE82-674B-5A73-6F2F8CA14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2200" y="2048338"/>
            <a:ext cx="2222500" cy="2036763"/>
          </a:xfrm>
        </p:spPr>
        <p:txBody>
          <a:bodyPr/>
          <a:lstStyle/>
          <a:p>
            <a:endParaRPr lang="en-MY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A81B629-0F07-B59C-0408-FD208CA153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96676"/>
            <a:ext cx="2222500" cy="2036762"/>
          </a:xfrm>
        </p:spPr>
        <p:txBody>
          <a:bodyPr/>
          <a:lstStyle/>
          <a:p>
            <a:endParaRPr lang="en-MY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C049FB6-D146-812F-7363-6D35184C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6C5D5C-CDCC-C784-973F-88390D45C53B}"/>
              </a:ext>
            </a:extLst>
          </p:cNvPr>
          <p:cNvSpPr/>
          <p:nvPr userDrawn="1"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FD5EF8-AC54-E00C-8C75-712DD23935AA}"/>
              </a:ext>
            </a:extLst>
          </p:cNvPr>
          <p:cNvSpPr/>
          <p:nvPr userDrawn="1"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DF42E-2BE3-EBA6-205B-2A8268FF878D}"/>
              </a:ext>
            </a:extLst>
          </p:cNvPr>
          <p:cNvSpPr/>
          <p:nvPr userDrawn="1"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46EDB3BB-164A-CD1A-BF26-D10A4E43D2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82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11">
    <p:bg>
      <p:bgPr>
        <a:solidFill>
          <a:schemeClr val="bg1"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402">
            <a:extLst>
              <a:ext uri="{FF2B5EF4-FFF2-40B4-BE49-F238E27FC236}">
                <a16:creationId xmlns:a16="http://schemas.microsoft.com/office/drawing/2014/main" id="{20B52243-B80A-3445-8806-0BE94A96B286}"/>
              </a:ext>
            </a:extLst>
          </p:cNvPr>
          <p:cNvSpPr/>
          <p:nvPr userDrawn="1"/>
        </p:nvSpPr>
        <p:spPr>
          <a:xfrm rot="10800000">
            <a:off x="-26938" y="-20387"/>
            <a:ext cx="5402774" cy="6014786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5359400"/>
              <a:gd name="connsiteY0" fmla="*/ 12700 h 6007101"/>
              <a:gd name="connsiteX1" fmla="*/ 4953000 w 5359400"/>
              <a:gd name="connsiteY1" fmla="*/ 0 h 6007101"/>
              <a:gd name="connsiteX2" fmla="*/ 5359400 w 5359400"/>
              <a:gd name="connsiteY2" fmla="*/ 6007101 h 6007101"/>
              <a:gd name="connsiteX3" fmla="*/ 0 w 5359400"/>
              <a:gd name="connsiteY3" fmla="*/ 6007101 h 6007101"/>
              <a:gd name="connsiteX4" fmla="*/ 2921000 w 5359400"/>
              <a:gd name="connsiteY4" fmla="*/ 12700 h 6007101"/>
              <a:gd name="connsiteX0" fmla="*/ 2921000 w 5384800"/>
              <a:gd name="connsiteY0" fmla="*/ 0 h 5994401"/>
              <a:gd name="connsiteX1" fmla="*/ 5384800 w 5384800"/>
              <a:gd name="connsiteY1" fmla="*/ 0 h 5994401"/>
              <a:gd name="connsiteX2" fmla="*/ 5359400 w 5384800"/>
              <a:gd name="connsiteY2" fmla="*/ 5994401 h 5994401"/>
              <a:gd name="connsiteX3" fmla="*/ 0 w 5384800"/>
              <a:gd name="connsiteY3" fmla="*/ 5994401 h 5994401"/>
              <a:gd name="connsiteX4" fmla="*/ 2921000 w 5384800"/>
              <a:gd name="connsiteY4" fmla="*/ 0 h 5994401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05612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899735 w 5384800"/>
              <a:gd name="connsiteY0" fmla="*/ 7074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899735 w 5384800"/>
              <a:gd name="connsiteY4" fmla="*/ 7074 h 6002085"/>
              <a:gd name="connsiteX0" fmla="*/ 2899735 w 5391888"/>
              <a:gd name="connsiteY0" fmla="*/ 7074 h 6002085"/>
              <a:gd name="connsiteX1" fmla="*/ 5391888 w 5391888"/>
              <a:gd name="connsiteY1" fmla="*/ 0 h 6002085"/>
              <a:gd name="connsiteX2" fmla="*/ 5374768 w 5391888"/>
              <a:gd name="connsiteY2" fmla="*/ 6002085 h 6002085"/>
              <a:gd name="connsiteX3" fmla="*/ 0 w 5391888"/>
              <a:gd name="connsiteY3" fmla="*/ 5994401 h 6002085"/>
              <a:gd name="connsiteX4" fmla="*/ 2899735 w 5391888"/>
              <a:gd name="connsiteY4" fmla="*/ 7074 h 6002085"/>
              <a:gd name="connsiteX0" fmla="*/ 2910621 w 5402774"/>
              <a:gd name="connsiteY0" fmla="*/ 7074 h 6002085"/>
              <a:gd name="connsiteX1" fmla="*/ 5402774 w 5402774"/>
              <a:gd name="connsiteY1" fmla="*/ 0 h 6002085"/>
              <a:gd name="connsiteX2" fmla="*/ 5385654 w 5402774"/>
              <a:gd name="connsiteY2" fmla="*/ 6002085 h 6002085"/>
              <a:gd name="connsiteX3" fmla="*/ 0 w 5402774"/>
              <a:gd name="connsiteY3" fmla="*/ 5983539 h 6002085"/>
              <a:gd name="connsiteX4" fmla="*/ 2910621 w 5402774"/>
              <a:gd name="connsiteY4" fmla="*/ 7074 h 6002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2774" h="6002085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 flip="none" rotWithShape="1">
            <a:gsLst>
              <a:gs pos="92697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75000"/>
                  <a:lumOff val="2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964C8-A175-D7AF-3FA4-B94E39C6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8BB686-D3F9-1D8F-D64E-90E02ADE71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0BB4C-A1BB-9467-1FED-1640114B7E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6A000B49-9D64-40CD-6D5C-B6D3C3A05783}"/>
              </a:ext>
            </a:extLst>
          </p:cNvPr>
          <p:cNvSpPr/>
          <p:nvPr userDrawn="1"/>
        </p:nvSpPr>
        <p:spPr>
          <a:xfrm rot="10800000">
            <a:off x="589750" y="-12702"/>
            <a:ext cx="4953000" cy="6007101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00" h="6007101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3D9D7C3-250B-C66B-DB51-0E6C7E10BD02}"/>
              </a:ext>
            </a:extLst>
          </p:cNvPr>
          <p:cNvGrpSpPr/>
          <p:nvPr userDrawn="1"/>
        </p:nvGrpSpPr>
        <p:grpSpPr>
          <a:xfrm>
            <a:off x="1433777" y="5528221"/>
            <a:ext cx="613993" cy="75107"/>
            <a:chOff x="-1587" y="4763"/>
            <a:chExt cx="300037" cy="42862"/>
          </a:xfrm>
          <a:solidFill>
            <a:schemeClr val="bg1"/>
          </a:solidFill>
        </p:grpSpPr>
        <p:sp>
          <p:nvSpPr>
            <p:cNvPr id="408" name="Oval 13">
              <a:extLst>
                <a:ext uri="{FF2B5EF4-FFF2-40B4-BE49-F238E27FC236}">
                  <a16:creationId xmlns:a16="http://schemas.microsoft.com/office/drawing/2014/main" id="{EFF050FE-D3FD-BAE4-B33F-FCD8ABD26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09" name="Oval 14">
              <a:extLst>
                <a:ext uri="{FF2B5EF4-FFF2-40B4-BE49-F238E27FC236}">
                  <a16:creationId xmlns:a16="http://schemas.microsoft.com/office/drawing/2014/main" id="{87630A76-4060-4BB0-EF18-A53082D0D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10" name="Oval 15">
              <a:extLst>
                <a:ext uri="{FF2B5EF4-FFF2-40B4-BE49-F238E27FC236}">
                  <a16:creationId xmlns:a16="http://schemas.microsoft.com/office/drawing/2014/main" id="{46B2C827-42B9-DBEC-F22A-F17CC0C8A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11" name="Oval 16">
              <a:extLst>
                <a:ext uri="{FF2B5EF4-FFF2-40B4-BE49-F238E27FC236}">
                  <a16:creationId xmlns:a16="http://schemas.microsoft.com/office/drawing/2014/main" id="{B59EBCEA-4042-970A-98AD-2F36CD31C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412" name="Rectangle 402">
            <a:extLst>
              <a:ext uri="{FF2B5EF4-FFF2-40B4-BE49-F238E27FC236}">
                <a16:creationId xmlns:a16="http://schemas.microsoft.com/office/drawing/2014/main" id="{673165B6-3265-E64F-D897-23F76C1FB9DB}"/>
              </a:ext>
            </a:extLst>
          </p:cNvPr>
          <p:cNvSpPr/>
          <p:nvPr userDrawn="1"/>
        </p:nvSpPr>
        <p:spPr>
          <a:xfrm rot="10800000">
            <a:off x="2231874" y="4927332"/>
            <a:ext cx="1150304" cy="1395112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00" h="6007101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D6BC3D2-2522-41DF-7A30-2E82600765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665" y="921703"/>
            <a:ext cx="4459468" cy="4278630"/>
          </a:xfrm>
          <a:custGeom>
            <a:avLst/>
            <a:gdLst>
              <a:gd name="connsiteX0" fmla="*/ 0 w 2905125"/>
              <a:gd name="connsiteY0" fmla="*/ 4278630 h 4278630"/>
              <a:gd name="connsiteX1" fmla="*/ 1053834 w 2905125"/>
              <a:gd name="connsiteY1" fmla="*/ 0 h 4278630"/>
              <a:gd name="connsiteX2" fmla="*/ 2905125 w 2905125"/>
              <a:gd name="connsiteY2" fmla="*/ 0 h 4278630"/>
              <a:gd name="connsiteX3" fmla="*/ 1851291 w 2905125"/>
              <a:gd name="connsiteY3" fmla="*/ 4278630 h 4278630"/>
              <a:gd name="connsiteX4" fmla="*/ 0 w 2905125"/>
              <a:gd name="connsiteY4" fmla="*/ 4278630 h 4278630"/>
              <a:gd name="connsiteX0" fmla="*/ 0 w 4065185"/>
              <a:gd name="connsiteY0" fmla="*/ 4278630 h 4278630"/>
              <a:gd name="connsiteX1" fmla="*/ 2213894 w 4065185"/>
              <a:gd name="connsiteY1" fmla="*/ 0 h 4278630"/>
              <a:gd name="connsiteX2" fmla="*/ 4065185 w 4065185"/>
              <a:gd name="connsiteY2" fmla="*/ 0 h 4278630"/>
              <a:gd name="connsiteX3" fmla="*/ 3011351 w 4065185"/>
              <a:gd name="connsiteY3" fmla="*/ 4278630 h 4278630"/>
              <a:gd name="connsiteX4" fmla="*/ 0 w 4065185"/>
              <a:gd name="connsiteY4" fmla="*/ 4278630 h 4278630"/>
              <a:gd name="connsiteX0" fmla="*/ 0 w 4065185"/>
              <a:gd name="connsiteY0" fmla="*/ 4278630 h 4278630"/>
              <a:gd name="connsiteX1" fmla="*/ 997490 w 4065185"/>
              <a:gd name="connsiteY1" fmla="*/ 0 h 4278630"/>
              <a:gd name="connsiteX2" fmla="*/ 4065185 w 4065185"/>
              <a:gd name="connsiteY2" fmla="*/ 0 h 4278630"/>
              <a:gd name="connsiteX3" fmla="*/ 3011351 w 4065185"/>
              <a:gd name="connsiteY3" fmla="*/ 4278630 h 4278630"/>
              <a:gd name="connsiteX4" fmla="*/ 0 w 4065185"/>
              <a:gd name="connsiteY4" fmla="*/ 4278630 h 4278630"/>
              <a:gd name="connsiteX0" fmla="*/ 0 w 4065185"/>
              <a:gd name="connsiteY0" fmla="*/ 4278630 h 4278630"/>
              <a:gd name="connsiteX1" fmla="*/ 997490 w 4065185"/>
              <a:gd name="connsiteY1" fmla="*/ 0 h 4278630"/>
              <a:gd name="connsiteX2" fmla="*/ 4065185 w 4065185"/>
              <a:gd name="connsiteY2" fmla="*/ 0 h 4278630"/>
              <a:gd name="connsiteX3" fmla="*/ 2432510 w 4065185"/>
              <a:gd name="connsiteY3" fmla="*/ 4270241 h 4278630"/>
              <a:gd name="connsiteX4" fmla="*/ 0 w 4065185"/>
              <a:gd name="connsiteY4" fmla="*/ 4278630 h 4278630"/>
              <a:gd name="connsiteX0" fmla="*/ 0 w 4442690"/>
              <a:gd name="connsiteY0" fmla="*/ 4278630 h 4278630"/>
              <a:gd name="connsiteX1" fmla="*/ 997490 w 4442690"/>
              <a:gd name="connsiteY1" fmla="*/ 0 h 4278630"/>
              <a:gd name="connsiteX2" fmla="*/ 4442690 w 4442690"/>
              <a:gd name="connsiteY2" fmla="*/ 16778 h 4278630"/>
              <a:gd name="connsiteX3" fmla="*/ 2432510 w 4442690"/>
              <a:gd name="connsiteY3" fmla="*/ 4270241 h 4278630"/>
              <a:gd name="connsiteX4" fmla="*/ 0 w 4442690"/>
              <a:gd name="connsiteY4" fmla="*/ 4278630 h 4278630"/>
              <a:gd name="connsiteX0" fmla="*/ 0 w 4442690"/>
              <a:gd name="connsiteY0" fmla="*/ 4278630 h 4278630"/>
              <a:gd name="connsiteX1" fmla="*/ 997490 w 4442690"/>
              <a:gd name="connsiteY1" fmla="*/ 0 h 4278630"/>
              <a:gd name="connsiteX2" fmla="*/ 4442690 w 4442690"/>
              <a:gd name="connsiteY2" fmla="*/ 16778 h 4278630"/>
              <a:gd name="connsiteX3" fmla="*/ 2432510 w 4442690"/>
              <a:gd name="connsiteY3" fmla="*/ 4270241 h 4278630"/>
              <a:gd name="connsiteX4" fmla="*/ 0 w 4442690"/>
              <a:gd name="connsiteY4" fmla="*/ 4278630 h 4278630"/>
              <a:gd name="connsiteX0" fmla="*/ 0 w 4375578"/>
              <a:gd name="connsiteY0" fmla="*/ 4278630 h 4278630"/>
              <a:gd name="connsiteX1" fmla="*/ 997490 w 4375578"/>
              <a:gd name="connsiteY1" fmla="*/ 0 h 4278630"/>
              <a:gd name="connsiteX2" fmla="*/ 4375578 w 4375578"/>
              <a:gd name="connsiteY2" fmla="*/ 8389 h 4278630"/>
              <a:gd name="connsiteX3" fmla="*/ 2432510 w 4375578"/>
              <a:gd name="connsiteY3" fmla="*/ 4270241 h 4278630"/>
              <a:gd name="connsiteX4" fmla="*/ 0 w 4375578"/>
              <a:gd name="connsiteY4" fmla="*/ 4278630 h 4278630"/>
              <a:gd name="connsiteX0" fmla="*/ 0 w 4459468"/>
              <a:gd name="connsiteY0" fmla="*/ 4278630 h 4278630"/>
              <a:gd name="connsiteX1" fmla="*/ 997490 w 4459468"/>
              <a:gd name="connsiteY1" fmla="*/ 0 h 4278630"/>
              <a:gd name="connsiteX2" fmla="*/ 4459468 w 4459468"/>
              <a:gd name="connsiteY2" fmla="*/ 0 h 4278630"/>
              <a:gd name="connsiteX3" fmla="*/ 2432510 w 4459468"/>
              <a:gd name="connsiteY3" fmla="*/ 4270241 h 4278630"/>
              <a:gd name="connsiteX4" fmla="*/ 0 w 4459468"/>
              <a:gd name="connsiteY4" fmla="*/ 4278630 h 4278630"/>
              <a:gd name="connsiteX0" fmla="*/ 0 w 4459468"/>
              <a:gd name="connsiteY0" fmla="*/ 4278630 h 4278630"/>
              <a:gd name="connsiteX1" fmla="*/ 2130004 w 4459468"/>
              <a:gd name="connsiteY1" fmla="*/ 0 h 4278630"/>
              <a:gd name="connsiteX2" fmla="*/ 4459468 w 4459468"/>
              <a:gd name="connsiteY2" fmla="*/ 0 h 4278630"/>
              <a:gd name="connsiteX3" fmla="*/ 2432510 w 4459468"/>
              <a:gd name="connsiteY3" fmla="*/ 4270241 h 4278630"/>
              <a:gd name="connsiteX4" fmla="*/ 0 w 4459468"/>
              <a:gd name="connsiteY4" fmla="*/ 4278630 h 427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9468" h="4278630">
                <a:moveTo>
                  <a:pt x="0" y="4278630"/>
                </a:moveTo>
                <a:lnTo>
                  <a:pt x="2130004" y="0"/>
                </a:lnTo>
                <a:lnTo>
                  <a:pt x="4459468" y="0"/>
                </a:lnTo>
                <a:lnTo>
                  <a:pt x="2432510" y="4270241"/>
                </a:lnTo>
                <a:lnTo>
                  <a:pt x="0" y="427863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12B52E9B-EBD9-59E5-FD4A-F852C1B6F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44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_01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7D312-FCF4-DE33-A475-5EF1243043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172CD-6881-B6F2-739F-2CB7D2B502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pPr/>
              <a:t>‹#›</a:t>
            </a:fld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9989E-F336-675A-C17F-6BEC4980C6E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09A61-C8B8-77A3-B50F-C473B78F17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9" name="Freeform 88">
            <a:extLst>
              <a:ext uri="{FF2B5EF4-FFF2-40B4-BE49-F238E27FC236}">
                <a16:creationId xmlns:a16="http://schemas.microsoft.com/office/drawing/2014/main" id="{B895953F-CAF8-92F3-1EC5-F97B90F9D599}"/>
              </a:ext>
            </a:extLst>
          </p:cNvPr>
          <p:cNvSpPr>
            <a:spLocks noEditPoints="1"/>
          </p:cNvSpPr>
          <p:nvPr userDrawn="1"/>
        </p:nvSpPr>
        <p:spPr bwMode="auto">
          <a:xfrm rot="13500000">
            <a:off x="8565369" y="-3309433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88">
            <a:extLst>
              <a:ext uri="{FF2B5EF4-FFF2-40B4-BE49-F238E27FC236}">
                <a16:creationId xmlns:a16="http://schemas.microsoft.com/office/drawing/2014/main" id="{063183E8-ED2B-748E-7754-13955CBFDBE0}"/>
              </a:ext>
            </a:extLst>
          </p:cNvPr>
          <p:cNvSpPr>
            <a:spLocks noEditPoints="1"/>
          </p:cNvSpPr>
          <p:nvPr userDrawn="1"/>
        </p:nvSpPr>
        <p:spPr bwMode="auto">
          <a:xfrm rot="1408779">
            <a:off x="6843673" y="-6248482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70865CC-7406-8BF6-F1B8-F40A463E72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09538" y="-83942"/>
            <a:ext cx="7441671" cy="7093790"/>
          </a:xfrm>
          <a:custGeom>
            <a:avLst/>
            <a:gdLst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905125 w 2905125"/>
              <a:gd name="connsiteY2" fmla="*/ 855676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5206987"/>
              <a:gd name="connsiteY0" fmla="*/ 971550 h 5250180"/>
              <a:gd name="connsiteX1" fmla="*/ 5206987 w 5206987"/>
              <a:gd name="connsiteY1" fmla="*/ 0 h 5250180"/>
              <a:gd name="connsiteX2" fmla="*/ 2905125 w 5206987"/>
              <a:gd name="connsiteY2" fmla="*/ 1827226 h 5250180"/>
              <a:gd name="connsiteX3" fmla="*/ 2905125 w 5206987"/>
              <a:gd name="connsiteY3" fmla="*/ 5250180 h 5250180"/>
              <a:gd name="connsiteX4" fmla="*/ 0 w 5206987"/>
              <a:gd name="connsiteY4" fmla="*/ 5250180 h 5250180"/>
              <a:gd name="connsiteX5" fmla="*/ 0 w 5206987"/>
              <a:gd name="connsiteY5" fmla="*/ 971550 h 5250180"/>
              <a:gd name="connsiteX0" fmla="*/ 0 w 5206987"/>
              <a:gd name="connsiteY0" fmla="*/ 971550 h 6827851"/>
              <a:gd name="connsiteX1" fmla="*/ 5206987 w 5206987"/>
              <a:gd name="connsiteY1" fmla="*/ 0 h 6827851"/>
              <a:gd name="connsiteX2" fmla="*/ 3405188 w 5206987"/>
              <a:gd name="connsiteY2" fmla="*/ 6827851 h 6827851"/>
              <a:gd name="connsiteX3" fmla="*/ 2905125 w 5206987"/>
              <a:gd name="connsiteY3" fmla="*/ 5250180 h 6827851"/>
              <a:gd name="connsiteX4" fmla="*/ 0 w 5206987"/>
              <a:gd name="connsiteY4" fmla="*/ 5250180 h 6827851"/>
              <a:gd name="connsiteX5" fmla="*/ 0 w 5206987"/>
              <a:gd name="connsiteY5" fmla="*/ 971550 h 6827851"/>
              <a:gd name="connsiteX0" fmla="*/ 1323975 w 6530962"/>
              <a:gd name="connsiteY0" fmla="*/ 971550 h 6950393"/>
              <a:gd name="connsiteX1" fmla="*/ 6530962 w 6530962"/>
              <a:gd name="connsiteY1" fmla="*/ 0 h 6950393"/>
              <a:gd name="connsiteX2" fmla="*/ 4729163 w 6530962"/>
              <a:gd name="connsiteY2" fmla="*/ 6827851 h 6950393"/>
              <a:gd name="connsiteX3" fmla="*/ 0 w 6530962"/>
              <a:gd name="connsiteY3" fmla="*/ 6950393 h 6950393"/>
              <a:gd name="connsiteX4" fmla="*/ 1323975 w 6530962"/>
              <a:gd name="connsiteY4" fmla="*/ 5250180 h 6950393"/>
              <a:gd name="connsiteX5" fmla="*/ 1323975 w 6530962"/>
              <a:gd name="connsiteY5" fmla="*/ 971550 h 6950393"/>
              <a:gd name="connsiteX0" fmla="*/ 1323975 w 6530962"/>
              <a:gd name="connsiteY0" fmla="*/ 971550 h 7127888"/>
              <a:gd name="connsiteX1" fmla="*/ 6530962 w 6530962"/>
              <a:gd name="connsiteY1" fmla="*/ 0 h 7127888"/>
              <a:gd name="connsiteX2" fmla="*/ 5386388 w 6530962"/>
              <a:gd name="connsiteY2" fmla="*/ 7127888 h 7127888"/>
              <a:gd name="connsiteX3" fmla="*/ 0 w 6530962"/>
              <a:gd name="connsiteY3" fmla="*/ 6950393 h 7127888"/>
              <a:gd name="connsiteX4" fmla="*/ 1323975 w 6530962"/>
              <a:gd name="connsiteY4" fmla="*/ 5250180 h 7127888"/>
              <a:gd name="connsiteX5" fmla="*/ 1323975 w 6530962"/>
              <a:gd name="connsiteY5" fmla="*/ 971550 h 7127888"/>
              <a:gd name="connsiteX0" fmla="*/ 1323975 w 6530962"/>
              <a:gd name="connsiteY0" fmla="*/ 971550 h 7013588"/>
              <a:gd name="connsiteX1" fmla="*/ 6530962 w 6530962"/>
              <a:gd name="connsiteY1" fmla="*/ 0 h 7013588"/>
              <a:gd name="connsiteX2" fmla="*/ 5514976 w 6530962"/>
              <a:gd name="connsiteY2" fmla="*/ 7013588 h 7013588"/>
              <a:gd name="connsiteX3" fmla="*/ 0 w 6530962"/>
              <a:gd name="connsiteY3" fmla="*/ 6950393 h 7013588"/>
              <a:gd name="connsiteX4" fmla="*/ 1323975 w 6530962"/>
              <a:gd name="connsiteY4" fmla="*/ 5250180 h 7013588"/>
              <a:gd name="connsiteX5" fmla="*/ 1323975 w 6530962"/>
              <a:gd name="connsiteY5" fmla="*/ 971550 h 7013588"/>
              <a:gd name="connsiteX0" fmla="*/ 1338263 w 6545250"/>
              <a:gd name="connsiteY0" fmla="*/ 971550 h 7050406"/>
              <a:gd name="connsiteX1" fmla="*/ 6545250 w 6545250"/>
              <a:gd name="connsiteY1" fmla="*/ 0 h 7050406"/>
              <a:gd name="connsiteX2" fmla="*/ 5529264 w 6545250"/>
              <a:gd name="connsiteY2" fmla="*/ 7013588 h 7050406"/>
              <a:gd name="connsiteX3" fmla="*/ 0 w 6545250"/>
              <a:gd name="connsiteY3" fmla="*/ 7050406 h 7050406"/>
              <a:gd name="connsiteX4" fmla="*/ 1338263 w 6545250"/>
              <a:gd name="connsiteY4" fmla="*/ 5250180 h 7050406"/>
              <a:gd name="connsiteX5" fmla="*/ 1338263 w 6545250"/>
              <a:gd name="connsiteY5" fmla="*/ 971550 h 7050406"/>
              <a:gd name="connsiteX0" fmla="*/ 1338263 w 6545250"/>
              <a:gd name="connsiteY0" fmla="*/ 971550 h 7050406"/>
              <a:gd name="connsiteX1" fmla="*/ 6545250 w 6545250"/>
              <a:gd name="connsiteY1" fmla="*/ 0 h 7050406"/>
              <a:gd name="connsiteX2" fmla="*/ 5529264 w 6545250"/>
              <a:gd name="connsiteY2" fmla="*/ 7013588 h 7050406"/>
              <a:gd name="connsiteX3" fmla="*/ 0 w 6545250"/>
              <a:gd name="connsiteY3" fmla="*/ 7050406 h 7050406"/>
              <a:gd name="connsiteX4" fmla="*/ 1338263 w 6545250"/>
              <a:gd name="connsiteY4" fmla="*/ 5250180 h 7050406"/>
              <a:gd name="connsiteX5" fmla="*/ 1338263 w 6545250"/>
              <a:gd name="connsiteY5" fmla="*/ 971550 h 7050406"/>
              <a:gd name="connsiteX0" fmla="*/ 2424113 w 6545250"/>
              <a:gd name="connsiteY0" fmla="*/ 0 h 7078982"/>
              <a:gd name="connsiteX1" fmla="*/ 6545250 w 6545250"/>
              <a:gd name="connsiteY1" fmla="*/ 28576 h 7078982"/>
              <a:gd name="connsiteX2" fmla="*/ 5529264 w 6545250"/>
              <a:gd name="connsiteY2" fmla="*/ 7042164 h 7078982"/>
              <a:gd name="connsiteX3" fmla="*/ 0 w 6545250"/>
              <a:gd name="connsiteY3" fmla="*/ 7078982 h 7078982"/>
              <a:gd name="connsiteX4" fmla="*/ 1338263 w 6545250"/>
              <a:gd name="connsiteY4" fmla="*/ 5278756 h 7078982"/>
              <a:gd name="connsiteX5" fmla="*/ 2424113 w 6545250"/>
              <a:gd name="connsiteY5" fmla="*/ 0 h 7078982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1338263 w 7045312"/>
              <a:gd name="connsiteY4" fmla="*/ 5307330 h 7107556"/>
              <a:gd name="connsiteX5" fmla="*/ 2424113 w 7045312"/>
              <a:gd name="connsiteY5" fmla="*/ 28574 h 7107556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2424113 w 7045312"/>
              <a:gd name="connsiteY4" fmla="*/ 28574 h 7107556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2424113 w 7045312"/>
              <a:gd name="connsiteY4" fmla="*/ 28574 h 7107556"/>
              <a:gd name="connsiteX0" fmla="*/ 2424113 w 8090341"/>
              <a:gd name="connsiteY0" fmla="*/ 16698 h 7095680"/>
              <a:gd name="connsiteX1" fmla="*/ 8090341 w 8090341"/>
              <a:gd name="connsiteY1" fmla="*/ 0 h 7095680"/>
              <a:gd name="connsiteX2" fmla="*/ 5529264 w 8090341"/>
              <a:gd name="connsiteY2" fmla="*/ 7058862 h 7095680"/>
              <a:gd name="connsiteX3" fmla="*/ 0 w 8090341"/>
              <a:gd name="connsiteY3" fmla="*/ 7095680 h 7095680"/>
              <a:gd name="connsiteX4" fmla="*/ 2424113 w 8090341"/>
              <a:gd name="connsiteY4" fmla="*/ 16698 h 7095680"/>
              <a:gd name="connsiteX0" fmla="*/ 2424113 w 8173468"/>
              <a:gd name="connsiteY0" fmla="*/ 0 h 7078982"/>
              <a:gd name="connsiteX1" fmla="*/ 8173468 w 8173468"/>
              <a:gd name="connsiteY1" fmla="*/ 18928 h 7078982"/>
              <a:gd name="connsiteX2" fmla="*/ 5529264 w 8173468"/>
              <a:gd name="connsiteY2" fmla="*/ 7042164 h 7078982"/>
              <a:gd name="connsiteX3" fmla="*/ 0 w 8173468"/>
              <a:gd name="connsiteY3" fmla="*/ 7078982 h 7078982"/>
              <a:gd name="connsiteX4" fmla="*/ 2424113 w 8173468"/>
              <a:gd name="connsiteY4" fmla="*/ 0 h 7078982"/>
              <a:gd name="connsiteX0" fmla="*/ 2424113 w 8173468"/>
              <a:gd name="connsiteY0" fmla="*/ 16698 h 7095680"/>
              <a:gd name="connsiteX1" fmla="*/ 8173468 w 8173468"/>
              <a:gd name="connsiteY1" fmla="*/ 0 h 7095680"/>
              <a:gd name="connsiteX2" fmla="*/ 5529264 w 8173468"/>
              <a:gd name="connsiteY2" fmla="*/ 7058862 h 7095680"/>
              <a:gd name="connsiteX3" fmla="*/ 0 w 8173468"/>
              <a:gd name="connsiteY3" fmla="*/ 7095680 h 7095680"/>
              <a:gd name="connsiteX4" fmla="*/ 2424113 w 8173468"/>
              <a:gd name="connsiteY4" fmla="*/ 16698 h 7095680"/>
              <a:gd name="connsiteX0" fmla="*/ 2424113 w 8173468"/>
              <a:gd name="connsiteY0" fmla="*/ 28574 h 7107556"/>
              <a:gd name="connsiteX1" fmla="*/ 8173468 w 8173468"/>
              <a:gd name="connsiteY1" fmla="*/ 0 h 7107556"/>
              <a:gd name="connsiteX2" fmla="*/ 5529264 w 8173468"/>
              <a:gd name="connsiteY2" fmla="*/ 7070738 h 7107556"/>
              <a:gd name="connsiteX3" fmla="*/ 0 w 8173468"/>
              <a:gd name="connsiteY3" fmla="*/ 7107556 h 7107556"/>
              <a:gd name="connsiteX4" fmla="*/ 2424113 w 8173468"/>
              <a:gd name="connsiteY4" fmla="*/ 28574 h 7107556"/>
              <a:gd name="connsiteX0" fmla="*/ 2424113 w 8204204"/>
              <a:gd name="connsiteY0" fmla="*/ 28574 h 7107556"/>
              <a:gd name="connsiteX1" fmla="*/ 8204204 w 8204204"/>
              <a:gd name="connsiteY1" fmla="*/ 0 h 7107556"/>
              <a:gd name="connsiteX2" fmla="*/ 5529264 w 8204204"/>
              <a:gd name="connsiteY2" fmla="*/ 7070738 h 7107556"/>
              <a:gd name="connsiteX3" fmla="*/ 0 w 8204204"/>
              <a:gd name="connsiteY3" fmla="*/ 7107556 h 7107556"/>
              <a:gd name="connsiteX4" fmla="*/ 2424113 w 8204204"/>
              <a:gd name="connsiteY4" fmla="*/ 28574 h 7107556"/>
              <a:gd name="connsiteX0" fmla="*/ 2424113 w 8219573"/>
              <a:gd name="connsiteY0" fmla="*/ 28574 h 7107556"/>
              <a:gd name="connsiteX1" fmla="*/ 8219573 w 8219573"/>
              <a:gd name="connsiteY1" fmla="*/ 0 h 7107556"/>
              <a:gd name="connsiteX2" fmla="*/ 5529264 w 8219573"/>
              <a:gd name="connsiteY2" fmla="*/ 7070738 h 7107556"/>
              <a:gd name="connsiteX3" fmla="*/ 0 w 8219573"/>
              <a:gd name="connsiteY3" fmla="*/ 7107556 h 7107556"/>
              <a:gd name="connsiteX4" fmla="*/ 2424113 w 8219573"/>
              <a:gd name="connsiteY4" fmla="*/ 28574 h 7107556"/>
              <a:gd name="connsiteX0" fmla="*/ 2424113 w 8265677"/>
              <a:gd name="connsiteY0" fmla="*/ 20889 h 7099871"/>
              <a:gd name="connsiteX1" fmla="*/ 8265677 w 8265677"/>
              <a:gd name="connsiteY1" fmla="*/ 0 h 7099871"/>
              <a:gd name="connsiteX2" fmla="*/ 5529264 w 8265677"/>
              <a:gd name="connsiteY2" fmla="*/ 7063053 h 7099871"/>
              <a:gd name="connsiteX3" fmla="*/ 0 w 8265677"/>
              <a:gd name="connsiteY3" fmla="*/ 7099871 h 7099871"/>
              <a:gd name="connsiteX4" fmla="*/ 2424113 w 8265677"/>
              <a:gd name="connsiteY4" fmla="*/ 20889 h 7099871"/>
              <a:gd name="connsiteX0" fmla="*/ 2424113 w 8288729"/>
              <a:gd name="connsiteY0" fmla="*/ 20889 h 7099871"/>
              <a:gd name="connsiteX1" fmla="*/ 8288729 w 8288729"/>
              <a:gd name="connsiteY1" fmla="*/ 0 h 7099871"/>
              <a:gd name="connsiteX2" fmla="*/ 5529264 w 8288729"/>
              <a:gd name="connsiteY2" fmla="*/ 7063053 h 7099871"/>
              <a:gd name="connsiteX3" fmla="*/ 0 w 8288729"/>
              <a:gd name="connsiteY3" fmla="*/ 7099871 h 7099871"/>
              <a:gd name="connsiteX4" fmla="*/ 2424113 w 8288729"/>
              <a:gd name="connsiteY4" fmla="*/ 20889 h 7099871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29264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4463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8305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62147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698313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21365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36733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59785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93790"/>
              <a:gd name="connsiteX1" fmla="*/ 8319465 w 8319465"/>
              <a:gd name="connsiteY1" fmla="*/ 0 h 7093790"/>
              <a:gd name="connsiteX2" fmla="*/ 5782837 w 8319465"/>
              <a:gd name="connsiteY2" fmla="*/ 7093790 h 7093790"/>
              <a:gd name="connsiteX3" fmla="*/ 0 w 8319465"/>
              <a:gd name="connsiteY3" fmla="*/ 7084503 h 7093790"/>
              <a:gd name="connsiteX4" fmla="*/ 2424113 w 8319465"/>
              <a:gd name="connsiteY4" fmla="*/ 5521 h 70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9465" h="7093790">
                <a:moveTo>
                  <a:pt x="2424113" y="5521"/>
                </a:moveTo>
                <a:lnTo>
                  <a:pt x="8319465" y="0"/>
                </a:lnTo>
                <a:lnTo>
                  <a:pt x="5782837" y="7093790"/>
                </a:lnTo>
                <a:lnTo>
                  <a:pt x="0" y="7084503"/>
                </a:lnTo>
                <a:lnTo>
                  <a:pt x="2424113" y="5521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5751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2AE6E-5012-F925-B9E0-2C9A3DBC0A6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1C01C2-421D-6D47-A4A6-F3FBD49FCCD9}"/>
              </a:ext>
            </a:extLst>
          </p:cNvPr>
          <p:cNvSpPr/>
          <p:nvPr userDrawn="1"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78213-2FB4-C549-781F-4073598A4AE7}"/>
              </a:ext>
            </a:extLst>
          </p:cNvPr>
          <p:cNvSpPr/>
          <p:nvPr userDrawn="1"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66068-AD20-659C-746B-81BEE50E9ADA}"/>
              </a:ext>
            </a:extLst>
          </p:cNvPr>
          <p:cNvSpPr/>
          <p:nvPr userDrawn="1"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5" name="Diagonal Stripe 14">
            <a:extLst>
              <a:ext uri="{FF2B5EF4-FFF2-40B4-BE49-F238E27FC236}">
                <a16:creationId xmlns:a16="http://schemas.microsoft.com/office/drawing/2014/main" id="{D82BA350-C437-1B6C-0082-CD7CF0CE547D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21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71898-202E-A9B0-5802-EB291E6E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86769-6690-B393-F5E4-DCECFF419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C639E-4B25-1826-B194-296A678A9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6E48471-839B-1190-2A8F-CDE90D81E453}"/>
              </a:ext>
            </a:extLst>
          </p:cNvPr>
          <p:cNvSpPr/>
          <p:nvPr userDrawn="1"/>
        </p:nvSpPr>
        <p:spPr>
          <a:xfrm>
            <a:off x="5553075" y="6413500"/>
            <a:ext cx="1085850" cy="444500"/>
          </a:xfrm>
          <a:custGeom>
            <a:avLst/>
            <a:gdLst>
              <a:gd name="connsiteX0" fmla="*/ 550981 w 2344943"/>
              <a:gd name="connsiteY0" fmla="*/ 0 h 407428"/>
              <a:gd name="connsiteX1" fmla="*/ 940996 w 2344943"/>
              <a:gd name="connsiteY1" fmla="*/ 0 h 407428"/>
              <a:gd name="connsiteX2" fmla="*/ 1403945 w 2344943"/>
              <a:gd name="connsiteY2" fmla="*/ 0 h 407428"/>
              <a:gd name="connsiteX3" fmla="*/ 1793961 w 2344943"/>
              <a:gd name="connsiteY3" fmla="*/ 0 h 407428"/>
              <a:gd name="connsiteX4" fmla="*/ 2288061 w 2344943"/>
              <a:gd name="connsiteY4" fmla="*/ 355358 h 407428"/>
              <a:gd name="connsiteX5" fmla="*/ 2344943 w 2344943"/>
              <a:gd name="connsiteY5" fmla="*/ 407428 h 407428"/>
              <a:gd name="connsiteX6" fmla="*/ 0 w 2344943"/>
              <a:gd name="connsiteY6" fmla="*/ 407428 h 407428"/>
              <a:gd name="connsiteX7" fmla="*/ 56882 w 2344943"/>
              <a:gd name="connsiteY7" fmla="*/ 355358 h 407428"/>
              <a:gd name="connsiteX8" fmla="*/ 550981 w 2344943"/>
              <a:gd name="connsiteY8" fmla="*/ 0 h 40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44943" h="407428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1315-3089-4F92-F4F2-BBC69C1F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737D3DD-0AB3-4F16-99FA-6262B2B4036D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5810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49" r:id="rId3"/>
    <p:sldLayoutId id="2147483654" r:id="rId4"/>
    <p:sldLayoutId id="2147483650" r:id="rId5"/>
    <p:sldLayoutId id="2147483651" r:id="rId6"/>
    <p:sldLayoutId id="2147483652" r:id="rId7"/>
    <p:sldLayoutId id="2147483659" r:id="rId8"/>
    <p:sldLayoutId id="2147483665" r:id="rId9"/>
    <p:sldLayoutId id="2147483666" r:id="rId10"/>
    <p:sldLayoutId id="2147483653" r:id="rId11"/>
    <p:sldLayoutId id="2147483655" r:id="rId12"/>
    <p:sldLayoutId id="2147483663" r:id="rId13"/>
    <p:sldLayoutId id="2147483660" r:id="rId14"/>
    <p:sldLayoutId id="2147483656" r:id="rId15"/>
    <p:sldLayoutId id="2147483657" r:id="rId16"/>
    <p:sldLayoutId id="2147483658" r:id="rId17"/>
    <p:sldLayoutId id="2147483661" r:id="rId18"/>
    <p:sldLayoutId id="214748366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aturalist.org/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.org/publication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.org/publications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21F6-0790-616A-8EAF-18348D79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181100-FF79-92DD-2D59-F8730F46A416}"/>
              </a:ext>
            </a:extLst>
          </p:cNvPr>
          <p:cNvSpPr txBox="1"/>
          <p:nvPr/>
        </p:nvSpPr>
        <p:spPr>
          <a:xfrm>
            <a:off x="656092" y="1825636"/>
            <a:ext cx="6372225" cy="2039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F2F2F2"/>
                </a:solidFill>
                <a:latin typeface="+mj-lt"/>
              </a:rPr>
              <a:t>Topic 8: Introducing </a:t>
            </a:r>
            <a:r>
              <a:rPr lang="en-GB" sz="4400" b="1">
                <a:solidFill>
                  <a:srgbClr val="F2F2F2"/>
                </a:solidFill>
                <a:latin typeface="+mj-lt"/>
              </a:rPr>
              <a:t>Evaluation (</a:t>
            </a:r>
            <a:r>
              <a:rPr lang="en-GB" sz="4400" b="1" dirty="0">
                <a:solidFill>
                  <a:srgbClr val="F2F2F2"/>
                </a:solidFill>
                <a:latin typeface="+mj-lt"/>
              </a:rPr>
              <a:t>P</a:t>
            </a:r>
            <a:r>
              <a:rPr lang="en-GB" sz="4400" b="1">
                <a:solidFill>
                  <a:srgbClr val="F2F2F2"/>
                </a:solidFill>
                <a:latin typeface="+mj-lt"/>
              </a:rPr>
              <a:t>art </a:t>
            </a:r>
            <a:r>
              <a:rPr lang="en-GB" sz="4400" b="1" dirty="0">
                <a:solidFill>
                  <a:srgbClr val="F2F2F2"/>
                </a:solidFill>
                <a:latin typeface="+mj-lt"/>
              </a:rPr>
              <a:t>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E485B-F0EC-0DB9-E008-2849E6E25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092" y="3864656"/>
            <a:ext cx="4708388" cy="153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2"/>
                </a:solidFill>
              </a:rPr>
              <a:t>SECV2113 Human-Computer Interaction</a:t>
            </a:r>
          </a:p>
          <a:p>
            <a:pPr>
              <a:lnSpc>
                <a:spcPct val="150000"/>
              </a:lnSpc>
            </a:pPr>
            <a:endParaRPr lang="en-GB" sz="16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2"/>
                </a:solidFill>
              </a:rPr>
              <a:t>Faculty of Computing</a:t>
            </a:r>
          </a:p>
          <a:p>
            <a:pPr>
              <a:lnSpc>
                <a:spcPct val="150000"/>
              </a:lnSpc>
            </a:pPr>
            <a:r>
              <a:rPr lang="en-GB" sz="1600" b="1" dirty="0" err="1">
                <a:solidFill>
                  <a:schemeClr val="bg2"/>
                </a:solidFill>
              </a:rPr>
              <a:t>Universiti</a:t>
            </a:r>
            <a:r>
              <a:rPr lang="en-GB" sz="1600" b="1" dirty="0">
                <a:solidFill>
                  <a:schemeClr val="bg2"/>
                </a:solidFill>
              </a:rPr>
              <a:t> </a:t>
            </a:r>
            <a:r>
              <a:rPr lang="en-GB" sz="1600" b="1" dirty="0" err="1">
                <a:solidFill>
                  <a:schemeClr val="bg2"/>
                </a:solidFill>
              </a:rPr>
              <a:t>Teknologi</a:t>
            </a:r>
            <a:r>
              <a:rPr lang="en-GB" sz="1600" b="1" dirty="0">
                <a:solidFill>
                  <a:schemeClr val="bg2"/>
                </a:solidFill>
              </a:rPr>
              <a:t> Malaysia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CED56-1665-8124-A721-BB53B4632B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958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F91112-E67B-52E0-5CE0-84E598D5ACC2}"/>
              </a:ext>
            </a:extLst>
          </p:cNvPr>
          <p:cNvSpPr txBox="1"/>
          <p:nvPr/>
        </p:nvSpPr>
        <p:spPr>
          <a:xfrm>
            <a:off x="1166992" y="884634"/>
            <a:ext cx="823913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73770-F834-B3F6-8C54-7A5C1249A7AA}"/>
              </a:ext>
            </a:extLst>
          </p:cNvPr>
          <p:cNvSpPr txBox="1"/>
          <p:nvPr/>
        </p:nvSpPr>
        <p:spPr>
          <a:xfrm>
            <a:off x="2094786" y="656801"/>
            <a:ext cx="624632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8E65B-A985-5225-3DBE-AE4CF54409A9}"/>
              </a:ext>
            </a:extLst>
          </p:cNvPr>
          <p:cNvSpPr txBox="1"/>
          <p:nvPr/>
        </p:nvSpPr>
        <p:spPr>
          <a:xfrm>
            <a:off x="1166992" y="2184189"/>
            <a:ext cx="82391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CD455-E96D-A90F-3D91-16AFB50725EE}"/>
              </a:ext>
            </a:extLst>
          </p:cNvPr>
          <p:cNvSpPr txBox="1"/>
          <p:nvPr/>
        </p:nvSpPr>
        <p:spPr>
          <a:xfrm>
            <a:off x="1166992" y="3502094"/>
            <a:ext cx="82391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03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7082154-5F28-3427-0747-570968D99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2</a:t>
            </a:fld>
            <a:endParaRPr lang="en-M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4E9F6C-91FE-5CC8-7FA1-70BB68B23BFA}"/>
              </a:ext>
            </a:extLst>
          </p:cNvPr>
          <p:cNvSpPr txBox="1"/>
          <p:nvPr/>
        </p:nvSpPr>
        <p:spPr>
          <a:xfrm>
            <a:off x="1145466" y="4822719"/>
            <a:ext cx="82391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946D2-7E11-A49F-CFDD-1AC8AF53C957}"/>
              </a:ext>
            </a:extLst>
          </p:cNvPr>
          <p:cNvSpPr txBox="1"/>
          <p:nvPr/>
        </p:nvSpPr>
        <p:spPr>
          <a:xfrm>
            <a:off x="2094786" y="1976222"/>
            <a:ext cx="6848491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TYPES OF 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5CD31-F92E-8B2C-2DA9-5474A8A188F5}"/>
              </a:ext>
            </a:extLst>
          </p:cNvPr>
          <p:cNvSpPr txBox="1"/>
          <p:nvPr/>
        </p:nvSpPr>
        <p:spPr>
          <a:xfrm>
            <a:off x="2094786" y="3295643"/>
            <a:ext cx="7539867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 CASE STUDIES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C1AA5-6F7F-F747-4320-0EA3318DBD97}"/>
              </a:ext>
            </a:extLst>
          </p:cNvPr>
          <p:cNvSpPr txBox="1"/>
          <p:nvPr/>
        </p:nvSpPr>
        <p:spPr>
          <a:xfrm>
            <a:off x="2094787" y="4567572"/>
            <a:ext cx="753986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 ISSUES TO CONSIDER</a:t>
            </a:r>
          </a:p>
        </p:txBody>
      </p:sp>
    </p:spTree>
    <p:extLst>
      <p:ext uri="{BB962C8B-B14F-4D97-AF65-F5344CB8AC3E}">
        <p14:creationId xmlns:p14="http://schemas.microsoft.com/office/powerpoint/2010/main" val="261219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26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AED3-1FAE-62B3-01CA-2CFFA96B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53D112-937F-C422-88F7-4A329C5BA2C3}"/>
              </a:ext>
            </a:extLst>
          </p:cNvPr>
          <p:cNvSpPr txBox="1"/>
          <p:nvPr/>
        </p:nvSpPr>
        <p:spPr>
          <a:xfrm>
            <a:off x="7186692" y="1782972"/>
            <a:ext cx="4473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OVERVIEW</a:t>
            </a:r>
            <a:endParaRPr lang="en-US" sz="5400" b="1" kern="0" dirty="0">
              <a:solidFill>
                <a:srgbClr val="C04C4C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C2D68-CEA8-024C-9CDC-21D8AF9773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660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2438-6C99-266C-2D7C-86FDF823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F8ABBDF-3747-8705-1924-07418AF13822}"/>
              </a:ext>
            </a:extLst>
          </p:cNvPr>
          <p:cNvSpPr txBox="1"/>
          <p:nvPr/>
        </p:nvSpPr>
        <p:spPr>
          <a:xfrm>
            <a:off x="304800" y="473741"/>
            <a:ext cx="116378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Why, What, Where, and When to evaluate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61811A-DEE6-3FF2-146E-A7FF2A655DF1}"/>
              </a:ext>
            </a:extLst>
          </p:cNvPr>
          <p:cNvSpPr/>
          <p:nvPr/>
        </p:nvSpPr>
        <p:spPr>
          <a:xfrm>
            <a:off x="1035386" y="1713750"/>
            <a:ext cx="10110060" cy="4670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Iterative design and evaluation is a </a:t>
            </a:r>
            <a:r>
              <a:rPr lang="en-US" sz="2000" dirty="0">
                <a:solidFill>
                  <a:srgbClr val="C00000"/>
                </a:solidFill>
              </a:rPr>
              <a:t>continuous process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check that all aspects of the </a:t>
            </a:r>
            <a:r>
              <a:rPr lang="en-US" sz="2000" dirty="0">
                <a:solidFill>
                  <a:srgbClr val="C00000"/>
                </a:solidFill>
              </a:rPr>
              <a:t>user experience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taken into account in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dirty="0">
                <a:solidFill>
                  <a:srgbClr val="C00000"/>
                </a:solidFill>
              </a:rPr>
              <a:t>conceptual model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early and subsequent prototypes of a new system, more complete prototypes, and to compare a design with competitors’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natural, in-the-wild, in living lab and lab settings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Throughout design; finished products can be evaluated </a:t>
            </a:r>
            <a:r>
              <a:rPr lang="en-US" sz="2000" dirty="0">
                <a:solidFill>
                  <a:srgbClr val="C00000"/>
                </a:solidFill>
              </a:rPr>
              <a:t>to collect information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inform new products and </a:t>
            </a:r>
            <a:r>
              <a:rPr lang="en-US" sz="2000" dirty="0">
                <a:solidFill>
                  <a:srgbClr val="C00000"/>
                </a:solidFill>
              </a:rPr>
              <a:t>for comparisons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with other products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9B2989F2-FC63-3B7C-8084-C33836BF91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4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9705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C864-12F5-1E7E-E50C-EF0EBEE7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9D8102-1E6F-286F-9E05-3B1DC9EDEA9E}"/>
              </a:ext>
            </a:extLst>
          </p:cNvPr>
          <p:cNvSpPr txBox="1"/>
          <p:nvPr/>
        </p:nvSpPr>
        <p:spPr>
          <a:xfrm>
            <a:off x="7293934" y="1782972"/>
            <a:ext cx="4366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TYPES OF</a:t>
            </a:r>
          </a:p>
          <a:p>
            <a:pPr algn="ctr"/>
            <a:r>
              <a:rPr lang="en-US" sz="5400" b="1" kern="0" dirty="0">
                <a:solidFill>
                  <a:srgbClr val="C04C4C"/>
                </a:solidFill>
                <a:latin typeface="+mj-lt"/>
              </a:rPr>
              <a:t>EVALUATION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042B5-F559-1DE2-A666-D6BACFD7D0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8810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A91A-708D-B60C-FFA6-F9D2FA28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568EE9C-3EF3-DC69-9E4D-AA601AAB747E}"/>
              </a:ext>
            </a:extLst>
          </p:cNvPr>
          <p:cNvSpPr txBox="1"/>
          <p:nvPr/>
        </p:nvSpPr>
        <p:spPr>
          <a:xfrm>
            <a:off x="304800" y="385253"/>
            <a:ext cx="11637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Evaluation Types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50D812-8435-9A01-EB5A-2A88967EACF5}"/>
              </a:ext>
            </a:extLst>
          </p:cNvPr>
          <p:cNvSpPr/>
          <p:nvPr/>
        </p:nvSpPr>
        <p:spPr>
          <a:xfrm>
            <a:off x="705616" y="1200183"/>
            <a:ext cx="10769600" cy="5549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Controlled settings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that directly involve users (for example, usability and research labs)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Natural settings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involving users (for instance, online communities and products that </a:t>
            </a:r>
            <a:r>
              <a:rPr lang="en-US" sz="1700" dirty="0">
                <a:solidFill>
                  <a:srgbClr val="C00000"/>
                </a:solidFill>
              </a:rPr>
              <a:t>are used in public places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Often there is little or </a:t>
            </a:r>
            <a:r>
              <a:rPr lang="en-US" sz="1700" dirty="0">
                <a:solidFill>
                  <a:srgbClr val="C00000"/>
                </a:solidFill>
              </a:rPr>
              <a:t>no control over what users do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especially in in-the-wild settings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Any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setting that doesn’t directly involve users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(for example, consultants and researchers </a:t>
            </a:r>
            <a:r>
              <a:rPr lang="en-US" sz="1700" dirty="0">
                <a:solidFill>
                  <a:srgbClr val="C00000"/>
                </a:solidFill>
              </a:rPr>
              <a:t>critique the prototypes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may predict and model how successful they will be when used by users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C00000"/>
                </a:solidFill>
              </a:rPr>
              <a:t>Remote evaluation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 be done with studies in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 three categories above.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Remote evaluation was practiced since the 1990s but it became important recently for coping with </a:t>
            </a:r>
            <a:r>
              <a:rPr lang="en-US" sz="1700" dirty="0">
                <a:solidFill>
                  <a:srgbClr val="C00000"/>
                </a:solidFill>
              </a:rPr>
              <a:t>the impact of the Covid-19 pandemic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C00000"/>
                </a:solidFill>
              </a:rPr>
              <a:t>Different methods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 also be used together </a:t>
            </a:r>
            <a:r>
              <a:rPr lang="en-US" sz="1700" dirty="0">
                <a:solidFill>
                  <a:srgbClr val="C00000"/>
                </a:solidFill>
              </a:rPr>
              <a:t>to provide different perspectives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For example, testing in a lab maybe used to compare different parts of a design, such as two different menu structures. Then the design may be tested in a natural setting to see whether people like using it in their homes or in other natural settings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D61D2E8-76D6-D90C-F02E-50F08FA41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6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4996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0510-72FB-5302-CA7D-4C3A813F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74CDA8-B5F8-DF1B-A479-1BF948F2ECF0}"/>
              </a:ext>
            </a:extLst>
          </p:cNvPr>
          <p:cNvSpPr txBox="1"/>
          <p:nvPr/>
        </p:nvSpPr>
        <p:spPr>
          <a:xfrm>
            <a:off x="304800" y="473741"/>
            <a:ext cx="11637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Living Labs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F4A53-1BED-5920-EEE2-69E1D7E7888D}"/>
              </a:ext>
            </a:extLst>
          </p:cNvPr>
          <p:cNvSpPr/>
          <p:nvPr/>
        </p:nvSpPr>
        <p:spPr>
          <a:xfrm>
            <a:off x="1035386" y="1713750"/>
            <a:ext cx="10110060" cy="420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People’s use of technology in their everyday lives can be evaluated in living labs. For example, evaluators can see </a:t>
            </a:r>
            <a:r>
              <a:rPr lang="en-US" sz="2000" dirty="0">
                <a:solidFill>
                  <a:srgbClr val="C00000"/>
                </a:solidFill>
              </a:rPr>
              <a:t>how people use technology over a period of time, and how it fits in/or not with their routines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Such evaluations are </a:t>
            </a:r>
            <a:r>
              <a:rPr lang="en-US" sz="2000" dirty="0">
                <a:solidFill>
                  <a:srgbClr val="C00000"/>
                </a:solidFill>
              </a:rPr>
              <a:t>too difficult to do in a usability lab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early example was the Aware Home that was embedded with a complex network of sensors and audio/video recording devices (Abowd et al., 2000)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C4D41AD-13C6-D5F4-DBBA-6D9EEC1487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7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1832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8AA8-2DD3-4D2F-EB70-2372E0E7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AE84A6C-0029-641D-C42C-F07B76D953B8}"/>
              </a:ext>
            </a:extLst>
          </p:cNvPr>
          <p:cNvSpPr txBox="1"/>
          <p:nvPr/>
        </p:nvSpPr>
        <p:spPr>
          <a:xfrm>
            <a:off x="304800" y="473741"/>
            <a:ext cx="11637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Living Labs (cont.)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F95996-EE73-2457-87CB-FFEB2DC37680}"/>
              </a:ext>
            </a:extLst>
          </p:cNvPr>
          <p:cNvSpPr/>
          <p:nvPr/>
        </p:nvSpPr>
        <p:spPr>
          <a:xfrm>
            <a:off x="1035386" y="1713750"/>
            <a:ext cx="10110060" cy="4670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More recent examples include whole blocks and cities that house hundreds of people, for example, Verma et al., research in Switzerland (2017), and the huge PEARL facility in the UK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Many citizen science projects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 also be thought of as living labs, for instance,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iNaturalist.org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These examples illustrate </a:t>
            </a:r>
            <a:r>
              <a:rPr lang="en-US" sz="2000" dirty="0">
                <a:solidFill>
                  <a:srgbClr val="C00000"/>
                </a:solidFill>
              </a:rPr>
              <a:t>how the concept of a lab is changing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include other spaces where people’s use of technology </a:t>
            </a:r>
            <a:r>
              <a:rPr lang="en-US" sz="2000" dirty="0">
                <a:solidFill>
                  <a:srgbClr val="C00000"/>
                </a:solidFill>
              </a:rPr>
              <a:t>can be studied in realistic environments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944A5B9B-42DF-A985-0105-65A6663862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8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3274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4C29A-76A4-14B1-78DE-738D0631A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3C2A3A-4EEB-54ED-927D-E41C0EC9290A}"/>
              </a:ext>
            </a:extLst>
          </p:cNvPr>
          <p:cNvSpPr txBox="1"/>
          <p:nvPr/>
        </p:nvSpPr>
        <p:spPr>
          <a:xfrm>
            <a:off x="7187609" y="1782972"/>
            <a:ext cx="45719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EVALUATION</a:t>
            </a:r>
          </a:p>
          <a:p>
            <a:pPr algn="ctr"/>
            <a:r>
              <a:rPr lang="en-US" sz="4800" b="1" kern="0" dirty="0">
                <a:solidFill>
                  <a:srgbClr val="C04C4C"/>
                </a:solidFill>
                <a:latin typeface="+mj-lt"/>
              </a:rPr>
              <a:t>CASE STUDIES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845DD-23EF-8774-F9A1-FA2B1D5499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4511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EED8-4C49-487D-FA85-B25C224F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28EF410-08BF-155D-00B8-ACD407A070F9}"/>
              </a:ext>
            </a:extLst>
          </p:cNvPr>
          <p:cNvSpPr txBox="1"/>
          <p:nvPr/>
        </p:nvSpPr>
        <p:spPr>
          <a:xfrm>
            <a:off x="304800" y="473741"/>
            <a:ext cx="11637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Constrasting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Case Studies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E1835F-E71A-BADE-D599-8D88E205FD64}"/>
              </a:ext>
            </a:extLst>
          </p:cNvPr>
          <p:cNvSpPr/>
          <p:nvPr/>
        </p:nvSpPr>
        <p:spPr>
          <a:xfrm>
            <a:off x="1035386" y="1733679"/>
            <a:ext cx="10110060" cy="420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study to test how well an automated vehicle supports drivers’ behavior as they transition control to and frow between the automated vehicle and the driver.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</a:t>
            </a:r>
            <a:r>
              <a:rPr lang="en-US" sz="2000" b="1" dirty="0">
                <a:solidFill>
                  <a:srgbClr val="C00000"/>
                </a:solidFill>
              </a:rPr>
              <a:t>ethnographic study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visitors at the the Royal Highland show in which participants are directed and tracked using a mobile phone app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Crowdsourcing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which the opinions and reactions of volunteers (for example, from the crowd) inform technology evaluation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AD99D2D-5DB4-55EB-5FC9-4538C3F31E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10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961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7688-1732-246A-F94F-53725614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63D7FE7-3E58-8B78-D0C4-BC9B86347C42}"/>
              </a:ext>
            </a:extLst>
          </p:cNvPr>
          <p:cNvSpPr txBox="1"/>
          <p:nvPr/>
        </p:nvSpPr>
        <p:spPr>
          <a:xfrm>
            <a:off x="304800" y="473741"/>
            <a:ext cx="11637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DeepTake and Automated Vehicles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452253-0598-D2C1-EC78-E4789E35AE73}"/>
              </a:ext>
            </a:extLst>
          </p:cNvPr>
          <p:cNvSpPr/>
          <p:nvPr/>
        </p:nvSpPr>
        <p:spPr>
          <a:xfrm>
            <a:off x="1035386" y="1502847"/>
            <a:ext cx="10110060" cy="4670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Large amounts of data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were collected about drivers’ driving and non-driving behavior and analyzed using machine learning techniques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dirty="0">
                <a:solidFill>
                  <a:srgbClr val="C00000"/>
                </a:solidFill>
              </a:rPr>
              <a:t>user study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was conducted to examine driver takeover behavior –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when a driver took control of the vehicle and when they left control to the automated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11 females and 9 males aged 18-30 years </a:t>
            </a:r>
            <a:r>
              <a:rPr lang="en-US" sz="2000" dirty="0">
                <a:solidFill>
                  <a:srgbClr val="C00000"/>
                </a:solidFill>
              </a:rPr>
              <a:t>performed tasks of varying difficulty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Each task took about an hour and was followed up by a questionnaire. Eye tracking was used to track where the driver was looking and the time and processes to complete each task was recorded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1530BD4-67FB-4B49-2BFA-84BDC9C5B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11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5068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BB2A-70FA-944F-6139-A6B79ECD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5982DD-5229-0A3C-FAC7-EA278FD929CD}"/>
              </a:ext>
            </a:extLst>
          </p:cNvPr>
          <p:cNvSpPr txBox="1"/>
          <p:nvPr/>
        </p:nvSpPr>
        <p:spPr>
          <a:xfrm>
            <a:off x="2096444" y="479685"/>
            <a:ext cx="7999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 user study set-up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31507DB-F948-6F77-0569-74C534039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12</a:t>
            </a:fld>
            <a:endParaRPr lang="en-MY" dirty="0"/>
          </a:p>
        </p:txBody>
      </p:sp>
      <p:pic>
        <p:nvPicPr>
          <p:cNvPr id="2" name="Picture 1" descr="The user study setup for DeepTake">
            <a:extLst>
              <a:ext uri="{FF2B5EF4-FFF2-40B4-BE49-F238E27FC236}">
                <a16:creationId xmlns:a16="http://schemas.microsoft.com/office/drawing/2014/main" id="{217F384B-D532-31C2-AFAB-707AB77A3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210" y="1624884"/>
            <a:ext cx="6775579" cy="42106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23C8AB-43CF-2875-9F7C-78893F5B0924}"/>
              </a:ext>
            </a:extLst>
          </p:cNvPr>
          <p:cNvSpPr txBox="1"/>
          <p:nvPr/>
        </p:nvSpPr>
        <p:spPr>
          <a:xfrm>
            <a:off x="2455854" y="5919673"/>
            <a:ext cx="807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Source</a:t>
            </a:r>
            <a:r>
              <a:rPr lang="en-US" sz="1200" dirty="0"/>
              <a:t>: </a:t>
            </a:r>
            <a:r>
              <a:rPr lang="en-US" sz="1200" dirty="0" err="1">
                <a:solidFill>
                  <a:srgbClr val="26A6CD"/>
                </a:solidFill>
                <a:effectLst/>
              </a:rPr>
              <a:t>Pakdamanian</a:t>
            </a:r>
            <a:r>
              <a:rPr lang="en-US" sz="1200" dirty="0">
                <a:solidFill>
                  <a:srgbClr val="26A6CD"/>
                </a:solidFill>
                <a:effectLst/>
              </a:rPr>
              <a:t> et al., 2021. CHI’2021 https://</a:t>
            </a:r>
            <a:r>
              <a:rPr lang="en-US" sz="1200" dirty="0" err="1">
                <a:solidFill>
                  <a:srgbClr val="26A6CD"/>
                </a:solidFill>
                <a:effectLst/>
              </a:rPr>
              <a:t>dl.acm.org</a:t>
            </a:r>
            <a:r>
              <a:rPr lang="en-US" sz="1200" dirty="0">
                <a:solidFill>
                  <a:srgbClr val="26A6CD"/>
                </a:solidFill>
                <a:effectLst/>
              </a:rPr>
              <a:t>/</a:t>
            </a:r>
            <a:r>
              <a:rPr lang="en-US" sz="1200" dirty="0" err="1">
                <a:solidFill>
                  <a:srgbClr val="26A6CD"/>
                </a:solidFill>
                <a:effectLst/>
              </a:rPr>
              <a:t>doi</a:t>
            </a:r>
            <a:r>
              <a:rPr lang="en-US" sz="1200" dirty="0">
                <a:solidFill>
                  <a:srgbClr val="26A6CD"/>
                </a:solidFill>
                <a:effectLst/>
              </a:rPr>
              <a:t>/pdf/10.1145/3411764.3445563</a:t>
            </a:r>
          </a:p>
        </p:txBody>
      </p:sp>
    </p:spTree>
    <p:extLst>
      <p:ext uri="{BB962C8B-B14F-4D97-AF65-F5344CB8AC3E}">
        <p14:creationId xmlns:p14="http://schemas.microsoft.com/office/powerpoint/2010/main" val="33093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4C35-8C3B-89EF-45DD-38199A85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AD11DA3-65F7-F8B3-8CEF-418D638B999B}"/>
              </a:ext>
            </a:extLst>
          </p:cNvPr>
          <p:cNvSpPr txBox="1"/>
          <p:nvPr/>
        </p:nvSpPr>
        <p:spPr>
          <a:xfrm>
            <a:off x="271507" y="321798"/>
            <a:ext cx="116378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Ethnobot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: Gathering Ethnographic data at the Royal Highland Show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FFCD40-DFD2-9DF6-A309-3D4998465572}"/>
              </a:ext>
            </a:extLst>
          </p:cNvPr>
          <p:cNvSpPr/>
          <p:nvPr/>
        </p:nvSpPr>
        <p:spPr>
          <a:xfrm>
            <a:off x="1014120" y="2265080"/>
            <a:ext cx="5620596" cy="328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Ethnobat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directed Billy to a particular place (Aberdeenshire Village)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Next,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Ethnobot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asks “…what’s going on?”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screen shows five of the experience buttons from which Billy needs to select a response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6D0EBA7-4766-40AE-7BF1-77C3F18A84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13</a:t>
            </a:fld>
            <a:endParaRPr lang="en-MY" dirty="0"/>
          </a:p>
        </p:txBody>
      </p:sp>
      <p:pic>
        <p:nvPicPr>
          <p:cNvPr id="2" name="Picture 1" descr="Photo depicts the Ethnobot used at the Royal Highland Show in Scotland. ">
            <a:extLst>
              <a:ext uri="{FF2B5EF4-FFF2-40B4-BE49-F238E27FC236}">
                <a16:creationId xmlns:a16="http://schemas.microsoft.com/office/drawing/2014/main" id="{C7560692-CCCA-B7CF-93AD-A2E515BA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026" y="2189109"/>
            <a:ext cx="3091877" cy="3823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A1F67E-7566-D5B1-FB54-F992317EE35B}"/>
              </a:ext>
            </a:extLst>
          </p:cNvPr>
          <p:cNvSpPr txBox="1"/>
          <p:nvPr/>
        </p:nvSpPr>
        <p:spPr>
          <a:xfrm>
            <a:off x="1014120" y="5735261"/>
            <a:ext cx="6426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5F5F5F"/>
                </a:solidFill>
              </a:rPr>
              <a:t>Source</a:t>
            </a:r>
            <a:r>
              <a:rPr lang="en-US" sz="1200" dirty="0">
                <a:solidFill>
                  <a:srgbClr val="5F5F5F"/>
                </a:solidFill>
              </a:rPr>
              <a:t>: Tallyn et al. (2018) Reproduced with permission of </a:t>
            </a:r>
            <a:r>
              <a:rPr lang="en-US" sz="1200" dirty="0">
                <a:solidFill>
                  <a:srgbClr val="5F5F5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ACM Publications</a:t>
            </a:r>
            <a:r>
              <a:rPr lang="en-US" sz="1200" dirty="0">
                <a:solidFill>
                  <a:srgbClr val="5F5F5F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2394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B0C8-E59E-CDBC-45AF-72B5F742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A29450-D0AD-907C-FD82-3234DAAB6FF8}"/>
              </a:ext>
            </a:extLst>
          </p:cNvPr>
          <p:cNvSpPr txBox="1"/>
          <p:nvPr/>
        </p:nvSpPr>
        <p:spPr>
          <a:xfrm>
            <a:off x="786809" y="479685"/>
            <a:ext cx="107601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Experience responses to questions submitted in </a:t>
            </a:r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Ethnobot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760ECCC-781A-6AF8-5F74-41211D5CE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14</a:t>
            </a:fld>
            <a:endParaRPr lang="en-MY" dirty="0"/>
          </a:p>
        </p:txBody>
      </p:sp>
      <p:pic>
        <p:nvPicPr>
          <p:cNvPr id="4" name="Picture 3" descr="Bar chart depicts the number of prewritten experience responses submitted by participants to the pre-established questions that Ethnobot asked them about their experience.">
            <a:extLst>
              <a:ext uri="{FF2B5EF4-FFF2-40B4-BE49-F238E27FC236}">
                <a16:creationId xmlns:a16="http://schemas.microsoft.com/office/drawing/2014/main" id="{AAA73FCC-8E92-AA10-3BCE-C0E14F6D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357" y="2096740"/>
            <a:ext cx="5868652" cy="3118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D47AD6-461D-5CAF-41EA-B80D56FB1DB5}"/>
              </a:ext>
            </a:extLst>
          </p:cNvPr>
          <p:cNvSpPr txBox="1"/>
          <p:nvPr/>
        </p:nvSpPr>
        <p:spPr>
          <a:xfrm>
            <a:off x="1529048" y="2274141"/>
            <a:ext cx="2743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F5F5F"/>
                </a:solidFill>
              </a:rPr>
              <a:t>Number of prewritten experience responses submitted by participants to the pre-established questions that Ethnobot asked them about their experiences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755DE-22BE-9773-0A96-5B5A616F03D5}"/>
              </a:ext>
            </a:extLst>
          </p:cNvPr>
          <p:cNvSpPr txBox="1"/>
          <p:nvPr/>
        </p:nvSpPr>
        <p:spPr>
          <a:xfrm>
            <a:off x="2371061" y="5738316"/>
            <a:ext cx="8147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5F5F5F"/>
                </a:solidFill>
              </a:rPr>
              <a:t>Source</a:t>
            </a:r>
            <a:r>
              <a:rPr lang="en-US" sz="1200" dirty="0">
                <a:solidFill>
                  <a:srgbClr val="5F5F5F"/>
                </a:solidFill>
              </a:rPr>
              <a:t>: Tallyn et al. (2018) Reproduced with permission of </a:t>
            </a:r>
            <a:r>
              <a:rPr lang="en-US" sz="1200" dirty="0">
                <a:solidFill>
                  <a:srgbClr val="5F5F5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ACM Publications</a:t>
            </a:r>
            <a:r>
              <a:rPr lang="en-US" sz="1200" dirty="0">
                <a:solidFill>
                  <a:srgbClr val="5F5F5F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6743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3022-6D10-E1B1-CB63-96EF81D1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D50A94-DAE3-03E9-65F4-BF42467BF0F3}"/>
              </a:ext>
            </a:extLst>
          </p:cNvPr>
          <p:cNvSpPr txBox="1"/>
          <p:nvPr/>
        </p:nvSpPr>
        <p:spPr>
          <a:xfrm>
            <a:off x="1041991" y="479685"/>
            <a:ext cx="100158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Mechanical Turk Test - Amazon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863735C1-C1BB-11F3-6F9F-4664F5DE0C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15</a:t>
            </a:fld>
            <a:endParaRPr lang="en-MY" dirty="0"/>
          </a:p>
        </p:txBody>
      </p:sp>
      <p:pic>
        <p:nvPicPr>
          <p:cNvPr id="4" name="Google Shape;289;p20">
            <a:extLst>
              <a:ext uri="{FF2B5EF4-FFF2-40B4-BE49-F238E27FC236}">
                <a16:creationId xmlns:a16="http://schemas.microsoft.com/office/drawing/2014/main" id="{8B4DB230-A18E-1999-28AD-5F3784AD52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33513" y="2293377"/>
            <a:ext cx="7832823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717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53B6-A8C0-229B-580D-F2C28AE5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FAC75-0EAE-62B2-008B-9A5E11867224}"/>
              </a:ext>
            </a:extLst>
          </p:cNvPr>
          <p:cNvSpPr txBox="1"/>
          <p:nvPr/>
        </p:nvSpPr>
        <p:spPr>
          <a:xfrm>
            <a:off x="786809" y="479685"/>
            <a:ext cx="107601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did we learn from the case studies?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4AE41A4-FC54-E62A-A718-A37446D164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16</a:t>
            </a:fld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42F8A-9541-C5FA-1F75-B8CF7BD7B384}"/>
              </a:ext>
            </a:extLst>
          </p:cNvPr>
          <p:cNvSpPr/>
          <p:nvPr/>
        </p:nvSpPr>
        <p:spPr>
          <a:xfrm>
            <a:off x="1035386" y="1707806"/>
            <a:ext cx="10110060" cy="4670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to observe users in </a:t>
            </a:r>
            <a:r>
              <a:rPr lang="en-US" sz="2000" dirty="0">
                <a:solidFill>
                  <a:srgbClr val="C00000"/>
                </a:solidFill>
              </a:rPr>
              <a:t>a lab simulation and in natural settings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evaluators use </a:t>
            </a:r>
            <a:r>
              <a:rPr lang="en-US" sz="2000" dirty="0">
                <a:solidFill>
                  <a:srgbClr val="C00000"/>
                </a:solidFill>
              </a:rPr>
              <a:t>different levels of control in the lab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dirty="0">
                <a:solidFill>
                  <a:srgbClr val="C00000"/>
                </a:solidFill>
              </a:rPr>
              <a:t>in natural settings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</a:t>
            </a:r>
            <a:r>
              <a:rPr lang="en-US" sz="2000" dirty="0">
                <a:solidFill>
                  <a:srgbClr val="C00000"/>
                </a:solidFill>
              </a:rPr>
              <a:t>in crowdsourcing evaluation studies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of </a:t>
            </a:r>
            <a:r>
              <a:rPr lang="en-US" sz="2000" dirty="0">
                <a:solidFill>
                  <a:srgbClr val="C00000"/>
                </a:solidFill>
              </a:rPr>
              <a:t>different evaluation methods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</a:t>
            </a:r>
            <a:r>
              <a:rPr lang="en-US" sz="2000" dirty="0">
                <a:solidFill>
                  <a:srgbClr val="C00000"/>
                </a:solidFill>
              </a:rPr>
              <a:t>to develop different data collection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</a:t>
            </a:r>
            <a:r>
              <a:rPr lang="en-US" sz="2000" dirty="0">
                <a:solidFill>
                  <a:srgbClr val="C00000"/>
                </a:solidFill>
              </a:rPr>
              <a:t>analysis techniques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evaluate user experience goals such as engagement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ability </a:t>
            </a:r>
            <a:r>
              <a:rPr lang="en-US" sz="2000" dirty="0">
                <a:solidFill>
                  <a:srgbClr val="C00000"/>
                </a:solidFill>
              </a:rPr>
              <a:t>to run experiments on the Internet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that are quick and inexpensive using crowdsourcing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a </a:t>
            </a:r>
            <a:r>
              <a:rPr lang="en-US" sz="2000" dirty="0">
                <a:solidFill>
                  <a:srgbClr val="C00000"/>
                </a:solidFill>
              </a:rPr>
              <a:t>large number of participants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 be involved in crowdsourcing using systems such as Mechanical Turk</a:t>
            </a:r>
          </a:p>
        </p:txBody>
      </p:sp>
    </p:spTree>
    <p:extLst>
      <p:ext uri="{BB962C8B-B14F-4D97-AF65-F5344CB8AC3E}">
        <p14:creationId xmlns:p14="http://schemas.microsoft.com/office/powerpoint/2010/main" val="322570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1D63-E83F-27E5-447C-06AAF21E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BD694A-9D6C-86DB-4992-1668D4CC8068}"/>
              </a:ext>
            </a:extLst>
          </p:cNvPr>
          <p:cNvSpPr txBox="1"/>
          <p:nvPr/>
        </p:nvSpPr>
        <p:spPr>
          <a:xfrm>
            <a:off x="2096444" y="479685"/>
            <a:ext cx="7999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Evaluation Methods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836479DE-6C65-7FDD-FFA0-B992B93FE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17</a:t>
            </a:fld>
            <a:endParaRPr lang="en-MY" dirty="0"/>
          </a:p>
        </p:txBody>
      </p:sp>
      <p:graphicFrame>
        <p:nvGraphicFramePr>
          <p:cNvPr id="4" name="Group 46" descr="Table illustrating different evaluation methods in controlled settings, natural settings, and without users. Criteria include observing, asking others, asking experts, testing, and modeling.">
            <a:extLst>
              <a:ext uri="{FF2B5EF4-FFF2-40B4-BE49-F238E27FC236}">
                <a16:creationId xmlns:a16="http://schemas.microsoft.com/office/drawing/2014/main" id="{935228E3-97AF-FE95-811D-8F6DC0F6C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334881"/>
              </p:ext>
            </p:extLst>
          </p:nvPr>
        </p:nvGraphicFramePr>
        <p:xfrm>
          <a:off x="1981200" y="1635470"/>
          <a:ext cx="8229600" cy="4508253"/>
        </p:xfrm>
        <a:graphic>
          <a:graphicData uri="http://schemas.openxmlformats.org/drawingml/2006/table">
            <a:tbl>
              <a:tblPr first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55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Method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Controlled settings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Natural settings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Without users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Observing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Asking users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Asking experts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5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Testing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Modeling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34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3083-A1E6-A591-9B06-FA569D5F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B373441-E281-1889-C4D1-6428B8E0DA9F}"/>
              </a:ext>
            </a:extLst>
          </p:cNvPr>
          <p:cNvSpPr/>
          <p:nvPr/>
        </p:nvSpPr>
        <p:spPr>
          <a:xfrm>
            <a:off x="1766764" y="1334627"/>
            <a:ext cx="4705847" cy="5043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Analytics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Analytical evaluation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Biases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Controlled experiment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Crowdsourcing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Distributed evaluation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Ecological validity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Expert review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Field study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Formative evaluation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Heuristic evaluation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Informed consent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0DCD4E1-770B-DECF-147F-9F1FF8D221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18</a:t>
            </a:fld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9A381-8726-2A11-FE9D-3B2B249032B4}"/>
              </a:ext>
            </a:extLst>
          </p:cNvPr>
          <p:cNvSpPr/>
          <p:nvPr/>
        </p:nvSpPr>
        <p:spPr>
          <a:xfrm>
            <a:off x="6762384" y="1249126"/>
            <a:ext cx="4705847" cy="545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the wild evaluation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Living lab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 points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Predictive evaluation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Reliability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 in the wild studies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Summative evaluation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Usability lab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studies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Usability testing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Users or participants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8E156E-E0CA-B740-FDBF-A00C79CB9FD0}"/>
              </a:ext>
            </a:extLst>
          </p:cNvPr>
          <p:cNvSpPr txBox="1"/>
          <p:nvPr/>
        </p:nvSpPr>
        <p:spPr>
          <a:xfrm>
            <a:off x="2096444" y="479685"/>
            <a:ext cx="7999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 Language of Evaluation</a:t>
            </a:r>
          </a:p>
        </p:txBody>
      </p:sp>
    </p:spTree>
    <p:extLst>
      <p:ext uri="{BB962C8B-B14F-4D97-AF65-F5344CB8AC3E}">
        <p14:creationId xmlns:p14="http://schemas.microsoft.com/office/powerpoint/2010/main" val="121305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9870B-3FD2-0B2A-E8CE-3C0CF5D1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5FE56F-8C2C-02C1-FB8A-088B2ECFD41F}"/>
              </a:ext>
            </a:extLst>
          </p:cNvPr>
          <p:cNvSpPr txBox="1"/>
          <p:nvPr/>
        </p:nvSpPr>
        <p:spPr>
          <a:xfrm>
            <a:off x="7187609" y="1782972"/>
            <a:ext cx="457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OTHER ISSUES</a:t>
            </a:r>
          </a:p>
          <a:p>
            <a:pPr algn="ctr"/>
            <a:r>
              <a:rPr lang="en-US" sz="4800" b="1" kern="0" dirty="0">
                <a:solidFill>
                  <a:srgbClr val="C04C4C"/>
                </a:solidFill>
                <a:latin typeface="+mj-lt"/>
              </a:rPr>
              <a:t>TO CONSIDER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C3ADE6-255B-F0D5-1C87-C42D475106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2955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2E3A-D9E1-4EC0-03B1-CA4A5BBF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115F53-BE48-F4F6-2392-355241AADA0C}"/>
              </a:ext>
            </a:extLst>
          </p:cNvPr>
          <p:cNvSpPr txBox="1"/>
          <p:nvPr/>
        </p:nvSpPr>
        <p:spPr>
          <a:xfrm>
            <a:off x="807054" y="468160"/>
            <a:ext cx="105667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Participants’ Rights and Getting Consent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8729EC16-C465-A13C-338E-7EE2AC9F53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20</a:t>
            </a:fld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F658F6-6E8F-1834-1E15-523E767374D5}"/>
              </a:ext>
            </a:extLst>
          </p:cNvPr>
          <p:cNvSpPr/>
          <p:nvPr/>
        </p:nvSpPr>
        <p:spPr>
          <a:xfrm>
            <a:off x="1035385" y="1914710"/>
            <a:ext cx="10110060" cy="420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Participants need to be told </a:t>
            </a:r>
            <a:r>
              <a:rPr lang="en-US" sz="2000" dirty="0">
                <a:solidFill>
                  <a:srgbClr val="C00000"/>
                </a:solidFill>
              </a:rPr>
              <a:t>why the evaluation is being done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what they will be asked to do and informed about their rights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Informed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consent forms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this information and act as a </a:t>
            </a:r>
            <a:r>
              <a:rPr lang="en-US" sz="2000" dirty="0">
                <a:solidFill>
                  <a:srgbClr val="C00000"/>
                </a:solidFill>
              </a:rPr>
              <a:t>contract between participants and researchers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design of the informed consent form, the evaluation process, data analysis, and data storage methods are typically </a:t>
            </a:r>
            <a:r>
              <a:rPr lang="en-US" sz="2000" dirty="0">
                <a:solidFill>
                  <a:srgbClr val="C00000"/>
                </a:solidFill>
              </a:rPr>
              <a:t>approved by a higher authority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116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C6FC-0388-5D5C-9D77-FE0F470B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6C52E9-1F67-0D23-6544-EEAC22BC30AC}"/>
              </a:ext>
            </a:extLst>
          </p:cNvPr>
          <p:cNvSpPr txBox="1"/>
          <p:nvPr/>
        </p:nvSpPr>
        <p:spPr>
          <a:xfrm>
            <a:off x="807054" y="468160"/>
            <a:ext cx="105667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Things to Consider when Interpreting Data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7AC57A3-BB2C-6404-A1BE-520EB6DCAD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21</a:t>
            </a:fld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D5A71-31C8-9D77-122A-1084C011E54F}"/>
              </a:ext>
            </a:extLst>
          </p:cNvPr>
          <p:cNvSpPr/>
          <p:nvPr/>
        </p:nvSpPr>
        <p:spPr>
          <a:xfrm>
            <a:off x="1035385" y="2233686"/>
            <a:ext cx="10110060" cy="328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Reliability: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Does the method produce the same results on separate occasions?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Validity: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Does the method measure what it is intended to measure?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Ecological validity: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Does the environment of the evaluation distort the results?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Biases: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there biases that distort the results?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Scope: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generalizable are the results?</a:t>
            </a:r>
          </a:p>
        </p:txBody>
      </p:sp>
    </p:spTree>
    <p:extLst>
      <p:ext uri="{BB962C8B-B14F-4D97-AF65-F5344CB8AC3E}">
        <p14:creationId xmlns:p14="http://schemas.microsoft.com/office/powerpoint/2010/main" val="230290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112E-D3C8-6CAE-E779-9AFEDBF4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F1B617-8CFA-C9C5-C3B6-D5B55582FB14}"/>
              </a:ext>
            </a:extLst>
          </p:cNvPr>
          <p:cNvSpPr txBox="1"/>
          <p:nvPr/>
        </p:nvSpPr>
        <p:spPr>
          <a:xfrm>
            <a:off x="807054" y="468160"/>
            <a:ext cx="105667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Summary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B0530B8-3CCF-74CF-324F-0E94295BDD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18816" y="6433021"/>
            <a:ext cx="2743200" cy="365125"/>
          </a:xfrm>
        </p:spPr>
        <p:txBody>
          <a:bodyPr/>
          <a:lstStyle/>
          <a:p>
            <a:fld id="{7737D3DD-0AB3-4F16-99FA-6262B2B4036D}" type="slidenum">
              <a:rPr lang="en-MY" smtClean="0"/>
              <a:t>22</a:t>
            </a:fld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2E72EA-C4DB-5488-3461-474477602FA0}"/>
              </a:ext>
            </a:extLst>
          </p:cNvPr>
          <p:cNvSpPr/>
          <p:nvPr/>
        </p:nvSpPr>
        <p:spPr>
          <a:xfrm>
            <a:off x="1035384" y="1237601"/>
            <a:ext cx="10851815" cy="5043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Evaluation and design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very closely integrated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 of the same data gathering methods are used in evaluation as for</a:t>
            </a:r>
            <a:r>
              <a:rPr lang="en-US" dirty="0">
                <a:solidFill>
                  <a:srgbClr val="C00000"/>
                </a:solidFill>
              </a:rPr>
              <a:t> establishing requirements and identifying users’ needs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for example, observation, interviews, and questionnaires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Evaluations can be done in </a:t>
            </a:r>
            <a:r>
              <a:rPr lang="en-US" dirty="0">
                <a:solidFill>
                  <a:srgbClr val="C00000"/>
                </a:solidFill>
              </a:rPr>
              <a:t>controlled settings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such as lab, less controlled field settings, and remotely or without users being involved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Usability testing and experiments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enable the evaluator to have a high level of control over what gets tested, whereas evaluators typically impose little or no control on participants in field studies, particularly in in the wild studies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Different methods can be combined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get different perspectives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Participants need to be made </a:t>
            </a:r>
            <a:r>
              <a:rPr lang="en-US" dirty="0">
                <a:solidFill>
                  <a:srgbClr val="C00000"/>
                </a:solidFill>
              </a:rPr>
              <a:t>aware of their rights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is important </a:t>
            </a:r>
            <a:r>
              <a:rPr lang="en-US" dirty="0">
                <a:solidFill>
                  <a:srgbClr val="C00000"/>
                </a:solidFill>
              </a:rPr>
              <a:t>not to over-generalize findings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an evaluation</a:t>
            </a:r>
          </a:p>
        </p:txBody>
      </p:sp>
    </p:spTree>
    <p:extLst>
      <p:ext uri="{BB962C8B-B14F-4D97-AF65-F5344CB8AC3E}">
        <p14:creationId xmlns:p14="http://schemas.microsoft.com/office/powerpoint/2010/main" val="146129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custom">
      <a:dk1>
        <a:sysClr val="windowText" lastClr="000000"/>
      </a:dk1>
      <a:lt1>
        <a:sysClr val="window" lastClr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Custom 2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71585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9334</TotalTime>
  <Words>1273</Words>
  <Application>Microsoft Office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Poppins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 IDIANA BINTI HAMIDI</dc:creator>
  <cp:lastModifiedBy>SARINA BINTI SULAIMAN</cp:lastModifiedBy>
  <cp:revision>239</cp:revision>
  <dcterms:created xsi:type="dcterms:W3CDTF">2022-06-08T07:39:09Z</dcterms:created>
  <dcterms:modified xsi:type="dcterms:W3CDTF">2025-12-21T13:06:09Z</dcterms:modified>
</cp:coreProperties>
</file>